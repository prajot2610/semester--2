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DBF1-40F5-7387-9845-F1867D245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DD18A-3AAC-AA2C-0C2E-762D1F017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E75CD-0C88-3956-7906-68D99745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2ACE1-3CA4-5FB9-2D4C-F090C84F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E52EC-6D0E-D516-A0FB-59ADC9351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A40F-40D7-244B-CA89-BD505582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278F7-95F6-B4A6-A59B-68237C9F0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F7978-31EF-8FD2-8817-F36A07DB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5E7BE-9F31-0269-B1BF-8D305649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90A73-9160-1BAD-72AE-97337A38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2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75F9-3C2D-493E-9D6E-3F888B4AD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44ECC-7FA3-EDAD-7BC2-5F0D5008B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D0342-3F3C-654D-8CA3-70824660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7C13C-76C1-3993-2595-63C79502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3517E-FE50-CD76-6497-D6D27A10C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5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EA8F-7CA3-91B0-3587-BF82F917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BB69-877B-16F6-3FC7-3B8880874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146BA-A3CA-DB39-02E9-EF48175BB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C224F-E707-BE3E-0512-EED1B46B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66612-979C-927C-0A74-5E94A4F4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08662-F44F-0A21-A582-9AAF65F8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8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42DA-DA2F-E378-90AB-C29BC845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DF0A8-3FD2-3076-645E-B4555583E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3319A-2E2B-7887-B1AB-2FDBD2B31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B88D73-C229-8B12-4FF9-2D5A22412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6DB99-F265-1D68-E389-EEBE5FA5E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BCB63-B76E-E0F6-8A37-105EBAD0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95F76-7719-13EB-EF43-861BE4F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2D5B2-BFE3-EA81-9C44-6CE95F00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1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64AF-E369-14C1-F7D2-FFA0BDD6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5F035-44C1-798E-E2C3-0E293723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7EC48-0084-D6A5-022A-FA7CFB003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EE22F-5592-7791-94C6-AEF5352A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74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743FAD-9D11-C710-2086-98C37E16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B505B-1730-00B6-4EFF-88C00BF76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B7AA5-6991-5C8E-A5CC-D0AD1B00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9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B478-853A-9255-1916-ECE4A8DEC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CB96-7036-73A5-16A2-869BD8203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5F044-6FCA-A090-3A63-8F63C7F37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5617C-1A2D-5E75-8FB2-4FF11C4D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F4110-EF40-18CC-81A2-9795E6B9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9194A-5EAA-FED2-34EA-BBECC9A6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9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CED9-4E66-9933-7625-B819211C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24DE9-826D-0CDA-1DB4-B6D65498D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BE193-FCA6-2C0E-1310-7B5C490D5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58018-263A-FFAB-1696-73CD6998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C9BD7-8572-964D-7DEA-8DFAAF4A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E905D-D846-5B63-BF1D-02115C1D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5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9A39-6F72-6E4E-19C1-43333A6F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EB8E8-59EB-EF3D-0AB0-568F0906F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F7EC9-1604-3C07-1755-4A6517FD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8A13B-70EC-3567-4403-33BB1A90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9CD63-3CF6-63D1-2F09-03616FBA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4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07A13-96F6-FE5E-4925-2C0FEF949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0C7EF-A207-683E-42CB-8C4836203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F3764-C8EB-4726-3DB7-11AA8A1C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7D6B3-135D-A5A7-A737-60EF8663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06CB8-E579-0BA3-7921-152C3786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7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611E15-27F5-D4A7-37F4-74E84CE8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0A8D-2DAE-3FC2-5B6C-3E1CFA694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110BD-3925-DCC5-8ECC-2A35F001E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F9382-4221-46D6-8254-2F0B8532BA4A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537E8-9052-70F8-6807-4EF825DD5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FDB0-C8EA-1F49-3837-612312E9F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F213F-004D-4AFC-9FA8-4B95D96B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5652-40E6-1AC9-C995-CCC7CF97C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Studies on cohesion and Coupling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0576D-0EDF-CF9A-FB82-7756F3DFFF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441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F3A4-E651-D8CF-4251-12157AD5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Case Study 1: Online Shopping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D3CE8-CD4F-C730-7B9F-320038FDA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Identify the Modules of high cohesion and low cohesion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High Cohesion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user authentication, product management, order processing, and payment handling.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Low Cohesion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Low Cohesion: If the modules are not well-organized, you might end up with low cohesion, where modules are responsible for multiple unrelated tasks. This can lead to confusion and difficulty in maintaining the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6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ED08-533F-CEAB-0707-7ED8D8B3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4FBA5-665F-78CB-19FA-92B1ECF6C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Shopping Cart Module</a:t>
            </a:r>
          </a:p>
          <a:p>
            <a:endParaRPr lang="en-US" b="1" dirty="0">
              <a:solidFill>
                <a:srgbClr val="0D0D0D"/>
              </a:solidFill>
              <a:latin typeface="Söhne"/>
            </a:endParaRPr>
          </a:p>
          <a:p>
            <a:r>
              <a:rPr lang="en-US" b="1" dirty="0">
                <a:solidFill>
                  <a:srgbClr val="0D0D0D"/>
                </a:solidFill>
                <a:latin typeface="Söhne"/>
              </a:rPr>
              <a:t>Order Management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34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D5D5-ED7D-EFC4-8202-88D674FB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Case Study 2: E-commerce Platform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DFF6-5AD0-967E-3CA2-833A88698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Loose Coupling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: In an e-commerce platform, loose coupling ensures that different components of the system can evolve independently without impacting each other significantly.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Service-Oriented Architecture (SOA)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: The system can be designed using a microservices architecture, where each functional area (e.g., user management, product catalog, payment processing) is implemented as a separate service. These services communicate with each other through well-defined APIs, promoting loose coupling.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68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F618-45B0-413F-C203-6069A494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CABE9-F0E3-72E2-DB36-F1BD93749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Message Queues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: Asynchronous communication between services using message queues reduces direct dependencies. For instance, when a user places an order, the order service publishes an event to a message queue. Other services, like inventory management and shipping, can subscribe to these events and process them independently.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8342-EA3E-29E0-3C32-98D2A730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Cohesion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ACD66-9438-AB8D-E530-30F8EDD82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Single Responsibility Principle (SRP)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: Each microservice or module should have a single responsibility. For instance, the user management service is responsible for user authentication, profile management, and access control, ensuring high cohesion within the service.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Domain-Driven Design (DDD)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: Organizing code around domain concepts promotes high cohesion. </a:t>
            </a:r>
            <a:r>
              <a:rPr lang="en-US" b="0" i="0">
                <a:solidFill>
                  <a:srgbClr val="0D0D0D"/>
                </a:solidFill>
                <a:effectLst/>
                <a:latin typeface="Söhne"/>
              </a:rPr>
              <a:t>For example, the product catalog service contains all the logic related to managing products, including CRUD operations, product search, and inventory management.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5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Söhne</vt:lpstr>
      <vt:lpstr>Office Theme</vt:lpstr>
      <vt:lpstr>Case Studies on cohesion and Coupling</vt:lpstr>
      <vt:lpstr>Case Study 1: Online Shopping System</vt:lpstr>
      <vt:lpstr>Contd..</vt:lpstr>
      <vt:lpstr>Case Study 2: E-commerce Platform</vt:lpstr>
      <vt:lpstr>Contd..</vt:lpstr>
      <vt:lpstr>High Cohesion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Studies on cohesion and Coupling</dc:title>
  <dc:creator>aina mehta</dc:creator>
  <cp:lastModifiedBy>aina mehta</cp:lastModifiedBy>
  <cp:revision>1</cp:revision>
  <dcterms:created xsi:type="dcterms:W3CDTF">2024-02-14T04:22:11Z</dcterms:created>
  <dcterms:modified xsi:type="dcterms:W3CDTF">2024-02-14T04:22:11Z</dcterms:modified>
</cp:coreProperties>
</file>