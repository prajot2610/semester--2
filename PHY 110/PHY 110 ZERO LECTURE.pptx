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7.jpg" ContentType="image/jpg"/>
  <Override PartName="/ppt/media/image18.jpg" ContentType="image/jpg"/>
  <Override PartName="/ppt/media/image19.jpg" ContentType="image/jpg"/>
  <Override PartName="/ppt/media/image20.jpg" ContentType="image/jpg"/>
  <Override PartName="/ppt/media/image22.jpg" ContentType="image/jpg"/>
  <Override PartName="/ppt/media/image23.jpg" ContentType="image/jpg"/>
  <Override PartName="/ppt/media/image24.jpg" ContentType="image/jpg"/>
  <Override PartName="/ppt/media/image25.jpg" ContentType="image/jpg"/>
  <Override PartName="/ppt/media/image26.jpg" ContentType="image/jpg"/>
  <Override PartName="/ppt/media/image27.jpg" ContentType="image/jpg"/>
  <Override PartName="/ppt/media/image28.jpg" ContentType="image/jpg"/>
  <Override PartName="/ppt/media/image29.jpg" ContentType="image/jpg"/>
  <Override PartName="/ppt/media/image30.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3344" r:id="rId2"/>
    <p:sldId id="257" r:id="rId3"/>
    <p:sldId id="3347" r:id="rId4"/>
    <p:sldId id="259" r:id="rId5"/>
    <p:sldId id="260" r:id="rId6"/>
    <p:sldId id="261" r:id="rId7"/>
    <p:sldId id="262" r:id="rId8"/>
    <p:sldId id="263" r:id="rId9"/>
    <p:sldId id="264" r:id="rId10"/>
    <p:sldId id="265" r:id="rId11"/>
    <p:sldId id="266" r:id="rId12"/>
    <p:sldId id="300" r:id="rId13"/>
    <p:sldId id="287" r:id="rId14"/>
    <p:sldId id="3348" r:id="rId15"/>
    <p:sldId id="270" r:id="rId16"/>
    <p:sldId id="271" r:id="rId17"/>
    <p:sldId id="272" r:id="rId18"/>
    <p:sldId id="3336" r:id="rId19"/>
    <p:sldId id="480" r:id="rId20"/>
    <p:sldId id="364" r:id="rId21"/>
    <p:sldId id="258" r:id="rId22"/>
    <p:sldId id="365" r:id="rId23"/>
    <p:sldId id="366" r:id="rId24"/>
    <p:sldId id="367" r:id="rId25"/>
    <p:sldId id="368" r:id="rId26"/>
    <p:sldId id="3337" r:id="rId27"/>
    <p:sldId id="3343" r:id="rId28"/>
  </p:sldIdLst>
  <p:sldSz cx="12192000" cy="6858000"/>
  <p:notesSz cx="6858000" cy="9144000"/>
  <p:custDataLst>
    <p:tags r:id="rId30"/>
  </p:custData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82" autoAdjust="0"/>
    <p:restoredTop sz="95256" autoAdjust="0"/>
  </p:normalViewPr>
  <p:slideViewPr>
    <p:cSldViewPr snapToGrid="0">
      <p:cViewPr varScale="1">
        <p:scale>
          <a:sx n="71" d="100"/>
          <a:sy n="71" d="100"/>
        </p:scale>
        <p:origin x="192" y="6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ags" Target="tags/tag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60264EB-E8BA-53D5-587D-2DC4AE797C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63AFAC2A-FBAE-A43D-C10C-04A46696194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defRPr>
            </a:lvl1pPr>
          </a:lstStyle>
          <a:p>
            <a:pPr>
              <a:defRPr/>
            </a:pPr>
            <a:fld id="{899D83DF-AB1C-AC46-A1FF-5BB74EF1124E}" type="datetimeFigureOut">
              <a:rPr lang="en-US"/>
              <a:pPr>
                <a:defRPr/>
              </a:pPr>
              <a:t>1/19/24</a:t>
            </a:fld>
            <a:endParaRPr lang="en-US"/>
          </a:p>
        </p:txBody>
      </p:sp>
      <p:sp>
        <p:nvSpPr>
          <p:cNvPr id="4" name="Slide Image Placeholder 3">
            <a:extLst>
              <a:ext uri="{FF2B5EF4-FFF2-40B4-BE49-F238E27FC236}">
                <a16:creationId xmlns:a16="http://schemas.microsoft.com/office/drawing/2014/main" id="{F880DAA6-EDFC-9FD7-5801-4625E8DB7D2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F086AD0D-1753-2CFA-88FA-E957FB373FAB}"/>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3809CD2-902F-729C-0BFF-B1367A96F8E3}"/>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43447292-D564-8991-AD54-98B90A091027}"/>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defRPr>
            </a:lvl1pPr>
          </a:lstStyle>
          <a:p>
            <a:pPr>
              <a:defRPr/>
            </a:pPr>
            <a:fld id="{C2BFC1E4-F820-B54C-BE51-129E671A15D6}"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896D1132-0CF9-D402-5224-5B1D2494E2E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numCol="1" anchorCtr="0" compatLnSpc="1">
            <a:prstTxWarp prst="textNoShape">
              <a:avLst/>
            </a:prstTxWarp>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5pPr>
            <a:lvl6pPr marL="25146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6pPr>
            <a:lvl7pPr marL="29718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7pPr>
            <a:lvl8pPr marL="34290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8pPr>
            <a:lvl9pPr marL="3886200" indent="-228600" fontAlgn="base">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9pPr>
          </a:lstStyle>
          <a:p>
            <a:pPr fontAlgn="base">
              <a:spcBef>
                <a:spcPct val="0"/>
              </a:spcBef>
              <a:spcAft>
                <a:spcPct val="0"/>
              </a:spcAft>
              <a:buSzPct val="100000"/>
            </a:pPr>
            <a:fld id="{3EA088E1-21A0-454E-90E3-C8B992ACFEE2}" type="slidenum">
              <a:rPr lang="en-IN" altLang="en-US">
                <a:solidFill>
                  <a:srgbClr val="000000"/>
                </a:solidFill>
              </a:rPr>
              <a:pPr fontAlgn="base">
                <a:spcBef>
                  <a:spcPct val="0"/>
                </a:spcBef>
                <a:spcAft>
                  <a:spcPct val="0"/>
                </a:spcAft>
                <a:buSzPct val="100000"/>
              </a:pPr>
              <a:t>1</a:t>
            </a:fld>
            <a:endParaRPr lang="en-IN" altLang="en-US">
              <a:solidFill>
                <a:srgbClr val="000000"/>
              </a:solidFill>
            </a:endParaRPr>
          </a:p>
        </p:txBody>
      </p:sp>
      <p:sp>
        <p:nvSpPr>
          <p:cNvPr id="4099" name="Rectangle 1">
            <a:extLst>
              <a:ext uri="{FF2B5EF4-FFF2-40B4-BE49-F238E27FC236}">
                <a16:creationId xmlns:a16="http://schemas.microsoft.com/office/drawing/2014/main" id="{0C823D10-5689-16FB-C529-8CAF186F659D}"/>
              </a:ext>
            </a:extLst>
          </p:cNvPr>
          <p:cNvSpPr>
            <a:spLocks noGrp="1" noRot="1" noChangeAspect="1" noChangeArrowheads="1" noTextEdit="1"/>
          </p:cNvSpPr>
          <p:nvPr>
            <p:ph type="sldImg"/>
          </p:nvPr>
        </p:nvSpPr>
        <p:spPr bwMode="auto">
          <a:xfrm>
            <a:off x="381000" y="685800"/>
            <a:ext cx="6096000" cy="3429000"/>
          </a:xfr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4100" name="Rectangle 2">
            <a:extLst>
              <a:ext uri="{FF2B5EF4-FFF2-40B4-BE49-F238E27FC236}">
                <a16:creationId xmlns:a16="http://schemas.microsoft.com/office/drawing/2014/main" id="{DD99593F-E060-368D-186C-8F9612855CCC}"/>
              </a:ext>
            </a:extLst>
          </p:cNvPr>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numCol="1" anchor="ctr" anchorCtr="0" compatLnSpc="1">
            <a:prstTxWarp prst="textNoShape">
              <a:avLst/>
            </a:prstTxWarp>
          </a:bodyPr>
          <a:lstStyle/>
          <a:p>
            <a:pPr>
              <a:spcBef>
                <a:spcPct val="0"/>
              </a:spcBef>
            </a:pP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BFE36B-5349-4489-17C0-0D6AAF9959E6}"/>
              </a:ext>
            </a:extLst>
          </p:cNvPr>
          <p:cNvSpPr>
            <a:spLocks noGrp="1"/>
          </p:cNvSpPr>
          <p:nvPr>
            <p:ph type="dt" sz="half" idx="10"/>
          </p:nvPr>
        </p:nvSpPr>
        <p:spPr/>
        <p:txBody>
          <a:bodyPr/>
          <a:lstStyle>
            <a:lvl1pPr>
              <a:defRPr/>
            </a:lvl1pPr>
          </a:lstStyle>
          <a:p>
            <a:pPr>
              <a:defRPr/>
            </a:pPr>
            <a:fld id="{175D0506-DE1D-D54D-AC54-2B6E30CE682A}" type="datetime1">
              <a:rPr lang="en-US"/>
              <a:pPr>
                <a:defRPr/>
              </a:pPr>
              <a:t>1/19/24</a:t>
            </a:fld>
            <a:endParaRPr lang="en-US"/>
          </a:p>
        </p:txBody>
      </p:sp>
      <p:sp>
        <p:nvSpPr>
          <p:cNvPr id="5" name="Footer Placeholder 4">
            <a:extLst>
              <a:ext uri="{FF2B5EF4-FFF2-40B4-BE49-F238E27FC236}">
                <a16:creationId xmlns:a16="http://schemas.microsoft.com/office/drawing/2014/main" id="{FB31A894-BE19-B884-7827-15889A7F0A9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7861E64-7A89-4847-45E0-832674860606}"/>
              </a:ext>
            </a:extLst>
          </p:cNvPr>
          <p:cNvSpPr>
            <a:spLocks noGrp="1"/>
          </p:cNvSpPr>
          <p:nvPr>
            <p:ph type="sldNum" sz="quarter" idx="12"/>
          </p:nvPr>
        </p:nvSpPr>
        <p:spPr/>
        <p:txBody>
          <a:bodyPr/>
          <a:lstStyle>
            <a:lvl1pPr>
              <a:defRPr/>
            </a:lvl1pPr>
          </a:lstStyle>
          <a:p>
            <a:pPr>
              <a:defRPr/>
            </a:pPr>
            <a:fld id="{8B25AEFD-6E49-724F-86B0-18211BB79569}" type="slidenum">
              <a:rPr lang="en-US"/>
              <a:pPr>
                <a:defRPr/>
              </a:pPr>
              <a:t>‹#›</a:t>
            </a:fld>
            <a:endParaRPr lang="en-US"/>
          </a:p>
        </p:txBody>
      </p:sp>
    </p:spTree>
    <p:extLst>
      <p:ext uri="{BB962C8B-B14F-4D97-AF65-F5344CB8AC3E}">
        <p14:creationId xmlns:p14="http://schemas.microsoft.com/office/powerpoint/2010/main" val="2135680186"/>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0D82E6-4C65-3025-0B86-213CAE0329FA}"/>
              </a:ext>
            </a:extLst>
          </p:cNvPr>
          <p:cNvSpPr>
            <a:spLocks noGrp="1"/>
          </p:cNvSpPr>
          <p:nvPr>
            <p:ph type="dt" sz="half" idx="10"/>
          </p:nvPr>
        </p:nvSpPr>
        <p:spPr/>
        <p:txBody>
          <a:bodyPr/>
          <a:lstStyle>
            <a:lvl1pPr>
              <a:defRPr/>
            </a:lvl1pPr>
          </a:lstStyle>
          <a:p>
            <a:pPr>
              <a:defRPr/>
            </a:pPr>
            <a:fld id="{32214733-9C9E-2044-9752-9EDC68180CCA}" type="datetime1">
              <a:rPr lang="en-US"/>
              <a:pPr>
                <a:defRPr/>
              </a:pPr>
              <a:t>1/19/24</a:t>
            </a:fld>
            <a:endParaRPr lang="en-US"/>
          </a:p>
        </p:txBody>
      </p:sp>
      <p:sp>
        <p:nvSpPr>
          <p:cNvPr id="5" name="Footer Placeholder 4">
            <a:extLst>
              <a:ext uri="{FF2B5EF4-FFF2-40B4-BE49-F238E27FC236}">
                <a16:creationId xmlns:a16="http://schemas.microsoft.com/office/drawing/2014/main" id="{E5198C42-CCAA-5DFF-A836-D195395D02D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8A87DA7-C271-CB6A-F008-9C2C576EDB21}"/>
              </a:ext>
            </a:extLst>
          </p:cNvPr>
          <p:cNvSpPr>
            <a:spLocks noGrp="1"/>
          </p:cNvSpPr>
          <p:nvPr>
            <p:ph type="sldNum" sz="quarter" idx="12"/>
          </p:nvPr>
        </p:nvSpPr>
        <p:spPr/>
        <p:txBody>
          <a:bodyPr/>
          <a:lstStyle>
            <a:lvl1pPr>
              <a:defRPr/>
            </a:lvl1pPr>
          </a:lstStyle>
          <a:p>
            <a:pPr>
              <a:defRPr/>
            </a:pPr>
            <a:fld id="{B4EAC5FD-9DB8-834F-9816-6431F96C2652}" type="slidenum">
              <a:rPr lang="en-US"/>
              <a:pPr>
                <a:defRPr/>
              </a:pPr>
              <a:t>‹#›</a:t>
            </a:fld>
            <a:endParaRPr lang="en-US"/>
          </a:p>
        </p:txBody>
      </p:sp>
    </p:spTree>
    <p:extLst>
      <p:ext uri="{BB962C8B-B14F-4D97-AF65-F5344CB8AC3E}">
        <p14:creationId xmlns:p14="http://schemas.microsoft.com/office/powerpoint/2010/main" val="3310518270"/>
      </p:ext>
    </p:extLst>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361691-2576-8B31-AACA-0C0559DFDDA8}"/>
              </a:ext>
            </a:extLst>
          </p:cNvPr>
          <p:cNvSpPr>
            <a:spLocks noGrp="1"/>
          </p:cNvSpPr>
          <p:nvPr>
            <p:ph type="dt" sz="half" idx="10"/>
          </p:nvPr>
        </p:nvSpPr>
        <p:spPr/>
        <p:txBody>
          <a:bodyPr/>
          <a:lstStyle>
            <a:lvl1pPr>
              <a:defRPr/>
            </a:lvl1pPr>
          </a:lstStyle>
          <a:p>
            <a:pPr>
              <a:defRPr/>
            </a:pPr>
            <a:fld id="{417C4CFE-417B-A94B-B5DD-9BEFF515FE3E}" type="datetime1">
              <a:rPr lang="en-US"/>
              <a:pPr>
                <a:defRPr/>
              </a:pPr>
              <a:t>1/19/24</a:t>
            </a:fld>
            <a:endParaRPr lang="en-US"/>
          </a:p>
        </p:txBody>
      </p:sp>
      <p:sp>
        <p:nvSpPr>
          <p:cNvPr id="5" name="Footer Placeholder 4">
            <a:extLst>
              <a:ext uri="{FF2B5EF4-FFF2-40B4-BE49-F238E27FC236}">
                <a16:creationId xmlns:a16="http://schemas.microsoft.com/office/drawing/2014/main" id="{426DD7A2-8D40-0E83-9EDB-B1CD3DE71F3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2822807-0FB1-57C8-29DE-BCECC990000F}"/>
              </a:ext>
            </a:extLst>
          </p:cNvPr>
          <p:cNvSpPr>
            <a:spLocks noGrp="1"/>
          </p:cNvSpPr>
          <p:nvPr>
            <p:ph type="sldNum" sz="quarter" idx="12"/>
          </p:nvPr>
        </p:nvSpPr>
        <p:spPr/>
        <p:txBody>
          <a:bodyPr/>
          <a:lstStyle>
            <a:lvl1pPr>
              <a:defRPr/>
            </a:lvl1pPr>
          </a:lstStyle>
          <a:p>
            <a:pPr>
              <a:defRPr/>
            </a:pPr>
            <a:fld id="{E7728A2E-9074-1646-A184-6F06B4FEF276}" type="slidenum">
              <a:rPr lang="en-US"/>
              <a:pPr>
                <a:defRPr/>
              </a:pPr>
              <a:t>‹#›</a:t>
            </a:fld>
            <a:endParaRPr lang="en-US"/>
          </a:p>
        </p:txBody>
      </p:sp>
    </p:spTree>
    <p:extLst>
      <p:ext uri="{BB962C8B-B14F-4D97-AF65-F5344CB8AC3E}">
        <p14:creationId xmlns:p14="http://schemas.microsoft.com/office/powerpoint/2010/main" val="3483493829"/>
      </p:ext>
    </p:extLst>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2DD03DC3-9449-D634-2B99-291B78F0532F}"/>
              </a:ext>
            </a:extLst>
          </p:cNvPr>
          <p:cNvSpPr>
            <a:spLocks noGrp="1"/>
          </p:cNvSpPr>
          <p:nvPr>
            <p:ph type="dt" sz="half" idx="10"/>
          </p:nvPr>
        </p:nvSpPr>
        <p:spPr/>
        <p:txBody>
          <a:bodyPr/>
          <a:lstStyle>
            <a:lvl1pPr>
              <a:defRPr/>
            </a:lvl1pPr>
          </a:lstStyle>
          <a:p>
            <a:pPr>
              <a:defRPr/>
            </a:pPr>
            <a:fld id="{4D139C82-FAD1-F342-9724-E816730E7C1D}" type="datetime1">
              <a:rPr lang="en-US"/>
              <a:pPr>
                <a:defRPr/>
              </a:pPr>
              <a:t>1/19/24</a:t>
            </a:fld>
            <a:endParaRPr lang="en-US"/>
          </a:p>
        </p:txBody>
      </p:sp>
      <p:sp>
        <p:nvSpPr>
          <p:cNvPr id="6" name="Footer Placeholder 4">
            <a:extLst>
              <a:ext uri="{FF2B5EF4-FFF2-40B4-BE49-F238E27FC236}">
                <a16:creationId xmlns:a16="http://schemas.microsoft.com/office/drawing/2014/main" id="{2ED692F9-7DFC-ACE6-22C1-7C3B0BCEDCD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A347E39-87DC-6CE7-0398-95DC4AA0B4F5}"/>
              </a:ext>
            </a:extLst>
          </p:cNvPr>
          <p:cNvSpPr>
            <a:spLocks noGrp="1"/>
          </p:cNvSpPr>
          <p:nvPr>
            <p:ph type="sldNum" sz="quarter" idx="12"/>
          </p:nvPr>
        </p:nvSpPr>
        <p:spPr/>
        <p:txBody>
          <a:bodyPr/>
          <a:lstStyle>
            <a:lvl1pPr>
              <a:defRPr/>
            </a:lvl1pPr>
          </a:lstStyle>
          <a:p>
            <a:pPr>
              <a:defRPr/>
            </a:pPr>
            <a:fld id="{C5777F43-D710-7145-A29E-1924CC327307}" type="slidenum">
              <a:rPr lang="en-US"/>
              <a:pPr>
                <a:defRPr/>
              </a:pPr>
              <a:t>‹#›</a:t>
            </a:fld>
            <a:endParaRPr lang="en-US"/>
          </a:p>
        </p:txBody>
      </p:sp>
    </p:spTree>
    <p:extLst>
      <p:ext uri="{BB962C8B-B14F-4D97-AF65-F5344CB8AC3E}">
        <p14:creationId xmlns:p14="http://schemas.microsoft.com/office/powerpoint/2010/main" val="1910765138"/>
      </p:ext>
    </p:extLst>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AF08063E-2D9A-3852-DD9B-1F998D1297D5}"/>
              </a:ext>
            </a:extLst>
          </p:cNvPr>
          <p:cNvSpPr>
            <a:spLocks noGrp="1"/>
          </p:cNvSpPr>
          <p:nvPr>
            <p:ph type="dt" sz="half" idx="10"/>
          </p:nvPr>
        </p:nvSpPr>
        <p:spPr/>
        <p:txBody>
          <a:bodyPr/>
          <a:lstStyle>
            <a:lvl1pPr>
              <a:defRPr/>
            </a:lvl1pPr>
          </a:lstStyle>
          <a:p>
            <a:pPr>
              <a:defRPr/>
            </a:pPr>
            <a:fld id="{8887E00E-647E-FD4F-B140-444B37A9AF2D}" type="datetime1">
              <a:rPr lang="en-US"/>
              <a:pPr>
                <a:defRPr/>
              </a:pPr>
              <a:t>1/19/24</a:t>
            </a:fld>
            <a:endParaRPr lang="en-US"/>
          </a:p>
        </p:txBody>
      </p:sp>
      <p:sp>
        <p:nvSpPr>
          <p:cNvPr id="8" name="Footer Placeholder 4">
            <a:extLst>
              <a:ext uri="{FF2B5EF4-FFF2-40B4-BE49-F238E27FC236}">
                <a16:creationId xmlns:a16="http://schemas.microsoft.com/office/drawing/2014/main" id="{C1C16BDE-4467-A41E-F934-ECBE7281D31F}"/>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254CA42-C283-8889-2B13-F961B96E2907}"/>
              </a:ext>
            </a:extLst>
          </p:cNvPr>
          <p:cNvSpPr>
            <a:spLocks noGrp="1"/>
          </p:cNvSpPr>
          <p:nvPr>
            <p:ph type="sldNum" sz="quarter" idx="12"/>
          </p:nvPr>
        </p:nvSpPr>
        <p:spPr/>
        <p:txBody>
          <a:bodyPr/>
          <a:lstStyle>
            <a:lvl1pPr>
              <a:defRPr/>
            </a:lvl1pPr>
          </a:lstStyle>
          <a:p>
            <a:pPr>
              <a:defRPr/>
            </a:pPr>
            <a:fld id="{05A22B55-B9DB-8542-B0FE-F1380DD81353}" type="slidenum">
              <a:rPr lang="en-US"/>
              <a:pPr>
                <a:defRPr/>
              </a:pPr>
              <a:t>‹#›</a:t>
            </a:fld>
            <a:endParaRPr lang="en-US"/>
          </a:p>
        </p:txBody>
      </p:sp>
    </p:spTree>
    <p:extLst>
      <p:ext uri="{BB962C8B-B14F-4D97-AF65-F5344CB8AC3E}">
        <p14:creationId xmlns:p14="http://schemas.microsoft.com/office/powerpoint/2010/main" val="1956532302"/>
      </p:ext>
    </p:extLst>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A95A8912-E78F-2B68-C821-C31EC722A41F}"/>
              </a:ext>
            </a:extLst>
          </p:cNvPr>
          <p:cNvSpPr>
            <a:spLocks noGrp="1"/>
          </p:cNvSpPr>
          <p:nvPr>
            <p:ph type="dt" sz="half" idx="10"/>
          </p:nvPr>
        </p:nvSpPr>
        <p:spPr/>
        <p:txBody>
          <a:bodyPr/>
          <a:lstStyle>
            <a:lvl1pPr>
              <a:defRPr/>
            </a:lvl1pPr>
          </a:lstStyle>
          <a:p>
            <a:pPr>
              <a:defRPr/>
            </a:pPr>
            <a:fld id="{F91DA8FD-CB86-AD47-8885-198057CD585C}" type="datetime1">
              <a:rPr lang="en-US"/>
              <a:pPr>
                <a:defRPr/>
              </a:pPr>
              <a:t>1/19/24</a:t>
            </a:fld>
            <a:endParaRPr lang="en-US"/>
          </a:p>
        </p:txBody>
      </p:sp>
      <p:sp>
        <p:nvSpPr>
          <p:cNvPr id="4" name="Footer Placeholder 4">
            <a:extLst>
              <a:ext uri="{FF2B5EF4-FFF2-40B4-BE49-F238E27FC236}">
                <a16:creationId xmlns:a16="http://schemas.microsoft.com/office/drawing/2014/main" id="{63AE4759-2154-717C-20CC-9232BF33CF95}"/>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010B7CAC-FC48-AF23-7D50-8C896E761785}"/>
              </a:ext>
            </a:extLst>
          </p:cNvPr>
          <p:cNvSpPr>
            <a:spLocks noGrp="1"/>
          </p:cNvSpPr>
          <p:nvPr>
            <p:ph type="sldNum" sz="quarter" idx="12"/>
          </p:nvPr>
        </p:nvSpPr>
        <p:spPr/>
        <p:txBody>
          <a:bodyPr/>
          <a:lstStyle>
            <a:lvl1pPr>
              <a:defRPr/>
            </a:lvl1pPr>
          </a:lstStyle>
          <a:p>
            <a:pPr>
              <a:defRPr/>
            </a:pPr>
            <a:fld id="{ADA33303-1784-8246-AFB4-4CF4F0DD897F}" type="slidenum">
              <a:rPr lang="en-US"/>
              <a:pPr>
                <a:defRPr/>
              </a:pPr>
              <a:t>‹#›</a:t>
            </a:fld>
            <a:endParaRPr lang="en-US"/>
          </a:p>
        </p:txBody>
      </p:sp>
    </p:spTree>
    <p:extLst>
      <p:ext uri="{BB962C8B-B14F-4D97-AF65-F5344CB8AC3E}">
        <p14:creationId xmlns:p14="http://schemas.microsoft.com/office/powerpoint/2010/main" val="4055261629"/>
      </p:ext>
    </p:extLst>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4124A857-B2D5-1E00-49AA-FBA690988C35}"/>
              </a:ext>
            </a:extLst>
          </p:cNvPr>
          <p:cNvSpPr>
            <a:spLocks noGrp="1"/>
          </p:cNvSpPr>
          <p:nvPr>
            <p:ph type="dt" sz="half" idx="10"/>
          </p:nvPr>
        </p:nvSpPr>
        <p:spPr/>
        <p:txBody>
          <a:bodyPr/>
          <a:lstStyle>
            <a:lvl1pPr>
              <a:defRPr/>
            </a:lvl1pPr>
          </a:lstStyle>
          <a:p>
            <a:pPr>
              <a:defRPr/>
            </a:pPr>
            <a:fld id="{334B6BEF-50CB-F649-9092-FF265C396916}" type="datetime1">
              <a:rPr lang="en-US"/>
              <a:pPr>
                <a:defRPr/>
              </a:pPr>
              <a:t>1/19/24</a:t>
            </a:fld>
            <a:endParaRPr lang="en-US"/>
          </a:p>
        </p:txBody>
      </p:sp>
      <p:sp>
        <p:nvSpPr>
          <p:cNvPr id="3" name="Footer Placeholder 4">
            <a:extLst>
              <a:ext uri="{FF2B5EF4-FFF2-40B4-BE49-F238E27FC236}">
                <a16:creationId xmlns:a16="http://schemas.microsoft.com/office/drawing/2014/main" id="{80BFDD66-E8C1-0A40-BD79-24A6715FF60C}"/>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2A09F6C1-C967-42E0-724C-AECFD40B38AD}"/>
              </a:ext>
            </a:extLst>
          </p:cNvPr>
          <p:cNvSpPr>
            <a:spLocks noGrp="1"/>
          </p:cNvSpPr>
          <p:nvPr>
            <p:ph type="sldNum" sz="quarter" idx="12"/>
          </p:nvPr>
        </p:nvSpPr>
        <p:spPr/>
        <p:txBody>
          <a:bodyPr/>
          <a:lstStyle>
            <a:lvl1pPr>
              <a:defRPr/>
            </a:lvl1pPr>
          </a:lstStyle>
          <a:p>
            <a:pPr>
              <a:defRPr/>
            </a:pPr>
            <a:fld id="{68AFF6FE-E762-D94D-A85C-26DC939AEEB4}" type="slidenum">
              <a:rPr lang="en-US"/>
              <a:pPr>
                <a:defRPr/>
              </a:pPr>
              <a:t>‹#›</a:t>
            </a:fld>
            <a:endParaRPr lang="en-US"/>
          </a:p>
        </p:txBody>
      </p:sp>
    </p:spTree>
    <p:extLst>
      <p:ext uri="{BB962C8B-B14F-4D97-AF65-F5344CB8AC3E}">
        <p14:creationId xmlns:p14="http://schemas.microsoft.com/office/powerpoint/2010/main" val="3303221148"/>
      </p:ext>
    </p:extLst>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4FF90C2-5C67-71D6-1E22-9FF3F4565BDA}"/>
              </a:ext>
            </a:extLst>
          </p:cNvPr>
          <p:cNvSpPr>
            <a:spLocks noGrp="1"/>
          </p:cNvSpPr>
          <p:nvPr>
            <p:ph type="dt" sz="half" idx="10"/>
          </p:nvPr>
        </p:nvSpPr>
        <p:spPr/>
        <p:txBody>
          <a:bodyPr/>
          <a:lstStyle>
            <a:lvl1pPr>
              <a:defRPr/>
            </a:lvl1pPr>
          </a:lstStyle>
          <a:p>
            <a:pPr>
              <a:defRPr/>
            </a:pPr>
            <a:fld id="{498968BA-AB4D-A248-B59D-C695AA2AB871}" type="datetime1">
              <a:rPr lang="en-US"/>
              <a:pPr>
                <a:defRPr/>
              </a:pPr>
              <a:t>1/19/24</a:t>
            </a:fld>
            <a:endParaRPr lang="en-US"/>
          </a:p>
        </p:txBody>
      </p:sp>
      <p:sp>
        <p:nvSpPr>
          <p:cNvPr id="6" name="Footer Placeholder 4">
            <a:extLst>
              <a:ext uri="{FF2B5EF4-FFF2-40B4-BE49-F238E27FC236}">
                <a16:creationId xmlns:a16="http://schemas.microsoft.com/office/drawing/2014/main" id="{B38A9F99-26B4-11A5-56AD-0708470D6BF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1238968-65F4-7086-D773-6902A89EFF19}"/>
              </a:ext>
            </a:extLst>
          </p:cNvPr>
          <p:cNvSpPr>
            <a:spLocks noGrp="1"/>
          </p:cNvSpPr>
          <p:nvPr>
            <p:ph type="sldNum" sz="quarter" idx="12"/>
          </p:nvPr>
        </p:nvSpPr>
        <p:spPr/>
        <p:txBody>
          <a:bodyPr/>
          <a:lstStyle>
            <a:lvl1pPr>
              <a:defRPr/>
            </a:lvl1pPr>
          </a:lstStyle>
          <a:p>
            <a:pPr>
              <a:defRPr/>
            </a:pPr>
            <a:fld id="{C872E9AB-821D-5E49-9A9A-29B5113034E0}" type="slidenum">
              <a:rPr lang="en-US"/>
              <a:pPr>
                <a:defRPr/>
              </a:pPr>
              <a:t>‹#›</a:t>
            </a:fld>
            <a:endParaRPr lang="en-US"/>
          </a:p>
        </p:txBody>
      </p:sp>
    </p:spTree>
    <p:extLst>
      <p:ext uri="{BB962C8B-B14F-4D97-AF65-F5344CB8AC3E}">
        <p14:creationId xmlns:p14="http://schemas.microsoft.com/office/powerpoint/2010/main" val="2663509636"/>
      </p:ext>
    </p:extLst>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57966075-724F-14F6-D556-CBB69E1EFAE4}"/>
              </a:ext>
            </a:extLst>
          </p:cNvPr>
          <p:cNvSpPr>
            <a:spLocks noGrp="1"/>
          </p:cNvSpPr>
          <p:nvPr>
            <p:ph type="dt" sz="half" idx="10"/>
          </p:nvPr>
        </p:nvSpPr>
        <p:spPr/>
        <p:txBody>
          <a:bodyPr/>
          <a:lstStyle>
            <a:lvl1pPr>
              <a:defRPr/>
            </a:lvl1pPr>
          </a:lstStyle>
          <a:p>
            <a:pPr>
              <a:defRPr/>
            </a:pPr>
            <a:fld id="{F6CC161E-FC32-CC48-9F8E-AF3B3AB5B091}" type="datetime1">
              <a:rPr lang="en-US"/>
              <a:pPr>
                <a:defRPr/>
              </a:pPr>
              <a:t>1/19/24</a:t>
            </a:fld>
            <a:endParaRPr lang="en-US"/>
          </a:p>
        </p:txBody>
      </p:sp>
      <p:sp>
        <p:nvSpPr>
          <p:cNvPr id="6" name="Footer Placeholder 4">
            <a:extLst>
              <a:ext uri="{FF2B5EF4-FFF2-40B4-BE49-F238E27FC236}">
                <a16:creationId xmlns:a16="http://schemas.microsoft.com/office/drawing/2014/main" id="{17563317-BFDA-A87C-A8CC-1AB2B7F48C0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E6DC77E-6AD7-42A3-D2A4-D10986C8D7F9}"/>
              </a:ext>
            </a:extLst>
          </p:cNvPr>
          <p:cNvSpPr>
            <a:spLocks noGrp="1"/>
          </p:cNvSpPr>
          <p:nvPr>
            <p:ph type="sldNum" sz="quarter" idx="12"/>
          </p:nvPr>
        </p:nvSpPr>
        <p:spPr/>
        <p:txBody>
          <a:bodyPr/>
          <a:lstStyle>
            <a:lvl1pPr>
              <a:defRPr/>
            </a:lvl1pPr>
          </a:lstStyle>
          <a:p>
            <a:pPr>
              <a:defRPr/>
            </a:pPr>
            <a:fld id="{DC6E267E-C727-E743-95EC-7066B88F16E4}" type="slidenum">
              <a:rPr lang="en-US"/>
              <a:pPr>
                <a:defRPr/>
              </a:pPr>
              <a:t>‹#›</a:t>
            </a:fld>
            <a:endParaRPr lang="en-US"/>
          </a:p>
        </p:txBody>
      </p:sp>
    </p:spTree>
    <p:extLst>
      <p:ext uri="{BB962C8B-B14F-4D97-AF65-F5344CB8AC3E}">
        <p14:creationId xmlns:p14="http://schemas.microsoft.com/office/powerpoint/2010/main" val="3167467005"/>
      </p:ext>
    </p:extLst>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04B243-B464-8306-1B9D-A3227D7C7BB6}"/>
              </a:ext>
            </a:extLst>
          </p:cNvPr>
          <p:cNvSpPr>
            <a:spLocks noGrp="1"/>
          </p:cNvSpPr>
          <p:nvPr>
            <p:ph type="dt" sz="half" idx="10"/>
          </p:nvPr>
        </p:nvSpPr>
        <p:spPr/>
        <p:txBody>
          <a:bodyPr/>
          <a:lstStyle>
            <a:lvl1pPr>
              <a:defRPr/>
            </a:lvl1pPr>
          </a:lstStyle>
          <a:p>
            <a:pPr>
              <a:defRPr/>
            </a:pPr>
            <a:fld id="{8A09B556-0BBC-BF48-8D2C-75445FCDF001}" type="datetime1">
              <a:rPr lang="en-US"/>
              <a:pPr>
                <a:defRPr/>
              </a:pPr>
              <a:t>1/19/24</a:t>
            </a:fld>
            <a:endParaRPr lang="en-US"/>
          </a:p>
        </p:txBody>
      </p:sp>
      <p:sp>
        <p:nvSpPr>
          <p:cNvPr id="5" name="Footer Placeholder 4">
            <a:extLst>
              <a:ext uri="{FF2B5EF4-FFF2-40B4-BE49-F238E27FC236}">
                <a16:creationId xmlns:a16="http://schemas.microsoft.com/office/drawing/2014/main" id="{69EAC4E3-9FBF-0A60-7C27-698394AA4BD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C0E63D1-DF40-55CD-2FDF-5C5F1D7BBA90}"/>
              </a:ext>
            </a:extLst>
          </p:cNvPr>
          <p:cNvSpPr>
            <a:spLocks noGrp="1"/>
          </p:cNvSpPr>
          <p:nvPr>
            <p:ph type="sldNum" sz="quarter" idx="12"/>
          </p:nvPr>
        </p:nvSpPr>
        <p:spPr/>
        <p:txBody>
          <a:bodyPr/>
          <a:lstStyle>
            <a:lvl1pPr>
              <a:defRPr/>
            </a:lvl1pPr>
          </a:lstStyle>
          <a:p>
            <a:pPr>
              <a:defRPr/>
            </a:pPr>
            <a:fld id="{2C6B0387-C7A8-B44E-894F-3A7FB3C62125}" type="slidenum">
              <a:rPr lang="en-US"/>
              <a:pPr>
                <a:defRPr/>
              </a:pPr>
              <a:t>‹#›</a:t>
            </a:fld>
            <a:endParaRPr lang="en-US"/>
          </a:p>
        </p:txBody>
      </p:sp>
    </p:spTree>
    <p:extLst>
      <p:ext uri="{BB962C8B-B14F-4D97-AF65-F5344CB8AC3E}">
        <p14:creationId xmlns:p14="http://schemas.microsoft.com/office/powerpoint/2010/main" val="3085982169"/>
      </p:ext>
    </p:extLst>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04B6E-7CF4-9D50-B0CE-F34C9830C441}"/>
              </a:ext>
            </a:extLst>
          </p:cNvPr>
          <p:cNvSpPr>
            <a:spLocks noGrp="1"/>
          </p:cNvSpPr>
          <p:nvPr>
            <p:ph type="dt" sz="half" idx="10"/>
          </p:nvPr>
        </p:nvSpPr>
        <p:spPr/>
        <p:txBody>
          <a:bodyPr/>
          <a:lstStyle>
            <a:lvl1pPr>
              <a:defRPr/>
            </a:lvl1pPr>
          </a:lstStyle>
          <a:p>
            <a:pPr>
              <a:defRPr/>
            </a:pPr>
            <a:fld id="{5BDF22A6-9E5B-3642-A0E9-F3B0401FE371}" type="datetime1">
              <a:rPr lang="en-US"/>
              <a:pPr>
                <a:defRPr/>
              </a:pPr>
              <a:t>1/19/24</a:t>
            </a:fld>
            <a:endParaRPr lang="en-US"/>
          </a:p>
        </p:txBody>
      </p:sp>
      <p:sp>
        <p:nvSpPr>
          <p:cNvPr id="5" name="Footer Placeholder 4">
            <a:extLst>
              <a:ext uri="{FF2B5EF4-FFF2-40B4-BE49-F238E27FC236}">
                <a16:creationId xmlns:a16="http://schemas.microsoft.com/office/drawing/2014/main" id="{CA564F64-0703-9F17-31DD-676EB3F7B88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75FE0A7-B04D-4C76-BFC1-0B0F82C86BE7}"/>
              </a:ext>
            </a:extLst>
          </p:cNvPr>
          <p:cNvSpPr>
            <a:spLocks noGrp="1"/>
          </p:cNvSpPr>
          <p:nvPr>
            <p:ph type="sldNum" sz="quarter" idx="12"/>
          </p:nvPr>
        </p:nvSpPr>
        <p:spPr/>
        <p:txBody>
          <a:bodyPr/>
          <a:lstStyle>
            <a:lvl1pPr>
              <a:defRPr/>
            </a:lvl1pPr>
          </a:lstStyle>
          <a:p>
            <a:pPr>
              <a:defRPr/>
            </a:pPr>
            <a:fld id="{39F8CBB6-E749-C341-817A-2F7785EBDC37}" type="slidenum">
              <a:rPr lang="en-US"/>
              <a:pPr>
                <a:defRPr/>
              </a:pPr>
              <a:t>‹#›</a:t>
            </a:fld>
            <a:endParaRPr lang="en-US"/>
          </a:p>
        </p:txBody>
      </p:sp>
    </p:spTree>
    <p:extLst>
      <p:ext uri="{BB962C8B-B14F-4D97-AF65-F5344CB8AC3E}">
        <p14:creationId xmlns:p14="http://schemas.microsoft.com/office/powerpoint/2010/main" val="2790735169"/>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B5102A0-F25A-2201-E86B-B8ABC5B2DC34}"/>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CBA6AEC2-891F-6570-FFF8-FA9C0B2E65C9}"/>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184EDADB-E2DC-775D-FD5E-E6E561D470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03ABAF0B-E916-C745-BDA2-0AB0BC836F05}" type="datetime1">
              <a:rPr lang="en-US"/>
              <a:pPr>
                <a:defRPr/>
              </a:pPr>
              <a:t>1/19/24</a:t>
            </a:fld>
            <a:endParaRPr lang="en-US"/>
          </a:p>
        </p:txBody>
      </p:sp>
      <p:sp>
        <p:nvSpPr>
          <p:cNvPr id="5" name="Footer Placeholder 4">
            <a:extLst>
              <a:ext uri="{FF2B5EF4-FFF2-40B4-BE49-F238E27FC236}">
                <a16:creationId xmlns:a16="http://schemas.microsoft.com/office/drawing/2014/main" id="{89AA6670-2637-5FEE-264B-04AB430F92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8903EEBC-C6D5-BF2B-6A9F-08EC71FD96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defRPr>
            </a:lvl1pPr>
          </a:lstStyle>
          <a:p>
            <a:pPr>
              <a:defRPr/>
            </a:pPr>
            <a:fld id="{036FE0E2-E26E-2B4A-B338-2631CE6BE884}"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20.jpg"/><Relationship Id="rId5" Type="http://schemas.openxmlformats.org/officeDocument/2006/relationships/image" Target="../media/image19.jpg"/><Relationship Id="rId4" Type="http://schemas.openxmlformats.org/officeDocument/2006/relationships/image" Target="../media/image18.jpg"/></Relationships>
</file>

<file path=ppt/slides/_rels/slide2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1.xml"/><Relationship Id="rId4" Type="http://schemas.openxmlformats.org/officeDocument/2006/relationships/image" Target="../media/image25.jpg"/></Relationships>
</file>

<file path=ppt/slides/_rels/slide23.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26.jp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Text Box 1">
            <a:extLst>
              <a:ext uri="{FF2B5EF4-FFF2-40B4-BE49-F238E27FC236}">
                <a16:creationId xmlns:a16="http://schemas.microsoft.com/office/drawing/2014/main" id="{B7E3B55D-5EA9-07D3-8F4F-01057B4C4539}"/>
              </a:ext>
            </a:extLst>
          </p:cNvPr>
          <p:cNvSpPr txBox="1">
            <a:spLocks noChangeArrowheads="1"/>
          </p:cNvSpPr>
          <p:nvPr/>
        </p:nvSpPr>
        <p:spPr bwMode="auto">
          <a:xfrm>
            <a:off x="1991412" y="1732505"/>
            <a:ext cx="7956550" cy="1222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lnSpc>
                <a:spcPct val="90000"/>
              </a:lnSpc>
              <a:spcBef>
                <a:spcPts val="10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Calibri" panose="020F0502020204030204" pitchFamily="34" charset="0"/>
              </a:defRPr>
            </a:lvl9pPr>
          </a:lstStyle>
          <a:p>
            <a:pPr algn="ctr" eaLnBrk="1" hangingPunct="1">
              <a:lnSpc>
                <a:spcPct val="100000"/>
              </a:lnSpc>
              <a:spcBef>
                <a:spcPct val="0"/>
              </a:spcBef>
              <a:buClr>
                <a:srgbClr val="000000"/>
              </a:buClr>
              <a:buFont typeface="Times New Roman" panose="02020603050405020304" pitchFamily="18" charset="0"/>
              <a:buNone/>
            </a:pPr>
            <a:r>
              <a:rPr lang="en-US" altLang="en-US" sz="5400" b="1" dirty="0">
                <a:solidFill>
                  <a:srgbClr val="000000"/>
                </a:solidFill>
                <a:ea typeface="Noto Sans CJK SC"/>
                <a:cs typeface="Noto Sans CJK SC"/>
              </a:rPr>
              <a:t>PHY110</a:t>
            </a:r>
          </a:p>
          <a:p>
            <a:pPr algn="ctr" eaLnBrk="1" hangingPunct="1">
              <a:lnSpc>
                <a:spcPct val="100000"/>
              </a:lnSpc>
              <a:spcBef>
                <a:spcPct val="0"/>
              </a:spcBef>
              <a:buClr>
                <a:srgbClr val="000000"/>
              </a:buClr>
              <a:buFont typeface="Times New Roman" panose="02020603050405020304" pitchFamily="18" charset="0"/>
              <a:buNone/>
            </a:pPr>
            <a:r>
              <a:rPr lang="en-US" altLang="en-US" sz="5400" b="1" dirty="0">
                <a:solidFill>
                  <a:srgbClr val="000000"/>
                </a:solidFill>
                <a:ea typeface="Noto Sans CJK SC"/>
                <a:cs typeface="Noto Sans CJK SC"/>
              </a:rPr>
              <a:t>ENGINEERING PHYSICS</a:t>
            </a:r>
            <a:endParaRPr lang="en-US" altLang="en-US" sz="5400" b="1" dirty="0">
              <a:solidFill>
                <a:srgbClr val="10253F"/>
              </a:solidFill>
              <a:latin typeface="Berlin Sans FB Demi" panose="020E0602020502020306" pitchFamily="34" charset="77"/>
              <a:ea typeface="Noto Sans CJK SC"/>
              <a:cs typeface="Noto Sans CJK SC"/>
            </a:endParaRPr>
          </a:p>
        </p:txBody>
      </p:sp>
      <p:pic>
        <p:nvPicPr>
          <p:cNvPr id="3074" name="Object 2">
            <a:extLst>
              <a:ext uri="{FF2B5EF4-FFF2-40B4-BE49-F238E27FC236}">
                <a16:creationId xmlns:a16="http://schemas.microsoft.com/office/drawing/2014/main" id="{DF843CFB-8E35-CF03-CD5A-DD98C4EE6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7512" y="96243"/>
            <a:ext cx="1676400" cy="6794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075" name="Line 3">
            <a:extLst>
              <a:ext uri="{FF2B5EF4-FFF2-40B4-BE49-F238E27FC236}">
                <a16:creationId xmlns:a16="http://schemas.microsoft.com/office/drawing/2014/main" id="{FD61759F-1389-3E1B-05A3-451A843E82C1}"/>
              </a:ext>
            </a:extLst>
          </p:cNvPr>
          <p:cNvSpPr>
            <a:spLocks noChangeShapeType="1"/>
          </p:cNvSpPr>
          <p:nvPr/>
        </p:nvSpPr>
        <p:spPr bwMode="auto">
          <a:xfrm>
            <a:off x="2394264" y="3212100"/>
            <a:ext cx="7058025" cy="1587"/>
          </a:xfrm>
          <a:prstGeom prst="line">
            <a:avLst/>
          </a:prstGeom>
          <a:noFill/>
          <a:ln w="38160">
            <a:solidFill>
              <a:srgbClr val="F79646"/>
            </a:solidFill>
            <a:miter lim="800000"/>
            <a:headEnd/>
            <a:tailEnd/>
          </a:ln>
          <a:effectLst>
            <a:outerShdw dist="23040" dir="5400000" algn="ctr" rotWithShape="0">
              <a:srgbClr val="000000">
                <a:alpha val="35036"/>
              </a:srgbClr>
            </a:outerShdw>
          </a:effectLst>
          <a:extLst>
            <a:ext uri="{909E8E84-426E-40DD-AFC4-6F175D3DCCD1}">
              <a14:hiddenFill xmlns:a14="http://schemas.microsoft.com/office/drawing/2010/main">
                <a:noFill/>
              </a14:hiddenFill>
            </a:ext>
          </a:extLst>
        </p:spPr>
        <p:txBody>
          <a:bodyPr/>
          <a:lstStyle/>
          <a:p>
            <a:endParaRPr lang="en-US"/>
          </a:p>
        </p:txBody>
      </p:sp>
      <p:pic>
        <p:nvPicPr>
          <p:cNvPr id="2" name="Picture 1" descr="A white square with red text and buildings&#10;&#10;Description automatically generated">
            <a:extLst>
              <a:ext uri="{FF2B5EF4-FFF2-40B4-BE49-F238E27FC236}">
                <a16:creationId xmlns:a16="http://schemas.microsoft.com/office/drawing/2014/main" id="{612DE916-9DDD-80AA-92AC-ABCAE93AF3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42715" y="4436005"/>
            <a:ext cx="2304164" cy="2304164"/>
          </a:xfrm>
          <a:prstGeom prst="rect">
            <a:avLst/>
          </a:prstGeom>
        </p:spPr>
      </p:pic>
    </p:spTree>
  </p:cSld>
  <p:clrMapOvr>
    <a:masterClrMapping/>
  </p:clrMapOvr>
  <p:transition spd="slow"/>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524000" y="0"/>
            <a:ext cx="9144000" cy="1315085"/>
            <a:chOff x="1524000" y="0"/>
            <a:chExt cx="9144000" cy="1315085"/>
          </a:xfrm>
        </p:grpSpPr>
        <p:sp>
          <p:nvSpPr>
            <p:cNvPr id="4" name="object 4"/>
            <p:cNvSpPr/>
            <p:nvPr/>
          </p:nvSpPr>
          <p:spPr>
            <a:xfrm>
              <a:off x="1524000" y="0"/>
              <a:ext cx="9144000" cy="1205865"/>
            </a:xfrm>
            <a:custGeom>
              <a:avLst/>
              <a:gdLst/>
              <a:ahLst/>
              <a:cxnLst/>
              <a:rect l="l" t="t" r="r" b="b"/>
              <a:pathLst>
                <a:path w="9144000" h="1205865">
                  <a:moveTo>
                    <a:pt x="9144000" y="0"/>
                  </a:moveTo>
                  <a:lnTo>
                    <a:pt x="0" y="0"/>
                  </a:lnTo>
                  <a:lnTo>
                    <a:pt x="0" y="1205864"/>
                  </a:lnTo>
                  <a:lnTo>
                    <a:pt x="9144000" y="1205864"/>
                  </a:lnTo>
                  <a:lnTo>
                    <a:pt x="9144000" y="0"/>
                  </a:lnTo>
                  <a:close/>
                </a:path>
              </a:pathLst>
            </a:custGeom>
            <a:solidFill>
              <a:srgbClr val="A9DDC5"/>
            </a:solidFill>
          </p:spPr>
          <p:txBody>
            <a:bodyPr wrap="square" lIns="0" tIns="0" rIns="0" bIns="0" rtlCol="0"/>
            <a:lstStyle/>
            <a:p>
              <a:endParaRPr/>
            </a:p>
          </p:txBody>
        </p:sp>
        <p:sp>
          <p:nvSpPr>
            <p:cNvPr id="5" name="object 5"/>
            <p:cNvSpPr/>
            <p:nvPr/>
          </p:nvSpPr>
          <p:spPr>
            <a:xfrm>
              <a:off x="1524000" y="1250950"/>
              <a:ext cx="9144000" cy="64135"/>
            </a:xfrm>
            <a:custGeom>
              <a:avLst/>
              <a:gdLst/>
              <a:ahLst/>
              <a:cxnLst/>
              <a:rect l="l" t="t" r="r" b="b"/>
              <a:pathLst>
                <a:path w="9144000" h="64134">
                  <a:moveTo>
                    <a:pt x="9144000" y="0"/>
                  </a:moveTo>
                  <a:lnTo>
                    <a:pt x="0" y="0"/>
                  </a:lnTo>
                  <a:lnTo>
                    <a:pt x="0" y="64135"/>
                  </a:lnTo>
                  <a:lnTo>
                    <a:pt x="9144000" y="64135"/>
                  </a:lnTo>
                  <a:lnTo>
                    <a:pt x="9144000" y="0"/>
                  </a:lnTo>
                  <a:close/>
                </a:path>
              </a:pathLst>
            </a:custGeom>
            <a:solidFill>
              <a:srgbClr val="171717"/>
            </a:solidFill>
          </p:spPr>
          <p:txBody>
            <a:bodyPr wrap="square" lIns="0" tIns="0" rIns="0" bIns="0" rtlCol="0"/>
            <a:lstStyle/>
            <a:p>
              <a:endParaRPr/>
            </a:p>
          </p:txBody>
        </p:sp>
      </p:grpSp>
      <p:sp>
        <p:nvSpPr>
          <p:cNvPr id="6" name="object 6"/>
          <p:cNvSpPr txBox="1">
            <a:spLocks noGrp="1"/>
          </p:cNvSpPr>
          <p:nvPr>
            <p:ph type="title"/>
          </p:nvPr>
        </p:nvSpPr>
        <p:spPr>
          <a:xfrm>
            <a:off x="5231129" y="252425"/>
            <a:ext cx="2872105" cy="695325"/>
          </a:xfrm>
          <a:prstGeom prst="rect">
            <a:avLst/>
          </a:prstGeom>
        </p:spPr>
        <p:txBody>
          <a:bodyPr vert="horz" wrap="square" lIns="0" tIns="12065" rIns="0" bIns="0" rtlCol="0">
            <a:spAutoFit/>
          </a:bodyPr>
          <a:lstStyle/>
          <a:p>
            <a:pPr marL="12700">
              <a:lnSpc>
                <a:spcPct val="100000"/>
              </a:lnSpc>
              <a:spcBef>
                <a:spcPts val="95"/>
              </a:spcBef>
            </a:pPr>
            <a:r>
              <a:rPr spc="-560" dirty="0">
                <a:solidFill>
                  <a:srgbClr val="001F5F"/>
                </a:solidFill>
              </a:rPr>
              <a:t>Z</a:t>
            </a:r>
            <a:r>
              <a:rPr spc="-490" dirty="0">
                <a:solidFill>
                  <a:srgbClr val="001F5F"/>
                </a:solidFill>
              </a:rPr>
              <a:t>e</a:t>
            </a:r>
            <a:r>
              <a:rPr spc="-310" dirty="0">
                <a:solidFill>
                  <a:srgbClr val="001F5F"/>
                </a:solidFill>
              </a:rPr>
              <a:t>r</a:t>
            </a:r>
            <a:r>
              <a:rPr spc="-505" dirty="0">
                <a:solidFill>
                  <a:srgbClr val="001F5F"/>
                </a:solidFill>
              </a:rPr>
              <a:t>o</a:t>
            </a:r>
            <a:r>
              <a:rPr spc="-45" dirty="0">
                <a:solidFill>
                  <a:srgbClr val="001F5F"/>
                </a:solidFill>
              </a:rPr>
              <a:t> </a:t>
            </a:r>
            <a:r>
              <a:rPr spc="-490" dirty="0">
                <a:solidFill>
                  <a:srgbClr val="001F5F"/>
                </a:solidFill>
              </a:rPr>
              <a:t>L</a:t>
            </a:r>
            <a:r>
              <a:rPr spc="-515" dirty="0">
                <a:solidFill>
                  <a:srgbClr val="001F5F"/>
                </a:solidFill>
              </a:rPr>
              <a:t>e</a:t>
            </a:r>
            <a:r>
              <a:rPr spc="-430" dirty="0">
                <a:solidFill>
                  <a:srgbClr val="001F5F"/>
                </a:solidFill>
              </a:rPr>
              <a:t>c</a:t>
            </a:r>
            <a:r>
              <a:rPr spc="-260" dirty="0">
                <a:solidFill>
                  <a:srgbClr val="001F5F"/>
                </a:solidFill>
              </a:rPr>
              <a:t>t</a:t>
            </a:r>
            <a:r>
              <a:rPr spc="-495" dirty="0">
                <a:solidFill>
                  <a:srgbClr val="001F5F"/>
                </a:solidFill>
              </a:rPr>
              <a:t>u</a:t>
            </a:r>
            <a:r>
              <a:rPr spc="-295" dirty="0">
                <a:solidFill>
                  <a:srgbClr val="001F5F"/>
                </a:solidFill>
              </a:rPr>
              <a:t>r</a:t>
            </a:r>
            <a:r>
              <a:rPr spc="-490" dirty="0">
                <a:solidFill>
                  <a:srgbClr val="001F5F"/>
                </a:solidFill>
              </a:rPr>
              <a:t>e</a:t>
            </a:r>
            <a:r>
              <a:rPr dirty="0">
                <a:solidFill>
                  <a:srgbClr val="000000"/>
                </a:solidFill>
              </a:rPr>
              <a:t> </a:t>
            </a:r>
            <a:r>
              <a:rPr spc="-5" dirty="0">
                <a:solidFill>
                  <a:srgbClr val="000000"/>
                </a:solidFill>
              </a:rPr>
              <a:t> </a:t>
            </a:r>
          </a:p>
        </p:txBody>
      </p:sp>
      <p:sp>
        <p:nvSpPr>
          <p:cNvPr id="7" name="object 7"/>
          <p:cNvSpPr txBox="1"/>
          <p:nvPr/>
        </p:nvSpPr>
        <p:spPr>
          <a:xfrm>
            <a:off x="-12700" y="917574"/>
            <a:ext cx="64769" cy="1780539"/>
          </a:xfrm>
          <a:prstGeom prst="rect">
            <a:avLst/>
          </a:prstGeom>
        </p:spPr>
        <p:txBody>
          <a:bodyPr vert="horz" wrap="square" lIns="0" tIns="13335" rIns="0" bIns="0" rtlCol="0">
            <a:spAutoFit/>
          </a:bodyPr>
          <a:lstStyle/>
          <a:p>
            <a:pPr marL="12700">
              <a:lnSpc>
                <a:spcPts val="1165"/>
              </a:lnSpc>
              <a:spcBef>
                <a:spcPts val="105"/>
              </a:spcBef>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40"/>
              </a:lnSpc>
            </a:pPr>
            <a:r>
              <a:rPr sz="1000" dirty="0">
                <a:latin typeface="Microsoft Sans Serif"/>
                <a:cs typeface="Microsoft Sans Serif"/>
              </a:rPr>
              <a:t> </a:t>
            </a:r>
            <a:endParaRPr sz="1000">
              <a:latin typeface="Microsoft Sans Serif"/>
              <a:cs typeface="Microsoft Sans Serif"/>
            </a:endParaRPr>
          </a:p>
          <a:p>
            <a:pPr marL="12700">
              <a:lnSpc>
                <a:spcPts val="114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25"/>
              </a:lnSpc>
            </a:pPr>
            <a:r>
              <a:rPr sz="1000" dirty="0">
                <a:latin typeface="Microsoft Sans Serif"/>
                <a:cs typeface="Microsoft Sans Serif"/>
              </a:rPr>
              <a:t> </a:t>
            </a:r>
            <a:endParaRPr sz="1000">
              <a:latin typeface="Microsoft Sans Serif"/>
              <a:cs typeface="Microsoft Sans Serif"/>
            </a:endParaRPr>
          </a:p>
          <a:p>
            <a:pPr marL="12700">
              <a:lnSpc>
                <a:spcPts val="1340"/>
              </a:lnSpc>
            </a:pPr>
            <a:r>
              <a:rPr sz="1150" dirty="0">
                <a:latin typeface="Microsoft Sans Serif"/>
                <a:cs typeface="Microsoft Sans Serif"/>
              </a:rPr>
              <a:t> </a:t>
            </a:r>
            <a:endParaRPr sz="1150">
              <a:latin typeface="Microsoft Sans Serif"/>
              <a:cs typeface="Microsoft Sans Serif"/>
            </a:endParaRPr>
          </a:p>
        </p:txBody>
      </p:sp>
      <p:sp>
        <p:nvSpPr>
          <p:cNvPr id="8" name="object 8"/>
          <p:cNvSpPr txBox="1"/>
          <p:nvPr/>
        </p:nvSpPr>
        <p:spPr>
          <a:xfrm>
            <a:off x="2167254" y="2716479"/>
            <a:ext cx="8447405" cy="1737655"/>
          </a:xfrm>
          <a:prstGeom prst="rect">
            <a:avLst/>
          </a:prstGeom>
        </p:spPr>
        <p:txBody>
          <a:bodyPr vert="horz" wrap="square" lIns="0" tIns="13970" rIns="0" bIns="0" rtlCol="0">
            <a:spAutoFit/>
          </a:bodyPr>
          <a:lstStyle/>
          <a:p>
            <a:pPr marL="12065" marR="5080" algn="ctr">
              <a:lnSpc>
                <a:spcPct val="99900"/>
              </a:lnSpc>
              <a:spcBef>
                <a:spcPts val="110"/>
              </a:spcBef>
            </a:pPr>
            <a:r>
              <a:rPr sz="2800" spc="-225" dirty="0">
                <a:latin typeface="Microsoft Sans Serif"/>
                <a:cs typeface="Microsoft Sans Serif"/>
              </a:rPr>
              <a:t>Zero</a:t>
            </a:r>
            <a:r>
              <a:rPr sz="2800" spc="-220" dirty="0">
                <a:latin typeface="Microsoft Sans Serif"/>
                <a:cs typeface="Microsoft Sans Serif"/>
              </a:rPr>
              <a:t> </a:t>
            </a:r>
            <a:r>
              <a:rPr sz="2800" spc="-185" dirty="0">
                <a:latin typeface="Microsoft Sans Serif"/>
                <a:cs typeface="Microsoft Sans Serif"/>
              </a:rPr>
              <a:t>lecture </a:t>
            </a:r>
            <a:r>
              <a:rPr sz="2800" spc="-145" dirty="0">
                <a:latin typeface="Microsoft Sans Serif"/>
                <a:cs typeface="Microsoft Sans Serif"/>
              </a:rPr>
              <a:t>is </a:t>
            </a:r>
            <a:r>
              <a:rPr sz="2800" spc="-204" dirty="0">
                <a:latin typeface="Microsoft Sans Serif"/>
                <a:cs typeface="Microsoft Sans Serif"/>
              </a:rPr>
              <a:t>the</a:t>
            </a:r>
            <a:r>
              <a:rPr sz="2800" spc="-200" dirty="0">
                <a:latin typeface="Microsoft Sans Serif"/>
                <a:cs typeface="Microsoft Sans Serif"/>
              </a:rPr>
              <a:t> </a:t>
            </a:r>
            <a:r>
              <a:rPr sz="2800" spc="-185" dirty="0">
                <a:latin typeface="Microsoft Sans Serif"/>
                <a:cs typeface="Microsoft Sans Serif"/>
              </a:rPr>
              <a:t>lecture </a:t>
            </a:r>
            <a:r>
              <a:rPr sz="2800" spc="-220" dirty="0">
                <a:latin typeface="Microsoft Sans Serif"/>
                <a:cs typeface="Microsoft Sans Serif"/>
              </a:rPr>
              <a:t>which</a:t>
            </a:r>
            <a:r>
              <a:rPr sz="2800" spc="-215" dirty="0">
                <a:latin typeface="Microsoft Sans Serif"/>
                <a:cs typeface="Microsoft Sans Serif"/>
              </a:rPr>
              <a:t> </a:t>
            </a:r>
            <a:r>
              <a:rPr sz="2800" spc="-204" dirty="0">
                <a:latin typeface="Microsoft Sans Serif"/>
                <a:cs typeface="Microsoft Sans Serif"/>
              </a:rPr>
              <a:t>acquaint</a:t>
            </a:r>
            <a:r>
              <a:rPr sz="2800" spc="-200" dirty="0">
                <a:latin typeface="Microsoft Sans Serif"/>
                <a:cs typeface="Microsoft Sans Serif"/>
              </a:rPr>
              <a:t> the</a:t>
            </a:r>
            <a:r>
              <a:rPr sz="2800" spc="340" dirty="0">
                <a:latin typeface="Microsoft Sans Serif"/>
                <a:cs typeface="Microsoft Sans Serif"/>
              </a:rPr>
              <a:t> </a:t>
            </a:r>
            <a:r>
              <a:rPr sz="2800" spc="-204" dirty="0">
                <a:latin typeface="Microsoft Sans Serif"/>
                <a:cs typeface="Microsoft Sans Serif"/>
              </a:rPr>
              <a:t>students</a:t>
            </a:r>
            <a:r>
              <a:rPr sz="2800" spc="335" dirty="0">
                <a:latin typeface="Microsoft Sans Serif"/>
                <a:cs typeface="Microsoft Sans Serif"/>
              </a:rPr>
              <a:t> </a:t>
            </a:r>
            <a:r>
              <a:rPr sz="2800" spc="-220" dirty="0">
                <a:latin typeface="Microsoft Sans Serif"/>
                <a:cs typeface="Microsoft Sans Serif"/>
              </a:rPr>
              <a:t>about </a:t>
            </a:r>
            <a:r>
              <a:rPr sz="2800" spc="-215" dirty="0">
                <a:latin typeface="Microsoft Sans Serif"/>
                <a:cs typeface="Microsoft Sans Serif"/>
              </a:rPr>
              <a:t> </a:t>
            </a:r>
            <a:r>
              <a:rPr sz="2800" spc="-140" dirty="0">
                <a:latin typeface="Microsoft Sans Serif"/>
                <a:cs typeface="Microsoft Sans Serif"/>
              </a:rPr>
              <a:t>the</a:t>
            </a:r>
            <a:r>
              <a:rPr sz="2800" spc="-50" dirty="0">
                <a:latin typeface="Microsoft Sans Serif"/>
                <a:cs typeface="Microsoft Sans Serif"/>
              </a:rPr>
              <a:t> </a:t>
            </a:r>
            <a:r>
              <a:rPr sz="2800" spc="-130" dirty="0">
                <a:latin typeface="Microsoft Sans Serif"/>
                <a:cs typeface="Microsoft Sans Serif"/>
              </a:rPr>
              <a:t>structure</a:t>
            </a:r>
            <a:r>
              <a:rPr sz="2800" spc="-50" dirty="0">
                <a:latin typeface="Microsoft Sans Serif"/>
                <a:cs typeface="Microsoft Sans Serif"/>
              </a:rPr>
              <a:t> </a:t>
            </a:r>
            <a:r>
              <a:rPr sz="2800" spc="-130" dirty="0">
                <a:latin typeface="Microsoft Sans Serif"/>
                <a:cs typeface="Microsoft Sans Serif"/>
              </a:rPr>
              <a:t>of</a:t>
            </a:r>
            <a:r>
              <a:rPr sz="2800" spc="20" dirty="0">
                <a:latin typeface="Microsoft Sans Serif"/>
                <a:cs typeface="Microsoft Sans Serif"/>
              </a:rPr>
              <a:t> </a:t>
            </a:r>
            <a:r>
              <a:rPr sz="2800" spc="-135" dirty="0">
                <a:latin typeface="Microsoft Sans Serif"/>
                <a:cs typeface="Microsoft Sans Serif"/>
              </a:rPr>
              <a:t>the</a:t>
            </a:r>
            <a:r>
              <a:rPr sz="2800" spc="-50" dirty="0">
                <a:latin typeface="Microsoft Sans Serif"/>
                <a:cs typeface="Microsoft Sans Serif"/>
              </a:rPr>
              <a:t> </a:t>
            </a:r>
            <a:r>
              <a:rPr sz="2800" spc="-135" dirty="0">
                <a:latin typeface="Microsoft Sans Serif"/>
                <a:cs typeface="Microsoft Sans Serif"/>
              </a:rPr>
              <a:t>course.</a:t>
            </a:r>
            <a:r>
              <a:rPr sz="2800" spc="-50" dirty="0">
                <a:latin typeface="Microsoft Sans Serif"/>
                <a:cs typeface="Microsoft Sans Serif"/>
              </a:rPr>
              <a:t> </a:t>
            </a:r>
            <a:r>
              <a:rPr sz="2800" spc="-85" dirty="0">
                <a:latin typeface="Microsoft Sans Serif"/>
                <a:cs typeface="Microsoft Sans Serif"/>
              </a:rPr>
              <a:t>It</a:t>
            </a:r>
            <a:r>
              <a:rPr sz="2800" spc="-50" dirty="0">
                <a:latin typeface="Microsoft Sans Serif"/>
                <a:cs typeface="Microsoft Sans Serif"/>
              </a:rPr>
              <a:t> </a:t>
            </a:r>
            <a:r>
              <a:rPr sz="2800" spc="-150" dirty="0">
                <a:latin typeface="Microsoft Sans Serif"/>
                <a:cs typeface="Microsoft Sans Serif"/>
              </a:rPr>
              <a:t>enables</a:t>
            </a:r>
            <a:r>
              <a:rPr sz="2800" spc="-75" dirty="0">
                <a:latin typeface="Microsoft Sans Serif"/>
                <a:cs typeface="Microsoft Sans Serif"/>
              </a:rPr>
              <a:t> </a:t>
            </a:r>
            <a:r>
              <a:rPr sz="2800" spc="-135" dirty="0">
                <a:latin typeface="Microsoft Sans Serif"/>
                <a:cs typeface="Microsoft Sans Serif"/>
              </a:rPr>
              <a:t>the</a:t>
            </a:r>
            <a:r>
              <a:rPr sz="2800" spc="-75" dirty="0">
                <a:latin typeface="Microsoft Sans Serif"/>
                <a:cs typeface="Microsoft Sans Serif"/>
              </a:rPr>
              <a:t> </a:t>
            </a:r>
            <a:r>
              <a:rPr sz="2800" spc="-130" dirty="0">
                <a:latin typeface="Microsoft Sans Serif"/>
                <a:cs typeface="Microsoft Sans Serif"/>
              </a:rPr>
              <a:t>learners</a:t>
            </a:r>
            <a:r>
              <a:rPr sz="2800" spc="-50" dirty="0">
                <a:latin typeface="Microsoft Sans Serif"/>
                <a:cs typeface="Microsoft Sans Serif"/>
              </a:rPr>
              <a:t> </a:t>
            </a:r>
            <a:r>
              <a:rPr sz="2800" spc="-125" dirty="0">
                <a:latin typeface="Microsoft Sans Serif"/>
                <a:cs typeface="Microsoft Sans Serif"/>
              </a:rPr>
              <a:t>to </a:t>
            </a:r>
            <a:r>
              <a:rPr sz="2800" spc="-120" dirty="0">
                <a:latin typeface="Microsoft Sans Serif"/>
                <a:cs typeface="Microsoft Sans Serif"/>
              </a:rPr>
              <a:t> </a:t>
            </a:r>
            <a:r>
              <a:rPr sz="2800" spc="-150" dirty="0">
                <a:latin typeface="Microsoft Sans Serif"/>
                <a:cs typeface="Microsoft Sans Serif"/>
              </a:rPr>
              <a:t>understand</a:t>
            </a:r>
            <a:r>
              <a:rPr sz="2800" spc="-50" dirty="0">
                <a:latin typeface="Microsoft Sans Serif"/>
                <a:cs typeface="Microsoft Sans Serif"/>
              </a:rPr>
              <a:t> </a:t>
            </a:r>
            <a:r>
              <a:rPr sz="2800" spc="-135" dirty="0">
                <a:latin typeface="Microsoft Sans Serif"/>
                <a:cs typeface="Microsoft Sans Serif"/>
              </a:rPr>
              <a:t>the</a:t>
            </a:r>
            <a:r>
              <a:rPr sz="2800" spc="-75" dirty="0">
                <a:latin typeface="Microsoft Sans Serif"/>
                <a:cs typeface="Microsoft Sans Serif"/>
              </a:rPr>
              <a:t> </a:t>
            </a:r>
            <a:r>
              <a:rPr sz="2800" spc="-125" dirty="0">
                <a:latin typeface="Microsoft Sans Serif"/>
                <a:cs typeface="Microsoft Sans Serif"/>
              </a:rPr>
              <a:t>vision</a:t>
            </a:r>
            <a:r>
              <a:rPr sz="2800" spc="-70" dirty="0">
                <a:latin typeface="Microsoft Sans Serif"/>
                <a:cs typeface="Microsoft Sans Serif"/>
              </a:rPr>
              <a:t> </a:t>
            </a:r>
            <a:r>
              <a:rPr sz="2800" spc="-130" dirty="0">
                <a:latin typeface="Microsoft Sans Serif"/>
                <a:cs typeface="Microsoft Sans Serif"/>
              </a:rPr>
              <a:t>of</a:t>
            </a:r>
            <a:r>
              <a:rPr sz="2800" dirty="0">
                <a:latin typeface="Microsoft Sans Serif"/>
                <a:cs typeface="Microsoft Sans Serif"/>
              </a:rPr>
              <a:t> </a:t>
            </a:r>
            <a:r>
              <a:rPr sz="2800" spc="-135" dirty="0">
                <a:latin typeface="Microsoft Sans Serif"/>
                <a:cs typeface="Microsoft Sans Serif"/>
              </a:rPr>
              <a:t>the</a:t>
            </a:r>
            <a:r>
              <a:rPr sz="2800" spc="-70" dirty="0">
                <a:latin typeface="Microsoft Sans Serif"/>
                <a:cs typeface="Microsoft Sans Serif"/>
              </a:rPr>
              <a:t> </a:t>
            </a:r>
            <a:r>
              <a:rPr sz="2800" spc="-145" dirty="0">
                <a:latin typeface="Microsoft Sans Serif"/>
                <a:cs typeface="Microsoft Sans Serif"/>
              </a:rPr>
              <a:t>course</a:t>
            </a:r>
            <a:r>
              <a:rPr sz="2800" spc="-75" dirty="0">
                <a:latin typeface="Microsoft Sans Serif"/>
                <a:cs typeface="Microsoft Sans Serif"/>
              </a:rPr>
              <a:t> </a:t>
            </a:r>
            <a:r>
              <a:rPr sz="2800" spc="-160" dirty="0">
                <a:latin typeface="Microsoft Sans Serif"/>
                <a:cs typeface="Microsoft Sans Serif"/>
              </a:rPr>
              <a:t>and</a:t>
            </a:r>
            <a:r>
              <a:rPr sz="2800" spc="-50" dirty="0">
                <a:latin typeface="Microsoft Sans Serif"/>
                <a:cs typeface="Microsoft Sans Serif"/>
              </a:rPr>
              <a:t> </a:t>
            </a:r>
            <a:r>
              <a:rPr sz="2800" spc="-140" dirty="0">
                <a:latin typeface="Microsoft Sans Serif"/>
                <a:cs typeface="Microsoft Sans Serif"/>
              </a:rPr>
              <a:t>provides</a:t>
            </a:r>
            <a:r>
              <a:rPr sz="2800" spc="-70" dirty="0">
                <a:latin typeface="Microsoft Sans Serif"/>
                <a:cs typeface="Microsoft Sans Serif"/>
              </a:rPr>
              <a:t> </a:t>
            </a:r>
            <a:r>
              <a:rPr sz="2800" spc="-170" dirty="0">
                <a:latin typeface="Microsoft Sans Serif"/>
                <a:cs typeface="Microsoft Sans Serif"/>
              </a:rPr>
              <a:t>a</a:t>
            </a:r>
            <a:r>
              <a:rPr sz="2800" spc="-25" dirty="0">
                <a:latin typeface="Microsoft Sans Serif"/>
                <a:cs typeface="Microsoft Sans Serif"/>
              </a:rPr>
              <a:t> </a:t>
            </a:r>
            <a:r>
              <a:rPr sz="2800" spc="-130" dirty="0">
                <a:latin typeface="Microsoft Sans Serif"/>
                <a:cs typeface="Microsoft Sans Serif"/>
              </a:rPr>
              <a:t>clear </a:t>
            </a:r>
            <a:r>
              <a:rPr sz="2800" spc="-125" dirty="0">
                <a:latin typeface="Microsoft Sans Serif"/>
                <a:cs typeface="Microsoft Sans Serif"/>
              </a:rPr>
              <a:t> </a:t>
            </a:r>
            <a:r>
              <a:rPr sz="2800" spc="-220" dirty="0">
                <a:latin typeface="Microsoft Sans Serif"/>
                <a:cs typeface="Microsoft Sans Serif"/>
              </a:rPr>
              <a:t>mental</a:t>
            </a:r>
            <a:r>
              <a:rPr sz="2800" spc="300" dirty="0">
                <a:latin typeface="Microsoft Sans Serif"/>
                <a:cs typeface="Microsoft Sans Serif"/>
              </a:rPr>
              <a:t> </a:t>
            </a:r>
            <a:r>
              <a:rPr sz="2800" spc="-185" dirty="0">
                <a:latin typeface="Microsoft Sans Serif"/>
                <a:cs typeface="Microsoft Sans Serif"/>
              </a:rPr>
              <a:t>checklist</a:t>
            </a:r>
            <a:r>
              <a:rPr sz="2800" spc="375" dirty="0">
                <a:latin typeface="Microsoft Sans Serif"/>
                <a:cs typeface="Microsoft Sans Serif"/>
              </a:rPr>
              <a:t> </a:t>
            </a:r>
            <a:r>
              <a:rPr sz="2800" spc="-200" dirty="0">
                <a:latin typeface="Microsoft Sans Serif"/>
                <a:cs typeface="Microsoft Sans Serif"/>
              </a:rPr>
              <a:t>of</a:t>
            </a:r>
            <a:r>
              <a:rPr sz="2800" spc="345" dirty="0">
                <a:latin typeface="Microsoft Sans Serif"/>
                <a:cs typeface="Microsoft Sans Serif"/>
              </a:rPr>
              <a:t> </a:t>
            </a:r>
            <a:r>
              <a:rPr sz="2800" spc="-204" dirty="0">
                <a:latin typeface="Microsoft Sans Serif"/>
                <a:cs typeface="Microsoft Sans Serif"/>
              </a:rPr>
              <a:t>various</a:t>
            </a:r>
            <a:r>
              <a:rPr sz="2800" spc="335" dirty="0">
                <a:latin typeface="Microsoft Sans Serif"/>
                <a:cs typeface="Microsoft Sans Serif"/>
              </a:rPr>
              <a:t> </a:t>
            </a:r>
            <a:r>
              <a:rPr sz="2800" spc="-220" dirty="0">
                <a:latin typeface="Microsoft Sans Serif"/>
                <a:cs typeface="Microsoft Sans Serif"/>
              </a:rPr>
              <a:t>course</a:t>
            </a:r>
            <a:r>
              <a:rPr sz="2800" spc="300" dirty="0">
                <a:latin typeface="Microsoft Sans Serif"/>
                <a:cs typeface="Microsoft Sans Serif"/>
              </a:rPr>
              <a:t> </a:t>
            </a:r>
            <a:r>
              <a:rPr sz="2800" spc="-195" dirty="0">
                <a:latin typeface="Microsoft Sans Serif"/>
                <a:cs typeface="Microsoft Sans Serif"/>
              </a:rPr>
              <a:t>objectives </a:t>
            </a:r>
            <a:r>
              <a:rPr sz="2800" spc="-190" dirty="0">
                <a:latin typeface="Microsoft Sans Serif"/>
                <a:cs typeface="Microsoft Sans Serif"/>
              </a:rPr>
              <a:t>to</a:t>
            </a:r>
            <a:r>
              <a:rPr sz="2800" spc="365" dirty="0">
                <a:latin typeface="Microsoft Sans Serif"/>
                <a:cs typeface="Microsoft Sans Serif"/>
              </a:rPr>
              <a:t> </a:t>
            </a:r>
            <a:r>
              <a:rPr sz="2800" spc="-210" dirty="0">
                <a:latin typeface="Microsoft Sans Serif"/>
                <a:cs typeface="Microsoft Sans Serif"/>
              </a:rPr>
              <a:t>accomplish. </a:t>
            </a:r>
            <a:r>
              <a:rPr sz="2800" spc="-204" dirty="0">
                <a:latin typeface="Microsoft Sans Serif"/>
                <a:cs typeface="Microsoft Sans Serif"/>
              </a:rPr>
              <a:t> </a:t>
            </a:r>
            <a:endParaRPr sz="2800" dirty="0">
              <a:latin typeface="Microsoft Sans Serif"/>
              <a:cs typeface="Microsoft Sans Serif"/>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607694" y="609600"/>
              <a:ext cx="10972800" cy="5638800"/>
            </a:xfrm>
            <a:custGeom>
              <a:avLst/>
              <a:gdLst/>
              <a:ahLst/>
              <a:cxnLst/>
              <a:rect l="l" t="t" r="r" b="b"/>
              <a:pathLst>
                <a:path w="10972800" h="5638800">
                  <a:moveTo>
                    <a:pt x="0" y="5638800"/>
                  </a:moveTo>
                  <a:lnTo>
                    <a:pt x="10972800" y="5638800"/>
                  </a:lnTo>
                  <a:lnTo>
                    <a:pt x="10972800" y="0"/>
                  </a:lnTo>
                  <a:lnTo>
                    <a:pt x="0" y="0"/>
                  </a:lnTo>
                  <a:lnTo>
                    <a:pt x="0" y="5638800"/>
                  </a:lnTo>
                  <a:close/>
                </a:path>
              </a:pathLst>
            </a:custGeom>
            <a:ln w="15875">
              <a:solidFill>
                <a:srgbClr val="83992A"/>
              </a:solidFill>
            </a:ln>
          </p:spPr>
          <p:txBody>
            <a:bodyPr wrap="square" lIns="0" tIns="0" rIns="0" bIns="0" rtlCol="0"/>
            <a:lstStyle/>
            <a:p>
              <a:endParaRPr/>
            </a:p>
          </p:txBody>
        </p:sp>
        <p:pic>
          <p:nvPicPr>
            <p:cNvPr id="4" name="object 4"/>
            <p:cNvPicPr/>
            <p:nvPr/>
          </p:nvPicPr>
          <p:blipFill>
            <a:blip r:embed="rId2" cstate="print"/>
            <a:stretch>
              <a:fillRect/>
            </a:stretch>
          </p:blipFill>
          <p:spPr>
            <a:xfrm>
              <a:off x="0" y="3154679"/>
              <a:ext cx="762000" cy="605154"/>
            </a:xfrm>
            <a:prstGeom prst="rect">
              <a:avLst/>
            </a:prstGeom>
          </p:spPr>
        </p:pic>
        <p:pic>
          <p:nvPicPr>
            <p:cNvPr id="5" name="object 5"/>
            <p:cNvPicPr/>
            <p:nvPr/>
          </p:nvPicPr>
          <p:blipFill>
            <a:blip r:embed="rId3" cstate="print"/>
            <a:stretch>
              <a:fillRect/>
            </a:stretch>
          </p:blipFill>
          <p:spPr>
            <a:xfrm>
              <a:off x="11437619" y="3154679"/>
              <a:ext cx="754379" cy="605154"/>
            </a:xfrm>
            <a:prstGeom prst="rect">
              <a:avLst/>
            </a:prstGeom>
          </p:spPr>
        </p:pic>
        <p:pic>
          <p:nvPicPr>
            <p:cNvPr id="6" name="object 6"/>
            <p:cNvPicPr/>
            <p:nvPr/>
          </p:nvPicPr>
          <p:blipFill>
            <a:blip r:embed="rId4" cstate="print"/>
            <a:stretch>
              <a:fillRect/>
            </a:stretch>
          </p:blipFill>
          <p:spPr>
            <a:xfrm>
              <a:off x="1475105" y="2639060"/>
              <a:ext cx="9239250" cy="1633220"/>
            </a:xfrm>
            <a:prstGeom prst="rect">
              <a:avLst/>
            </a:prstGeom>
          </p:spPr>
        </p:pic>
      </p:grpSp>
      <p:sp>
        <p:nvSpPr>
          <p:cNvPr id="7" name="object 7"/>
          <p:cNvSpPr txBox="1"/>
          <p:nvPr/>
        </p:nvSpPr>
        <p:spPr>
          <a:xfrm>
            <a:off x="-12700" y="609345"/>
            <a:ext cx="71120" cy="2389505"/>
          </a:xfrm>
          <a:prstGeom prst="rect">
            <a:avLst/>
          </a:prstGeom>
        </p:spPr>
        <p:txBody>
          <a:bodyPr vert="horz" wrap="square" lIns="0" tIns="13335" rIns="0" bIns="0" rtlCol="0">
            <a:spAutoFit/>
          </a:bodyPr>
          <a:lstStyle/>
          <a:p>
            <a:pPr marL="12700">
              <a:lnSpc>
                <a:spcPts val="1165"/>
              </a:lnSpc>
              <a:spcBef>
                <a:spcPts val="105"/>
              </a:spcBef>
            </a:pPr>
            <a:r>
              <a:rPr sz="1000" dirty="0">
                <a:latin typeface="Microsoft Sans Serif"/>
                <a:cs typeface="Microsoft Sans Serif"/>
              </a:rPr>
              <a:t> </a:t>
            </a:r>
            <a:endParaRPr sz="1000">
              <a:latin typeface="Microsoft Sans Serif"/>
              <a:cs typeface="Microsoft Sans Serif"/>
            </a:endParaRPr>
          </a:p>
          <a:p>
            <a:pPr marL="12700">
              <a:lnSpc>
                <a:spcPts val="1140"/>
              </a:lnSpc>
            </a:pPr>
            <a:r>
              <a:rPr sz="1000" dirty="0">
                <a:latin typeface="Microsoft Sans Serif"/>
                <a:cs typeface="Microsoft Sans Serif"/>
              </a:rPr>
              <a:t> </a:t>
            </a:r>
            <a:endParaRPr sz="1000">
              <a:latin typeface="Microsoft Sans Serif"/>
              <a:cs typeface="Microsoft Sans Serif"/>
            </a:endParaRPr>
          </a:p>
          <a:p>
            <a:pPr marL="12700">
              <a:lnSpc>
                <a:spcPts val="114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40"/>
              </a:lnSpc>
            </a:pPr>
            <a:r>
              <a:rPr sz="1000" dirty="0">
                <a:latin typeface="Microsoft Sans Serif"/>
                <a:cs typeface="Microsoft Sans Serif"/>
              </a:rPr>
              <a:t> </a:t>
            </a:r>
            <a:endParaRPr sz="1000">
              <a:latin typeface="Microsoft Sans Serif"/>
              <a:cs typeface="Microsoft Sans Serif"/>
            </a:endParaRPr>
          </a:p>
          <a:p>
            <a:pPr marL="12700">
              <a:lnSpc>
                <a:spcPts val="114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40"/>
              </a:lnSpc>
            </a:pPr>
            <a:r>
              <a:rPr sz="1000" dirty="0">
                <a:latin typeface="Microsoft Sans Serif"/>
                <a:cs typeface="Microsoft Sans Serif"/>
              </a:rPr>
              <a:t> </a:t>
            </a:r>
            <a:endParaRPr sz="1000">
              <a:latin typeface="Microsoft Sans Serif"/>
              <a:cs typeface="Microsoft Sans Serif"/>
            </a:endParaRPr>
          </a:p>
          <a:p>
            <a:pPr marL="12700">
              <a:lnSpc>
                <a:spcPts val="1135"/>
              </a:lnSpc>
            </a:pPr>
            <a:r>
              <a:rPr sz="1000" dirty="0">
                <a:latin typeface="Microsoft Sans Serif"/>
                <a:cs typeface="Microsoft Sans Serif"/>
              </a:rPr>
              <a:t> </a:t>
            </a:r>
            <a:endParaRPr sz="1000">
              <a:latin typeface="Microsoft Sans Serif"/>
              <a:cs typeface="Microsoft Sans Serif"/>
            </a:endParaRPr>
          </a:p>
          <a:p>
            <a:pPr marL="12700">
              <a:lnSpc>
                <a:spcPts val="1580"/>
              </a:lnSpc>
            </a:pPr>
            <a:r>
              <a:rPr sz="1350" spc="-5" dirty="0">
                <a:latin typeface="Microsoft Sans Serif"/>
                <a:cs typeface="Microsoft Sans Serif"/>
              </a:rPr>
              <a:t> </a:t>
            </a:r>
            <a:endParaRPr sz="1350">
              <a:latin typeface="Microsoft Sans Serif"/>
              <a:cs typeface="Microsoft Sans Serif"/>
            </a:endParaRPr>
          </a:p>
        </p:txBody>
      </p:sp>
      <p:sp>
        <p:nvSpPr>
          <p:cNvPr id="8" name="object 8"/>
          <p:cNvSpPr txBox="1"/>
          <p:nvPr/>
        </p:nvSpPr>
        <p:spPr>
          <a:xfrm>
            <a:off x="2740279" y="2991053"/>
            <a:ext cx="7202805" cy="757555"/>
          </a:xfrm>
          <a:prstGeom prst="rect">
            <a:avLst/>
          </a:prstGeom>
        </p:spPr>
        <p:txBody>
          <a:bodyPr vert="horz" wrap="square" lIns="0" tIns="12700" rIns="0" bIns="0" rtlCol="0">
            <a:spAutoFit/>
          </a:bodyPr>
          <a:lstStyle/>
          <a:p>
            <a:pPr marL="12700">
              <a:lnSpc>
                <a:spcPct val="100000"/>
              </a:lnSpc>
              <a:spcBef>
                <a:spcPts val="100"/>
              </a:spcBef>
            </a:pPr>
            <a:r>
              <a:rPr sz="4800" spc="-325" dirty="0">
                <a:solidFill>
                  <a:srgbClr val="001F5F"/>
                </a:solidFill>
                <a:latin typeface="Microsoft Sans Serif"/>
                <a:cs typeface="Microsoft Sans Serif"/>
              </a:rPr>
              <a:t>University</a:t>
            </a:r>
            <a:r>
              <a:rPr sz="4800" spc="125" dirty="0">
                <a:solidFill>
                  <a:srgbClr val="001F5F"/>
                </a:solidFill>
                <a:latin typeface="Microsoft Sans Serif"/>
                <a:cs typeface="Microsoft Sans Serif"/>
              </a:rPr>
              <a:t> </a:t>
            </a:r>
            <a:r>
              <a:rPr sz="4800" spc="-335" dirty="0">
                <a:solidFill>
                  <a:srgbClr val="001F5F"/>
                </a:solidFill>
                <a:latin typeface="Microsoft Sans Serif"/>
                <a:cs typeface="Microsoft Sans Serif"/>
              </a:rPr>
              <a:t>Vision</a:t>
            </a:r>
            <a:r>
              <a:rPr sz="4800" spc="80" dirty="0">
                <a:solidFill>
                  <a:srgbClr val="001F5F"/>
                </a:solidFill>
                <a:latin typeface="Microsoft Sans Serif"/>
                <a:cs typeface="Microsoft Sans Serif"/>
              </a:rPr>
              <a:t> </a:t>
            </a:r>
            <a:r>
              <a:rPr sz="4800" spc="-400" dirty="0">
                <a:solidFill>
                  <a:srgbClr val="001F5F"/>
                </a:solidFill>
                <a:latin typeface="Microsoft Sans Serif"/>
                <a:cs typeface="Microsoft Sans Serif"/>
              </a:rPr>
              <a:t>and</a:t>
            </a:r>
            <a:r>
              <a:rPr sz="4800" spc="130" dirty="0">
                <a:solidFill>
                  <a:srgbClr val="001F5F"/>
                </a:solidFill>
                <a:latin typeface="Microsoft Sans Serif"/>
                <a:cs typeface="Microsoft Sans Serif"/>
              </a:rPr>
              <a:t> </a:t>
            </a:r>
            <a:r>
              <a:rPr sz="4800" spc="-360" dirty="0">
                <a:solidFill>
                  <a:srgbClr val="001F5F"/>
                </a:solidFill>
                <a:latin typeface="Microsoft Sans Serif"/>
                <a:cs typeface="Microsoft Sans Serif"/>
              </a:rPr>
              <a:t>Mission</a:t>
            </a:r>
            <a:r>
              <a:rPr sz="4800" spc="20" dirty="0">
                <a:latin typeface="Microsoft Sans Serif"/>
                <a:cs typeface="Microsoft Sans Serif"/>
              </a:rPr>
              <a:t> </a:t>
            </a:r>
            <a:r>
              <a:rPr sz="4800" dirty="0">
                <a:latin typeface="Microsoft Sans Serif"/>
                <a:cs typeface="Microsoft Sans Serif"/>
              </a:rPr>
              <a:t> </a:t>
            </a:r>
            <a:endParaRPr sz="4800">
              <a:latin typeface="Microsoft Sans Serif"/>
              <a:cs typeface="Microsoft Sans Serif"/>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607694" y="609600"/>
              <a:ext cx="10972800" cy="5638800"/>
            </a:xfrm>
            <a:custGeom>
              <a:avLst/>
              <a:gdLst/>
              <a:ahLst/>
              <a:cxnLst/>
              <a:rect l="l" t="t" r="r" b="b"/>
              <a:pathLst>
                <a:path w="10972800" h="5638800">
                  <a:moveTo>
                    <a:pt x="0" y="5638800"/>
                  </a:moveTo>
                  <a:lnTo>
                    <a:pt x="10972800" y="5638800"/>
                  </a:lnTo>
                  <a:lnTo>
                    <a:pt x="10972800" y="0"/>
                  </a:lnTo>
                  <a:lnTo>
                    <a:pt x="0" y="0"/>
                  </a:lnTo>
                  <a:lnTo>
                    <a:pt x="0" y="5638800"/>
                  </a:lnTo>
                  <a:close/>
                </a:path>
              </a:pathLst>
            </a:custGeom>
            <a:ln w="15875">
              <a:solidFill>
                <a:srgbClr val="83992A"/>
              </a:solidFill>
            </a:ln>
          </p:spPr>
          <p:txBody>
            <a:bodyPr wrap="square" lIns="0" tIns="0" rIns="0" bIns="0" rtlCol="0"/>
            <a:lstStyle/>
            <a:p>
              <a:endParaRPr/>
            </a:p>
          </p:txBody>
        </p:sp>
        <p:pic>
          <p:nvPicPr>
            <p:cNvPr id="4" name="object 4"/>
            <p:cNvPicPr/>
            <p:nvPr/>
          </p:nvPicPr>
          <p:blipFill>
            <a:blip r:embed="rId2" cstate="print"/>
            <a:stretch>
              <a:fillRect/>
            </a:stretch>
          </p:blipFill>
          <p:spPr>
            <a:xfrm>
              <a:off x="0" y="3154679"/>
              <a:ext cx="762000" cy="605154"/>
            </a:xfrm>
            <a:prstGeom prst="rect">
              <a:avLst/>
            </a:prstGeom>
          </p:spPr>
        </p:pic>
        <p:pic>
          <p:nvPicPr>
            <p:cNvPr id="5" name="object 5"/>
            <p:cNvPicPr/>
            <p:nvPr/>
          </p:nvPicPr>
          <p:blipFill>
            <a:blip r:embed="rId3" cstate="print"/>
            <a:stretch>
              <a:fillRect/>
            </a:stretch>
          </p:blipFill>
          <p:spPr>
            <a:xfrm>
              <a:off x="11437619" y="3154679"/>
              <a:ext cx="754379" cy="605154"/>
            </a:xfrm>
            <a:prstGeom prst="rect">
              <a:avLst/>
            </a:prstGeom>
          </p:spPr>
        </p:pic>
        <p:sp>
          <p:nvSpPr>
            <p:cNvPr id="6" name="object 6"/>
            <p:cNvSpPr/>
            <p:nvPr/>
          </p:nvSpPr>
          <p:spPr>
            <a:xfrm>
              <a:off x="1395730" y="2421889"/>
              <a:ext cx="9407525" cy="0"/>
            </a:xfrm>
            <a:custGeom>
              <a:avLst/>
              <a:gdLst/>
              <a:ahLst/>
              <a:cxnLst/>
              <a:rect l="l" t="t" r="r" b="b"/>
              <a:pathLst>
                <a:path w="9407525">
                  <a:moveTo>
                    <a:pt x="0" y="0"/>
                  </a:moveTo>
                  <a:lnTo>
                    <a:pt x="9407525" y="0"/>
                  </a:lnTo>
                </a:path>
              </a:pathLst>
            </a:custGeom>
            <a:ln w="15875">
              <a:solidFill>
                <a:srgbClr val="83992A"/>
              </a:solidFill>
            </a:ln>
          </p:spPr>
          <p:txBody>
            <a:bodyPr wrap="square" lIns="0" tIns="0" rIns="0" bIns="0" rtlCol="0"/>
            <a:lstStyle/>
            <a:p>
              <a:endParaRPr/>
            </a:p>
          </p:txBody>
        </p:sp>
        <p:pic>
          <p:nvPicPr>
            <p:cNvPr id="7" name="object 7"/>
            <p:cNvPicPr/>
            <p:nvPr/>
          </p:nvPicPr>
          <p:blipFill>
            <a:blip r:embed="rId4" cstate="print"/>
            <a:stretch>
              <a:fillRect/>
            </a:stretch>
          </p:blipFill>
          <p:spPr>
            <a:xfrm>
              <a:off x="1173480" y="833119"/>
              <a:ext cx="2047875" cy="2207894"/>
            </a:xfrm>
            <a:prstGeom prst="rect">
              <a:avLst/>
            </a:prstGeom>
          </p:spPr>
        </p:pic>
        <p:pic>
          <p:nvPicPr>
            <p:cNvPr id="8" name="object 8"/>
            <p:cNvPicPr/>
            <p:nvPr/>
          </p:nvPicPr>
          <p:blipFill>
            <a:blip r:embed="rId5" cstate="print"/>
            <a:stretch>
              <a:fillRect/>
            </a:stretch>
          </p:blipFill>
          <p:spPr>
            <a:xfrm>
              <a:off x="969010" y="831850"/>
              <a:ext cx="2052319" cy="2211070"/>
            </a:xfrm>
            <a:prstGeom prst="rect">
              <a:avLst/>
            </a:prstGeom>
          </p:spPr>
        </p:pic>
      </p:grpSp>
      <p:sp>
        <p:nvSpPr>
          <p:cNvPr id="9" name="object 9"/>
          <p:cNvSpPr txBox="1"/>
          <p:nvPr/>
        </p:nvSpPr>
        <p:spPr>
          <a:xfrm>
            <a:off x="-12700" y="609345"/>
            <a:ext cx="59690" cy="899160"/>
          </a:xfrm>
          <a:prstGeom prst="rect">
            <a:avLst/>
          </a:prstGeom>
        </p:spPr>
        <p:txBody>
          <a:bodyPr vert="horz" wrap="square" lIns="0" tIns="13335" rIns="0" bIns="0" rtlCol="0">
            <a:spAutoFit/>
          </a:bodyPr>
          <a:lstStyle/>
          <a:p>
            <a:pPr marL="12700">
              <a:lnSpc>
                <a:spcPts val="1165"/>
              </a:lnSpc>
              <a:spcBef>
                <a:spcPts val="105"/>
              </a:spcBef>
            </a:pPr>
            <a:r>
              <a:rPr sz="1000" dirty="0">
                <a:latin typeface="Microsoft Sans Serif"/>
                <a:cs typeface="Microsoft Sans Serif"/>
              </a:rPr>
              <a:t> </a:t>
            </a:r>
            <a:endParaRPr sz="1000">
              <a:latin typeface="Microsoft Sans Serif"/>
              <a:cs typeface="Microsoft Sans Serif"/>
            </a:endParaRPr>
          </a:p>
          <a:p>
            <a:pPr marL="12700">
              <a:lnSpc>
                <a:spcPts val="1140"/>
              </a:lnSpc>
            </a:pPr>
            <a:r>
              <a:rPr sz="1000" dirty="0">
                <a:latin typeface="Microsoft Sans Serif"/>
                <a:cs typeface="Microsoft Sans Serif"/>
              </a:rPr>
              <a:t> </a:t>
            </a:r>
            <a:endParaRPr sz="1000">
              <a:latin typeface="Microsoft Sans Serif"/>
              <a:cs typeface="Microsoft Sans Serif"/>
            </a:endParaRPr>
          </a:p>
          <a:p>
            <a:pPr marL="12700">
              <a:lnSpc>
                <a:spcPts val="114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65"/>
              </a:lnSpc>
            </a:pPr>
            <a:r>
              <a:rPr sz="1000" dirty="0">
                <a:latin typeface="Microsoft Sans Serif"/>
                <a:cs typeface="Microsoft Sans Serif"/>
              </a:rPr>
              <a:t> </a:t>
            </a:r>
            <a:endParaRPr sz="1000">
              <a:latin typeface="Microsoft Sans Serif"/>
              <a:cs typeface="Microsoft Sans Serif"/>
            </a:endParaRPr>
          </a:p>
        </p:txBody>
      </p:sp>
      <p:sp>
        <p:nvSpPr>
          <p:cNvPr id="10" name="object 10"/>
          <p:cNvSpPr txBox="1"/>
          <p:nvPr/>
        </p:nvSpPr>
        <p:spPr>
          <a:xfrm>
            <a:off x="1374902" y="1597736"/>
            <a:ext cx="1918335" cy="570865"/>
          </a:xfrm>
          <a:prstGeom prst="rect">
            <a:avLst/>
          </a:prstGeom>
          <a:solidFill>
            <a:srgbClr val="A9DDC5"/>
          </a:solidFill>
        </p:spPr>
        <p:txBody>
          <a:bodyPr vert="horz" wrap="square" lIns="0" tIns="0" rIns="0" bIns="0" rtlCol="0">
            <a:spAutoFit/>
          </a:bodyPr>
          <a:lstStyle/>
          <a:p>
            <a:pPr marL="255904">
              <a:lnSpc>
                <a:spcPts val="4250"/>
              </a:lnSpc>
            </a:pPr>
            <a:r>
              <a:rPr sz="3600" b="1" spc="-5" dirty="0">
                <a:solidFill>
                  <a:srgbClr val="1F2A35"/>
                </a:solidFill>
                <a:latin typeface="Trebuchet MS"/>
                <a:cs typeface="Trebuchet MS"/>
              </a:rPr>
              <a:t>VISION</a:t>
            </a:r>
            <a:endParaRPr sz="3600">
              <a:latin typeface="Trebuchet MS"/>
              <a:cs typeface="Trebuchet MS"/>
            </a:endParaRPr>
          </a:p>
        </p:txBody>
      </p:sp>
      <p:sp>
        <p:nvSpPr>
          <p:cNvPr id="11" name="object 11"/>
          <p:cNvSpPr txBox="1"/>
          <p:nvPr/>
        </p:nvSpPr>
        <p:spPr>
          <a:xfrm>
            <a:off x="3112389" y="2405380"/>
            <a:ext cx="8121015" cy="2770505"/>
          </a:xfrm>
          <a:prstGeom prst="rect">
            <a:avLst/>
          </a:prstGeom>
        </p:spPr>
        <p:txBody>
          <a:bodyPr vert="horz" wrap="square" lIns="0" tIns="12700" rIns="0" bIns="0" rtlCol="0">
            <a:spAutoFit/>
          </a:bodyPr>
          <a:lstStyle/>
          <a:p>
            <a:pPr marL="12700" marR="5080" algn="just">
              <a:lnSpc>
                <a:spcPct val="150100"/>
              </a:lnSpc>
              <a:spcBef>
                <a:spcPts val="100"/>
              </a:spcBef>
            </a:pPr>
            <a:r>
              <a:rPr sz="2400" b="1" spc="-5">
                <a:solidFill>
                  <a:srgbClr val="001F5F"/>
                </a:solidFill>
                <a:latin typeface="Arial"/>
                <a:cs typeface="Arial"/>
              </a:rPr>
              <a:t>To</a:t>
            </a:r>
            <a:r>
              <a:rPr sz="2400" b="1">
                <a:solidFill>
                  <a:srgbClr val="001F5F"/>
                </a:solidFill>
                <a:latin typeface="Arial"/>
                <a:cs typeface="Arial"/>
              </a:rPr>
              <a:t> </a:t>
            </a:r>
            <a:r>
              <a:rPr sz="2400" b="1" spc="-5">
                <a:solidFill>
                  <a:srgbClr val="001F5F"/>
                </a:solidFill>
                <a:latin typeface="Arial"/>
                <a:cs typeface="Arial"/>
              </a:rPr>
              <a:t>be</a:t>
            </a:r>
            <a:r>
              <a:rPr sz="2400" b="1">
                <a:solidFill>
                  <a:srgbClr val="001F5F"/>
                </a:solidFill>
                <a:latin typeface="Arial"/>
                <a:cs typeface="Arial"/>
              </a:rPr>
              <a:t> </a:t>
            </a:r>
            <a:r>
              <a:rPr sz="2400" b="1" spc="-5">
                <a:solidFill>
                  <a:srgbClr val="001F5F"/>
                </a:solidFill>
                <a:latin typeface="Arial"/>
                <a:cs typeface="Arial"/>
              </a:rPr>
              <a:t>a</a:t>
            </a:r>
            <a:r>
              <a:rPr sz="2400" b="1">
                <a:solidFill>
                  <a:srgbClr val="001F5F"/>
                </a:solidFill>
                <a:latin typeface="Arial"/>
                <a:cs typeface="Arial"/>
              </a:rPr>
              <a:t> </a:t>
            </a:r>
            <a:r>
              <a:rPr sz="2400" b="1" spc="-10">
                <a:solidFill>
                  <a:srgbClr val="001F5F"/>
                </a:solidFill>
                <a:latin typeface="Arial"/>
                <a:cs typeface="Arial"/>
              </a:rPr>
              <a:t>premier</a:t>
            </a:r>
            <a:r>
              <a:rPr sz="2400" b="1" spc="-5">
                <a:solidFill>
                  <a:srgbClr val="001F5F"/>
                </a:solidFill>
                <a:latin typeface="Arial"/>
                <a:cs typeface="Arial"/>
              </a:rPr>
              <a:t> academic</a:t>
            </a:r>
            <a:r>
              <a:rPr sz="2400" b="1">
                <a:solidFill>
                  <a:srgbClr val="001F5F"/>
                </a:solidFill>
                <a:latin typeface="Arial"/>
                <a:cs typeface="Arial"/>
              </a:rPr>
              <a:t> </a:t>
            </a:r>
            <a:r>
              <a:rPr sz="2400" b="1" spc="-5">
                <a:solidFill>
                  <a:srgbClr val="001F5F"/>
                </a:solidFill>
                <a:latin typeface="Arial"/>
                <a:cs typeface="Arial"/>
              </a:rPr>
              <a:t>institution,</a:t>
            </a:r>
            <a:r>
              <a:rPr sz="2400" b="1">
                <a:solidFill>
                  <a:srgbClr val="001F5F"/>
                </a:solidFill>
                <a:latin typeface="Arial"/>
                <a:cs typeface="Arial"/>
              </a:rPr>
              <a:t> </a:t>
            </a:r>
            <a:r>
              <a:rPr sz="2400" b="1" spc="-5">
                <a:solidFill>
                  <a:srgbClr val="001F5F"/>
                </a:solidFill>
                <a:latin typeface="Arial"/>
                <a:cs typeface="Arial"/>
              </a:rPr>
              <a:t>recognized </a:t>
            </a:r>
            <a:r>
              <a:rPr sz="2400" b="1">
                <a:solidFill>
                  <a:srgbClr val="001F5F"/>
                </a:solidFill>
                <a:latin typeface="Arial"/>
                <a:cs typeface="Arial"/>
              </a:rPr>
              <a:t> internationally</a:t>
            </a:r>
            <a:r>
              <a:rPr sz="2400" b="1" spc="5">
                <a:solidFill>
                  <a:srgbClr val="001F5F"/>
                </a:solidFill>
                <a:latin typeface="Arial"/>
                <a:cs typeface="Arial"/>
              </a:rPr>
              <a:t> </a:t>
            </a:r>
            <a:r>
              <a:rPr sz="2400" b="1" spc="-5">
                <a:solidFill>
                  <a:srgbClr val="001F5F"/>
                </a:solidFill>
                <a:latin typeface="Arial"/>
                <a:cs typeface="Arial"/>
              </a:rPr>
              <a:t>for</a:t>
            </a:r>
            <a:r>
              <a:rPr sz="2400" b="1">
                <a:solidFill>
                  <a:srgbClr val="001F5F"/>
                </a:solidFill>
                <a:latin typeface="Arial"/>
                <a:cs typeface="Arial"/>
              </a:rPr>
              <a:t> </a:t>
            </a:r>
            <a:r>
              <a:rPr sz="2400" b="1" spc="5">
                <a:solidFill>
                  <a:srgbClr val="001F5F"/>
                </a:solidFill>
                <a:latin typeface="Arial"/>
                <a:cs typeface="Arial"/>
              </a:rPr>
              <a:t>its</a:t>
            </a:r>
            <a:r>
              <a:rPr sz="2400" b="1" spc="10">
                <a:solidFill>
                  <a:srgbClr val="001F5F"/>
                </a:solidFill>
                <a:latin typeface="Arial"/>
                <a:cs typeface="Arial"/>
              </a:rPr>
              <a:t> </a:t>
            </a:r>
            <a:r>
              <a:rPr sz="2400" b="1" spc="-5">
                <a:solidFill>
                  <a:srgbClr val="001F5F"/>
                </a:solidFill>
                <a:latin typeface="Arial"/>
                <a:cs typeface="Arial"/>
              </a:rPr>
              <a:t>contribution</a:t>
            </a:r>
            <a:r>
              <a:rPr sz="2400" b="1">
                <a:solidFill>
                  <a:srgbClr val="001F5F"/>
                </a:solidFill>
                <a:latin typeface="Arial"/>
                <a:cs typeface="Arial"/>
              </a:rPr>
              <a:t> </a:t>
            </a:r>
            <a:r>
              <a:rPr sz="2400" b="1" spc="-5">
                <a:solidFill>
                  <a:srgbClr val="001F5F"/>
                </a:solidFill>
                <a:latin typeface="Arial"/>
                <a:cs typeface="Arial"/>
              </a:rPr>
              <a:t>to</a:t>
            </a:r>
            <a:r>
              <a:rPr sz="2400" b="1">
                <a:solidFill>
                  <a:srgbClr val="001F5F"/>
                </a:solidFill>
                <a:latin typeface="Arial"/>
                <a:cs typeface="Arial"/>
              </a:rPr>
              <a:t> industry</a:t>
            </a:r>
            <a:r>
              <a:rPr sz="2400" b="1" spc="5">
                <a:solidFill>
                  <a:srgbClr val="001F5F"/>
                </a:solidFill>
                <a:latin typeface="Arial"/>
                <a:cs typeface="Arial"/>
              </a:rPr>
              <a:t> </a:t>
            </a:r>
            <a:r>
              <a:rPr sz="2400" b="1">
                <a:solidFill>
                  <a:srgbClr val="001F5F"/>
                </a:solidFill>
                <a:latin typeface="Arial"/>
                <a:cs typeface="Arial"/>
              </a:rPr>
              <a:t>and </a:t>
            </a:r>
            <a:r>
              <a:rPr sz="2400" b="1" spc="5">
                <a:solidFill>
                  <a:srgbClr val="001F5F"/>
                </a:solidFill>
                <a:latin typeface="Arial"/>
                <a:cs typeface="Arial"/>
              </a:rPr>
              <a:t> </a:t>
            </a:r>
            <a:r>
              <a:rPr sz="2400" b="1">
                <a:solidFill>
                  <a:srgbClr val="001F5F"/>
                </a:solidFill>
                <a:latin typeface="Arial"/>
                <a:cs typeface="Arial"/>
              </a:rPr>
              <a:t>society</a:t>
            </a:r>
            <a:r>
              <a:rPr sz="2400" b="1" spc="5">
                <a:solidFill>
                  <a:srgbClr val="001F5F"/>
                </a:solidFill>
                <a:latin typeface="Arial"/>
                <a:cs typeface="Arial"/>
              </a:rPr>
              <a:t> </a:t>
            </a:r>
            <a:r>
              <a:rPr sz="2400" b="1">
                <a:solidFill>
                  <a:srgbClr val="001F5F"/>
                </a:solidFill>
                <a:latin typeface="Arial"/>
                <a:cs typeface="Arial"/>
              </a:rPr>
              <a:t>through</a:t>
            </a:r>
            <a:r>
              <a:rPr sz="2400" b="1" spc="5">
                <a:solidFill>
                  <a:srgbClr val="001F5F"/>
                </a:solidFill>
                <a:latin typeface="Arial"/>
                <a:cs typeface="Arial"/>
              </a:rPr>
              <a:t> </a:t>
            </a:r>
            <a:r>
              <a:rPr sz="2400" b="1">
                <a:solidFill>
                  <a:srgbClr val="001F5F"/>
                </a:solidFill>
                <a:latin typeface="Arial"/>
                <a:cs typeface="Arial"/>
              </a:rPr>
              <a:t>excellence</a:t>
            </a:r>
            <a:r>
              <a:rPr sz="2400" b="1" spc="5">
                <a:solidFill>
                  <a:srgbClr val="001F5F"/>
                </a:solidFill>
                <a:latin typeface="Arial"/>
                <a:cs typeface="Arial"/>
              </a:rPr>
              <a:t> </a:t>
            </a:r>
            <a:r>
              <a:rPr sz="2400" b="1">
                <a:solidFill>
                  <a:srgbClr val="001F5F"/>
                </a:solidFill>
                <a:latin typeface="Arial"/>
                <a:cs typeface="Arial"/>
              </a:rPr>
              <a:t>in</a:t>
            </a:r>
            <a:r>
              <a:rPr sz="2400" b="1" spc="5">
                <a:solidFill>
                  <a:srgbClr val="001F5F"/>
                </a:solidFill>
                <a:latin typeface="Arial"/>
                <a:cs typeface="Arial"/>
              </a:rPr>
              <a:t> </a:t>
            </a:r>
            <a:r>
              <a:rPr sz="2400" b="1" spc="-5">
                <a:solidFill>
                  <a:srgbClr val="001F5F"/>
                </a:solidFill>
                <a:latin typeface="Arial"/>
                <a:cs typeface="Arial"/>
              </a:rPr>
              <a:t>teaching,</a:t>
            </a:r>
            <a:r>
              <a:rPr sz="2400" b="1">
                <a:solidFill>
                  <a:srgbClr val="001F5F"/>
                </a:solidFill>
                <a:latin typeface="Arial"/>
                <a:cs typeface="Arial"/>
              </a:rPr>
              <a:t> learning, </a:t>
            </a:r>
            <a:r>
              <a:rPr sz="2400" b="1" spc="5">
                <a:solidFill>
                  <a:srgbClr val="001F5F"/>
                </a:solidFill>
                <a:latin typeface="Arial"/>
                <a:cs typeface="Arial"/>
              </a:rPr>
              <a:t> </a:t>
            </a:r>
            <a:r>
              <a:rPr sz="2400" b="1">
                <a:solidFill>
                  <a:srgbClr val="001F5F"/>
                </a:solidFill>
                <a:latin typeface="Arial"/>
                <a:cs typeface="Arial"/>
              </a:rPr>
              <a:t>research,</a:t>
            </a:r>
            <a:r>
              <a:rPr sz="2400" b="1" spc="5">
                <a:solidFill>
                  <a:srgbClr val="001F5F"/>
                </a:solidFill>
                <a:latin typeface="Arial"/>
                <a:cs typeface="Arial"/>
              </a:rPr>
              <a:t> </a:t>
            </a:r>
            <a:r>
              <a:rPr sz="2400" b="1" spc="-5">
                <a:solidFill>
                  <a:srgbClr val="001F5F"/>
                </a:solidFill>
                <a:latin typeface="Arial"/>
                <a:cs typeface="Arial"/>
              </a:rPr>
              <a:t>internationalization,</a:t>
            </a:r>
            <a:r>
              <a:rPr sz="2400" b="1">
                <a:solidFill>
                  <a:srgbClr val="001F5F"/>
                </a:solidFill>
                <a:latin typeface="Arial"/>
                <a:cs typeface="Arial"/>
              </a:rPr>
              <a:t> </a:t>
            </a:r>
            <a:r>
              <a:rPr sz="2400" b="1" spc="-5">
                <a:solidFill>
                  <a:srgbClr val="001F5F"/>
                </a:solidFill>
                <a:latin typeface="Arial"/>
                <a:cs typeface="Arial"/>
              </a:rPr>
              <a:t>entrepreneurship</a:t>
            </a:r>
            <a:r>
              <a:rPr sz="2400" b="1">
                <a:solidFill>
                  <a:srgbClr val="001F5F"/>
                </a:solidFill>
                <a:latin typeface="Arial"/>
                <a:cs typeface="Arial"/>
              </a:rPr>
              <a:t> and </a:t>
            </a:r>
            <a:r>
              <a:rPr sz="2400" b="1" spc="-655">
                <a:solidFill>
                  <a:srgbClr val="001F5F"/>
                </a:solidFill>
                <a:latin typeface="Arial"/>
                <a:cs typeface="Arial"/>
              </a:rPr>
              <a:t> </a:t>
            </a:r>
            <a:r>
              <a:rPr sz="2400" b="1" spc="-5">
                <a:solidFill>
                  <a:srgbClr val="001F5F"/>
                </a:solidFill>
                <a:latin typeface="Arial"/>
                <a:cs typeface="Arial"/>
              </a:rPr>
              <a:t>leadership.</a:t>
            </a:r>
            <a:endParaRPr sz="240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sp>
          <p:nvSpPr>
            <p:cNvPr id="3" name="object 3"/>
            <p:cNvSpPr/>
            <p:nvPr/>
          </p:nvSpPr>
          <p:spPr>
            <a:xfrm>
              <a:off x="607694" y="609600"/>
              <a:ext cx="10972800" cy="5638800"/>
            </a:xfrm>
            <a:custGeom>
              <a:avLst/>
              <a:gdLst/>
              <a:ahLst/>
              <a:cxnLst/>
              <a:rect l="l" t="t" r="r" b="b"/>
              <a:pathLst>
                <a:path w="10972800" h="5638800">
                  <a:moveTo>
                    <a:pt x="0" y="5638800"/>
                  </a:moveTo>
                  <a:lnTo>
                    <a:pt x="10972800" y="5638800"/>
                  </a:lnTo>
                  <a:lnTo>
                    <a:pt x="10972800" y="0"/>
                  </a:lnTo>
                  <a:lnTo>
                    <a:pt x="0" y="0"/>
                  </a:lnTo>
                  <a:lnTo>
                    <a:pt x="0" y="5638800"/>
                  </a:lnTo>
                  <a:close/>
                </a:path>
              </a:pathLst>
            </a:custGeom>
            <a:ln w="15875">
              <a:solidFill>
                <a:srgbClr val="83992A"/>
              </a:solidFill>
            </a:ln>
          </p:spPr>
          <p:txBody>
            <a:bodyPr wrap="square" lIns="0" tIns="0" rIns="0" bIns="0" rtlCol="0"/>
            <a:lstStyle/>
            <a:p>
              <a:endParaRPr/>
            </a:p>
          </p:txBody>
        </p:sp>
        <p:pic>
          <p:nvPicPr>
            <p:cNvPr id="4" name="object 4"/>
            <p:cNvPicPr/>
            <p:nvPr/>
          </p:nvPicPr>
          <p:blipFill>
            <a:blip r:embed="rId2" cstate="print"/>
            <a:stretch>
              <a:fillRect/>
            </a:stretch>
          </p:blipFill>
          <p:spPr>
            <a:xfrm>
              <a:off x="0" y="3154679"/>
              <a:ext cx="762000" cy="605154"/>
            </a:xfrm>
            <a:prstGeom prst="rect">
              <a:avLst/>
            </a:prstGeom>
          </p:spPr>
        </p:pic>
        <p:pic>
          <p:nvPicPr>
            <p:cNvPr id="5" name="object 5"/>
            <p:cNvPicPr/>
            <p:nvPr/>
          </p:nvPicPr>
          <p:blipFill>
            <a:blip r:embed="rId3" cstate="print"/>
            <a:stretch>
              <a:fillRect/>
            </a:stretch>
          </p:blipFill>
          <p:spPr>
            <a:xfrm>
              <a:off x="11437619" y="3154679"/>
              <a:ext cx="754379" cy="605154"/>
            </a:xfrm>
            <a:prstGeom prst="rect">
              <a:avLst/>
            </a:prstGeom>
          </p:spPr>
        </p:pic>
        <p:pic>
          <p:nvPicPr>
            <p:cNvPr id="6" name="object 6"/>
            <p:cNvPicPr/>
            <p:nvPr/>
          </p:nvPicPr>
          <p:blipFill>
            <a:blip r:embed="rId4" cstate="print"/>
            <a:stretch>
              <a:fillRect/>
            </a:stretch>
          </p:blipFill>
          <p:spPr>
            <a:xfrm>
              <a:off x="485775" y="735965"/>
              <a:ext cx="1962150" cy="2038350"/>
            </a:xfrm>
            <a:prstGeom prst="rect">
              <a:avLst/>
            </a:prstGeom>
          </p:spPr>
        </p:pic>
        <p:pic>
          <p:nvPicPr>
            <p:cNvPr id="7" name="object 7"/>
            <p:cNvPicPr/>
            <p:nvPr/>
          </p:nvPicPr>
          <p:blipFill>
            <a:blip r:embed="rId5" cstate="print"/>
            <a:stretch>
              <a:fillRect/>
            </a:stretch>
          </p:blipFill>
          <p:spPr>
            <a:xfrm>
              <a:off x="289559" y="690244"/>
              <a:ext cx="1968500" cy="2043429"/>
            </a:xfrm>
            <a:prstGeom prst="rect">
              <a:avLst/>
            </a:prstGeom>
          </p:spPr>
        </p:pic>
        <p:sp>
          <p:nvSpPr>
            <p:cNvPr id="8" name="object 8"/>
            <p:cNvSpPr/>
            <p:nvPr/>
          </p:nvSpPr>
          <p:spPr>
            <a:xfrm>
              <a:off x="572769" y="1457960"/>
              <a:ext cx="1873250" cy="597535"/>
            </a:xfrm>
            <a:custGeom>
              <a:avLst/>
              <a:gdLst/>
              <a:ahLst/>
              <a:cxnLst/>
              <a:rect l="l" t="t" r="r" b="b"/>
              <a:pathLst>
                <a:path w="1873250" h="597535">
                  <a:moveTo>
                    <a:pt x="1873250" y="0"/>
                  </a:moveTo>
                  <a:lnTo>
                    <a:pt x="0" y="0"/>
                  </a:lnTo>
                  <a:lnTo>
                    <a:pt x="0" y="597535"/>
                  </a:lnTo>
                  <a:lnTo>
                    <a:pt x="1873250" y="597535"/>
                  </a:lnTo>
                  <a:lnTo>
                    <a:pt x="1873250" y="0"/>
                  </a:lnTo>
                  <a:close/>
                </a:path>
              </a:pathLst>
            </a:custGeom>
            <a:solidFill>
              <a:srgbClr val="A9DDC5"/>
            </a:solidFill>
          </p:spPr>
          <p:txBody>
            <a:bodyPr wrap="square" lIns="0" tIns="0" rIns="0" bIns="0" rtlCol="0"/>
            <a:lstStyle/>
            <a:p>
              <a:endParaRPr/>
            </a:p>
          </p:txBody>
        </p:sp>
      </p:grpSp>
      <p:sp>
        <p:nvSpPr>
          <p:cNvPr id="9" name="object 9"/>
          <p:cNvSpPr txBox="1"/>
          <p:nvPr/>
        </p:nvSpPr>
        <p:spPr>
          <a:xfrm>
            <a:off x="804468" y="1417396"/>
            <a:ext cx="1286510" cy="574675"/>
          </a:xfrm>
          <a:prstGeom prst="rect">
            <a:avLst/>
          </a:prstGeom>
        </p:spPr>
        <p:txBody>
          <a:bodyPr vert="horz" wrap="square" lIns="0" tIns="12700" rIns="0" bIns="0" rtlCol="0">
            <a:spAutoFit/>
          </a:bodyPr>
          <a:lstStyle/>
          <a:p>
            <a:pPr marL="12700">
              <a:lnSpc>
                <a:spcPct val="100000"/>
              </a:lnSpc>
              <a:spcBef>
                <a:spcPts val="100"/>
              </a:spcBef>
            </a:pPr>
            <a:r>
              <a:rPr sz="3600" b="1" spc="-490" dirty="0">
                <a:solidFill>
                  <a:srgbClr val="1F2A35"/>
                </a:solidFill>
                <a:latin typeface="Trebuchet MS"/>
                <a:cs typeface="Trebuchet MS"/>
              </a:rPr>
              <a:t>MISSION</a:t>
            </a:r>
            <a:endParaRPr sz="3600">
              <a:latin typeface="Trebuchet MS"/>
              <a:cs typeface="Trebuchet MS"/>
            </a:endParaRPr>
          </a:p>
        </p:txBody>
      </p:sp>
      <p:sp>
        <p:nvSpPr>
          <p:cNvPr id="10" name="object 10"/>
          <p:cNvSpPr txBox="1"/>
          <p:nvPr/>
        </p:nvSpPr>
        <p:spPr>
          <a:xfrm>
            <a:off x="2529967" y="706043"/>
            <a:ext cx="8755380" cy="787523"/>
          </a:xfrm>
          <a:prstGeom prst="rect">
            <a:avLst/>
          </a:prstGeom>
        </p:spPr>
        <p:txBody>
          <a:bodyPr vert="horz" wrap="square" lIns="0" tIns="12700" rIns="0" bIns="0" rtlCol="0">
            <a:spAutoFit/>
          </a:bodyPr>
          <a:lstStyle/>
          <a:p>
            <a:pPr marL="299085" marR="5080" indent="-287020" algn="just">
              <a:lnSpc>
                <a:spcPct val="133000"/>
              </a:lnSpc>
              <a:spcBef>
                <a:spcPts val="100"/>
              </a:spcBef>
              <a:buClr>
                <a:srgbClr val="83992A"/>
              </a:buClr>
              <a:buSzPct val="115000"/>
              <a:buFont typeface="Arial MT"/>
              <a:buChar char="•"/>
              <a:tabLst>
                <a:tab pos="301625" algn="l"/>
                <a:tab pos="302260" algn="l"/>
              </a:tabLst>
            </a:pPr>
            <a:r>
              <a:rPr sz="2000" b="1" spc="10">
                <a:solidFill>
                  <a:srgbClr val="001F5F"/>
                </a:solidFill>
                <a:latin typeface="Arial"/>
                <a:cs typeface="Arial"/>
              </a:rPr>
              <a:t>To</a:t>
            </a:r>
            <a:r>
              <a:rPr sz="2000" b="1" spc="60">
                <a:solidFill>
                  <a:srgbClr val="001F5F"/>
                </a:solidFill>
                <a:latin typeface="Arial"/>
                <a:cs typeface="Arial"/>
              </a:rPr>
              <a:t> </a:t>
            </a:r>
            <a:r>
              <a:rPr sz="2000" b="1" spc="-10">
                <a:solidFill>
                  <a:srgbClr val="001F5F"/>
                </a:solidFill>
                <a:latin typeface="Arial"/>
                <a:cs typeface="Arial"/>
              </a:rPr>
              <a:t>transform</a:t>
            </a:r>
            <a:r>
              <a:rPr sz="2000" b="1" spc="95">
                <a:solidFill>
                  <a:srgbClr val="001F5F"/>
                </a:solidFill>
                <a:latin typeface="Arial"/>
                <a:cs typeface="Arial"/>
              </a:rPr>
              <a:t> </a:t>
            </a:r>
            <a:r>
              <a:rPr sz="2000" b="1" spc="-5">
                <a:solidFill>
                  <a:srgbClr val="001F5F"/>
                </a:solidFill>
                <a:latin typeface="Arial"/>
                <a:cs typeface="Arial"/>
              </a:rPr>
              <a:t>education</a:t>
            </a:r>
            <a:r>
              <a:rPr sz="2000" b="1" spc="130">
                <a:solidFill>
                  <a:srgbClr val="001F5F"/>
                </a:solidFill>
                <a:latin typeface="Arial"/>
                <a:cs typeface="Arial"/>
              </a:rPr>
              <a:t> </a:t>
            </a:r>
            <a:r>
              <a:rPr sz="2000" b="1" spc="-10">
                <a:solidFill>
                  <a:srgbClr val="001F5F"/>
                </a:solidFill>
                <a:latin typeface="Arial"/>
                <a:cs typeface="Arial"/>
              </a:rPr>
              <a:t>through</a:t>
            </a:r>
            <a:r>
              <a:rPr sz="2000" b="1" spc="130">
                <a:solidFill>
                  <a:srgbClr val="001F5F"/>
                </a:solidFill>
                <a:latin typeface="Arial"/>
                <a:cs typeface="Arial"/>
              </a:rPr>
              <a:t> </a:t>
            </a:r>
            <a:r>
              <a:rPr sz="2000" b="1" spc="-5">
                <a:solidFill>
                  <a:srgbClr val="001F5F"/>
                </a:solidFill>
                <a:latin typeface="Arial"/>
                <a:cs typeface="Arial"/>
              </a:rPr>
              <a:t>academic</a:t>
            </a:r>
            <a:r>
              <a:rPr sz="2000" b="1" spc="85">
                <a:solidFill>
                  <a:srgbClr val="001F5F"/>
                </a:solidFill>
                <a:latin typeface="Arial"/>
                <a:cs typeface="Arial"/>
              </a:rPr>
              <a:t> </a:t>
            </a:r>
            <a:r>
              <a:rPr sz="2000" b="1" spc="-10">
                <a:solidFill>
                  <a:srgbClr val="001F5F"/>
                </a:solidFill>
                <a:latin typeface="Arial"/>
                <a:cs typeface="Arial"/>
              </a:rPr>
              <a:t>rigor,</a:t>
            </a:r>
            <a:r>
              <a:rPr sz="2000" b="1" spc="80">
                <a:solidFill>
                  <a:srgbClr val="001F5F"/>
                </a:solidFill>
                <a:latin typeface="Arial"/>
                <a:cs typeface="Arial"/>
              </a:rPr>
              <a:t> </a:t>
            </a:r>
            <a:r>
              <a:rPr sz="2000" b="1" spc="-5">
                <a:solidFill>
                  <a:srgbClr val="001F5F"/>
                </a:solidFill>
                <a:latin typeface="Arial"/>
                <a:cs typeface="Arial"/>
              </a:rPr>
              <a:t>practical</a:t>
            </a:r>
            <a:r>
              <a:rPr sz="2000" b="1" spc="60">
                <a:solidFill>
                  <a:srgbClr val="001F5F"/>
                </a:solidFill>
                <a:latin typeface="Arial"/>
                <a:cs typeface="Arial"/>
              </a:rPr>
              <a:t> </a:t>
            </a:r>
            <a:r>
              <a:rPr sz="2000" b="1" spc="-5">
                <a:solidFill>
                  <a:srgbClr val="001F5F"/>
                </a:solidFill>
                <a:latin typeface="Arial"/>
                <a:cs typeface="Arial"/>
              </a:rPr>
              <a:t>orientation, </a:t>
            </a:r>
            <a:r>
              <a:rPr sz="2000" b="1" spc="-540">
                <a:solidFill>
                  <a:srgbClr val="001F5F"/>
                </a:solidFill>
                <a:latin typeface="Arial"/>
                <a:cs typeface="Arial"/>
              </a:rPr>
              <a:t> </a:t>
            </a:r>
            <a:r>
              <a:rPr sz="2000" b="1" spc="-5">
                <a:solidFill>
                  <a:srgbClr val="001F5F"/>
                </a:solidFill>
                <a:latin typeface="Arial"/>
                <a:cs typeface="Arial"/>
              </a:rPr>
              <a:t>and</a:t>
            </a:r>
            <a:r>
              <a:rPr sz="2000" b="1">
                <a:solidFill>
                  <a:srgbClr val="001F5F"/>
                </a:solidFill>
                <a:latin typeface="Arial"/>
                <a:cs typeface="Arial"/>
              </a:rPr>
              <a:t> </a:t>
            </a:r>
            <a:r>
              <a:rPr sz="2000" b="1" spc="-5">
                <a:solidFill>
                  <a:srgbClr val="001F5F"/>
                </a:solidFill>
                <a:latin typeface="Arial"/>
                <a:cs typeface="Arial"/>
              </a:rPr>
              <a:t>outcome-based</a:t>
            </a:r>
            <a:r>
              <a:rPr sz="2000" b="1" spc="-45">
                <a:solidFill>
                  <a:srgbClr val="001F5F"/>
                </a:solidFill>
                <a:latin typeface="Arial"/>
                <a:cs typeface="Arial"/>
              </a:rPr>
              <a:t> </a:t>
            </a:r>
            <a:r>
              <a:rPr sz="2000" b="1">
                <a:solidFill>
                  <a:srgbClr val="001F5F"/>
                </a:solidFill>
                <a:latin typeface="Arial"/>
                <a:cs typeface="Arial"/>
              </a:rPr>
              <a:t>teaching.</a:t>
            </a:r>
            <a:endParaRPr sz="2000">
              <a:latin typeface="Arial"/>
              <a:cs typeface="Arial"/>
            </a:endParaRPr>
          </a:p>
        </p:txBody>
      </p:sp>
      <p:sp>
        <p:nvSpPr>
          <p:cNvPr id="11" name="object 11"/>
          <p:cNvSpPr txBox="1"/>
          <p:nvPr/>
        </p:nvSpPr>
        <p:spPr>
          <a:xfrm>
            <a:off x="2529967" y="1804797"/>
            <a:ext cx="8621395" cy="329565"/>
          </a:xfrm>
          <a:prstGeom prst="rect">
            <a:avLst/>
          </a:prstGeom>
        </p:spPr>
        <p:txBody>
          <a:bodyPr vert="horz" wrap="square" lIns="0" tIns="11430" rIns="0" bIns="0" rtlCol="0">
            <a:spAutoFit/>
          </a:bodyPr>
          <a:lstStyle/>
          <a:p>
            <a:pPr marL="302260" indent="-289560" algn="just">
              <a:lnSpc>
                <a:spcPct val="100000"/>
              </a:lnSpc>
              <a:spcBef>
                <a:spcPts val="90"/>
              </a:spcBef>
              <a:buClr>
                <a:srgbClr val="83992A"/>
              </a:buClr>
              <a:buSzPct val="115000"/>
              <a:buFont typeface="Arial MT"/>
              <a:buChar char="•"/>
              <a:tabLst>
                <a:tab pos="301625" algn="l"/>
                <a:tab pos="302260" algn="l"/>
                <a:tab pos="2320290" algn="l"/>
                <a:tab pos="3737610" algn="l"/>
                <a:tab pos="4021454" algn="l"/>
                <a:tab pos="5603875" algn="l"/>
                <a:tab pos="5993765" algn="l"/>
                <a:tab pos="7592059" algn="l"/>
              </a:tabLst>
            </a:pPr>
            <a:r>
              <a:rPr sz="2000" b="1" spc="10" dirty="0">
                <a:solidFill>
                  <a:srgbClr val="001F5F"/>
                </a:solidFill>
                <a:latin typeface="Arial"/>
                <a:cs typeface="Arial"/>
              </a:rPr>
              <a:t>To</a:t>
            </a:r>
            <a:r>
              <a:rPr sz="2000" b="1" spc="55" dirty="0">
                <a:solidFill>
                  <a:srgbClr val="001F5F"/>
                </a:solidFill>
                <a:latin typeface="Arial"/>
                <a:cs typeface="Arial"/>
              </a:rPr>
              <a:t> </a:t>
            </a:r>
            <a:r>
              <a:rPr sz="2000" b="1" spc="-10" dirty="0">
                <a:solidFill>
                  <a:srgbClr val="001F5F"/>
                </a:solidFill>
                <a:latin typeface="Arial"/>
                <a:cs typeface="Arial"/>
              </a:rPr>
              <a:t>develop</a:t>
            </a:r>
            <a:r>
              <a:rPr sz="2000" b="1" spc="65" dirty="0">
                <a:solidFill>
                  <a:srgbClr val="001F5F"/>
                </a:solidFill>
                <a:latin typeface="Arial"/>
                <a:cs typeface="Arial"/>
              </a:rPr>
              <a:t> </a:t>
            </a:r>
            <a:r>
              <a:rPr sz="2000" b="1" spc="-5" dirty="0">
                <a:solidFill>
                  <a:srgbClr val="001F5F"/>
                </a:solidFill>
                <a:latin typeface="Arial"/>
                <a:cs typeface="Arial"/>
              </a:rPr>
              <a:t>and	implement	a	relationship	of	cooperation	between</a:t>
            </a:r>
            <a:endParaRPr sz="2000" dirty="0">
              <a:latin typeface="Arial"/>
              <a:cs typeface="Arial"/>
            </a:endParaRPr>
          </a:p>
        </p:txBody>
      </p:sp>
      <p:sp>
        <p:nvSpPr>
          <p:cNvPr id="12" name="object 12"/>
          <p:cNvSpPr txBox="1"/>
          <p:nvPr/>
        </p:nvSpPr>
        <p:spPr>
          <a:xfrm>
            <a:off x="1360486" y="2216746"/>
            <a:ext cx="9918065" cy="3357245"/>
          </a:xfrm>
          <a:prstGeom prst="rect">
            <a:avLst/>
          </a:prstGeom>
        </p:spPr>
        <p:txBody>
          <a:bodyPr vert="horz" wrap="square" lIns="0" tIns="11430" rIns="0" bIns="0" rtlCol="0">
            <a:spAutoFit/>
          </a:bodyPr>
          <a:lstStyle/>
          <a:p>
            <a:pPr marL="12700" algn="just">
              <a:lnSpc>
                <a:spcPct val="100000"/>
              </a:lnSpc>
              <a:spcBef>
                <a:spcPts val="90"/>
              </a:spcBef>
              <a:tabLst>
                <a:tab pos="1445260" algn="l"/>
                <a:tab pos="9420860" algn="l"/>
              </a:tabLst>
            </a:pPr>
            <a:r>
              <a:rPr sz="2000" b="1" strike="sngStrike" spc="-5" dirty="0">
                <a:solidFill>
                  <a:srgbClr val="001F5F"/>
                </a:solidFill>
                <a:latin typeface="Arial"/>
                <a:cs typeface="Arial"/>
              </a:rPr>
              <a:t> </a:t>
            </a:r>
            <a:r>
              <a:rPr sz="2000" b="1" spc="-5" dirty="0">
                <a:solidFill>
                  <a:srgbClr val="001F5F"/>
                </a:solidFill>
                <a:latin typeface="Arial"/>
                <a:cs typeface="Arial"/>
              </a:rPr>
              <a:t>	industry</a:t>
            </a:r>
            <a:r>
              <a:rPr sz="2000" b="1" spc="-105" dirty="0">
                <a:solidFill>
                  <a:srgbClr val="001F5F"/>
                </a:solidFill>
                <a:latin typeface="Arial"/>
                <a:cs typeface="Arial"/>
              </a:rPr>
              <a:t> </a:t>
            </a:r>
            <a:r>
              <a:rPr sz="2000" b="1" spc="-5" dirty="0">
                <a:solidFill>
                  <a:srgbClr val="001F5F"/>
                </a:solidFill>
                <a:latin typeface="Arial"/>
                <a:cs typeface="Arial"/>
              </a:rPr>
              <a:t>and</a:t>
            </a:r>
            <a:r>
              <a:rPr sz="2000" b="1" spc="20" dirty="0">
                <a:solidFill>
                  <a:srgbClr val="001F5F"/>
                </a:solidFill>
                <a:latin typeface="Arial"/>
                <a:cs typeface="Arial"/>
              </a:rPr>
              <a:t> </a:t>
            </a:r>
            <a:r>
              <a:rPr sz="2000" b="1" spc="-5" dirty="0" err="1">
                <a:solidFill>
                  <a:srgbClr val="001F5F"/>
                </a:solidFill>
                <a:latin typeface="Arial"/>
                <a:cs typeface="Arial"/>
              </a:rPr>
              <a:t>academ</a:t>
            </a:r>
            <a:r>
              <a:rPr lang="en-IN" sz="2000" b="1" spc="-5" dirty="0" err="1">
                <a:solidFill>
                  <a:srgbClr val="001F5F"/>
                </a:solidFill>
                <a:latin typeface="Arial"/>
                <a:cs typeface="Arial"/>
              </a:rPr>
              <a:t>ia.</a:t>
            </a:r>
            <a:endParaRPr sz="2000" dirty="0">
              <a:latin typeface="Arial"/>
              <a:cs typeface="Arial"/>
            </a:endParaRPr>
          </a:p>
          <a:p>
            <a:pPr marL="1445260" marR="5080" indent="-287020" algn="just">
              <a:lnSpc>
                <a:spcPct val="139000"/>
              </a:lnSpc>
              <a:spcBef>
                <a:spcPts val="1325"/>
              </a:spcBef>
              <a:buClr>
                <a:srgbClr val="83992A"/>
              </a:buClr>
              <a:buSzPct val="115000"/>
              <a:buFont typeface="Arial MT"/>
              <a:buChar char="•"/>
              <a:tabLst>
                <a:tab pos="1445260" algn="l"/>
                <a:tab pos="1445895" algn="l"/>
                <a:tab pos="1915160" algn="l"/>
                <a:tab pos="3314065" algn="l"/>
                <a:tab pos="4622165" algn="l"/>
                <a:tab pos="5866130" algn="l"/>
                <a:tab pos="7405370" algn="l"/>
                <a:tab pos="8234680" algn="l"/>
                <a:tab pos="9460865" algn="l"/>
              </a:tabLst>
            </a:pPr>
            <a:r>
              <a:rPr sz="2000" b="1" spc="25" dirty="0">
                <a:solidFill>
                  <a:srgbClr val="001F5F"/>
                </a:solidFill>
                <a:latin typeface="Arial"/>
                <a:cs typeface="Arial"/>
              </a:rPr>
              <a:t>T</a:t>
            </a:r>
            <a:r>
              <a:rPr sz="2000" b="1" spc="-5" dirty="0">
                <a:solidFill>
                  <a:srgbClr val="001F5F"/>
                </a:solidFill>
                <a:latin typeface="Arial"/>
                <a:cs typeface="Arial"/>
              </a:rPr>
              <a:t>o</a:t>
            </a:r>
            <a:r>
              <a:rPr sz="2000" b="1" dirty="0">
                <a:solidFill>
                  <a:srgbClr val="001F5F"/>
                </a:solidFill>
                <a:latin typeface="Arial"/>
                <a:cs typeface="Arial"/>
              </a:rPr>
              <a:t>	</a:t>
            </a:r>
            <a:r>
              <a:rPr sz="2000" b="1" spc="-5" dirty="0">
                <a:solidFill>
                  <a:srgbClr val="001F5F"/>
                </a:solidFill>
                <a:latin typeface="Arial"/>
                <a:cs typeface="Arial"/>
              </a:rPr>
              <a:t>unde</a:t>
            </a:r>
            <a:r>
              <a:rPr sz="2000" b="1" spc="-15" dirty="0">
                <a:solidFill>
                  <a:srgbClr val="001F5F"/>
                </a:solidFill>
                <a:latin typeface="Arial"/>
                <a:cs typeface="Arial"/>
              </a:rPr>
              <a:t>r</a:t>
            </a:r>
            <a:r>
              <a:rPr sz="2000" b="1" dirty="0">
                <a:solidFill>
                  <a:srgbClr val="001F5F"/>
                </a:solidFill>
                <a:latin typeface="Arial"/>
                <a:cs typeface="Arial"/>
              </a:rPr>
              <a:t>t</a:t>
            </a:r>
            <a:r>
              <a:rPr sz="2000" b="1" spc="-5" dirty="0">
                <a:solidFill>
                  <a:srgbClr val="001F5F"/>
                </a:solidFill>
                <a:latin typeface="Arial"/>
                <a:cs typeface="Arial"/>
              </a:rPr>
              <a:t>a</a:t>
            </a:r>
            <a:r>
              <a:rPr sz="2000" b="1" spc="-15" dirty="0">
                <a:solidFill>
                  <a:srgbClr val="001F5F"/>
                </a:solidFill>
                <a:latin typeface="Arial"/>
                <a:cs typeface="Arial"/>
              </a:rPr>
              <a:t>k</a:t>
            </a:r>
            <a:r>
              <a:rPr sz="2000" b="1" spc="-5" dirty="0">
                <a:solidFill>
                  <a:srgbClr val="001F5F"/>
                </a:solidFill>
                <a:latin typeface="Arial"/>
                <a:cs typeface="Arial"/>
              </a:rPr>
              <a:t>e</a:t>
            </a:r>
            <a:r>
              <a:rPr sz="2000" b="1" dirty="0">
                <a:solidFill>
                  <a:srgbClr val="001F5F"/>
                </a:solidFill>
                <a:latin typeface="Arial"/>
                <a:cs typeface="Arial"/>
              </a:rPr>
              <a:t>	</a:t>
            </a:r>
            <a:r>
              <a:rPr sz="2000" b="1" spc="-5" dirty="0">
                <a:solidFill>
                  <a:srgbClr val="001F5F"/>
                </a:solidFill>
                <a:latin typeface="Arial"/>
                <a:cs typeface="Arial"/>
              </a:rPr>
              <a:t>im</a:t>
            </a:r>
            <a:r>
              <a:rPr sz="2000" b="1" dirty="0">
                <a:solidFill>
                  <a:srgbClr val="001F5F"/>
                </a:solidFill>
                <a:latin typeface="Arial"/>
                <a:cs typeface="Arial"/>
              </a:rPr>
              <a:t>p</a:t>
            </a:r>
            <a:r>
              <a:rPr sz="2000" b="1" spc="-5" dirty="0">
                <a:solidFill>
                  <a:srgbClr val="001F5F"/>
                </a:solidFill>
                <a:latin typeface="Arial"/>
                <a:cs typeface="Arial"/>
              </a:rPr>
              <a:t>a</a:t>
            </a:r>
            <a:r>
              <a:rPr sz="2000" b="1" spc="-15" dirty="0">
                <a:solidFill>
                  <a:srgbClr val="001F5F"/>
                </a:solidFill>
                <a:latin typeface="Arial"/>
                <a:cs typeface="Arial"/>
              </a:rPr>
              <a:t>c</a:t>
            </a:r>
            <a:r>
              <a:rPr sz="2000" b="1" dirty="0">
                <a:solidFill>
                  <a:srgbClr val="001F5F"/>
                </a:solidFill>
                <a:latin typeface="Arial"/>
                <a:cs typeface="Arial"/>
              </a:rPr>
              <a:t>tf</a:t>
            </a:r>
            <a:r>
              <a:rPr sz="2000" b="1" spc="-5" dirty="0">
                <a:solidFill>
                  <a:srgbClr val="001F5F"/>
                </a:solidFill>
                <a:latin typeface="Arial"/>
                <a:cs typeface="Arial"/>
              </a:rPr>
              <a:t>ul</a:t>
            </a:r>
            <a:r>
              <a:rPr sz="2000" b="1" dirty="0">
                <a:solidFill>
                  <a:srgbClr val="001F5F"/>
                </a:solidFill>
                <a:latin typeface="Arial"/>
                <a:cs typeface="Arial"/>
              </a:rPr>
              <a:t>	</a:t>
            </a:r>
            <a:r>
              <a:rPr sz="2000" b="1" spc="-15" dirty="0">
                <a:solidFill>
                  <a:srgbClr val="001F5F"/>
                </a:solidFill>
                <a:latin typeface="Arial"/>
                <a:cs typeface="Arial"/>
              </a:rPr>
              <a:t>r</a:t>
            </a:r>
            <a:r>
              <a:rPr sz="2000" b="1" spc="-5" dirty="0">
                <a:solidFill>
                  <a:srgbClr val="001F5F"/>
                </a:solidFill>
                <a:latin typeface="Arial"/>
                <a:cs typeface="Arial"/>
              </a:rPr>
              <a:t>e</a:t>
            </a:r>
            <a:r>
              <a:rPr sz="2000" b="1" spc="-15" dirty="0">
                <a:solidFill>
                  <a:srgbClr val="001F5F"/>
                </a:solidFill>
                <a:latin typeface="Arial"/>
                <a:cs typeface="Arial"/>
              </a:rPr>
              <a:t>s</a:t>
            </a:r>
            <a:r>
              <a:rPr sz="2000" b="1" spc="10" dirty="0">
                <a:solidFill>
                  <a:srgbClr val="001F5F"/>
                </a:solidFill>
                <a:latin typeface="Arial"/>
                <a:cs typeface="Arial"/>
              </a:rPr>
              <a:t>e</a:t>
            </a:r>
            <a:r>
              <a:rPr sz="2000" b="1" spc="-5" dirty="0">
                <a:solidFill>
                  <a:srgbClr val="001F5F"/>
                </a:solidFill>
                <a:latin typeface="Arial"/>
                <a:cs typeface="Arial"/>
              </a:rPr>
              <a:t>a</a:t>
            </a:r>
            <a:r>
              <a:rPr sz="2000" b="1" spc="5" dirty="0">
                <a:solidFill>
                  <a:srgbClr val="001F5F"/>
                </a:solidFill>
                <a:latin typeface="Arial"/>
                <a:cs typeface="Arial"/>
              </a:rPr>
              <a:t>r</a:t>
            </a:r>
            <a:r>
              <a:rPr sz="2000" b="1" spc="-5" dirty="0">
                <a:solidFill>
                  <a:srgbClr val="001F5F"/>
                </a:solidFill>
                <a:latin typeface="Arial"/>
                <a:cs typeface="Arial"/>
              </a:rPr>
              <a:t>ch</a:t>
            </a:r>
            <a:r>
              <a:rPr sz="2000" b="1" dirty="0">
                <a:solidFill>
                  <a:srgbClr val="001F5F"/>
                </a:solidFill>
                <a:latin typeface="Arial"/>
                <a:cs typeface="Arial"/>
              </a:rPr>
              <a:t>	</a:t>
            </a:r>
            <a:r>
              <a:rPr sz="2000" b="1" spc="-5" dirty="0">
                <a:solidFill>
                  <a:srgbClr val="001F5F"/>
                </a:solidFill>
                <a:latin typeface="Arial"/>
                <a:cs typeface="Arial"/>
              </a:rPr>
              <a:t>ad</a:t>
            </a:r>
            <a:r>
              <a:rPr sz="2000" b="1" dirty="0">
                <a:solidFill>
                  <a:srgbClr val="001F5F"/>
                </a:solidFill>
                <a:latin typeface="Arial"/>
                <a:cs typeface="Arial"/>
              </a:rPr>
              <a:t>d</a:t>
            </a:r>
            <a:r>
              <a:rPr sz="2000" b="1" spc="-15" dirty="0">
                <a:solidFill>
                  <a:srgbClr val="001F5F"/>
                </a:solidFill>
                <a:latin typeface="Arial"/>
                <a:cs typeface="Arial"/>
              </a:rPr>
              <a:t>r</a:t>
            </a:r>
            <a:r>
              <a:rPr sz="2000" b="1" spc="-5" dirty="0">
                <a:solidFill>
                  <a:srgbClr val="001F5F"/>
                </a:solidFill>
                <a:latin typeface="Arial"/>
                <a:cs typeface="Arial"/>
              </a:rPr>
              <a:t>e</a:t>
            </a:r>
            <a:r>
              <a:rPr sz="2000" b="1" spc="5" dirty="0">
                <a:solidFill>
                  <a:srgbClr val="001F5F"/>
                </a:solidFill>
                <a:latin typeface="Arial"/>
                <a:cs typeface="Arial"/>
              </a:rPr>
              <a:t>s</a:t>
            </a:r>
            <a:r>
              <a:rPr sz="2000" b="1" spc="-5" dirty="0">
                <a:solidFill>
                  <a:srgbClr val="001F5F"/>
                </a:solidFill>
                <a:latin typeface="Arial"/>
                <a:cs typeface="Arial"/>
              </a:rPr>
              <a:t>sing</a:t>
            </a:r>
            <a:r>
              <a:rPr sz="2000" b="1" dirty="0">
                <a:solidFill>
                  <a:srgbClr val="001F5F"/>
                </a:solidFill>
                <a:latin typeface="Arial"/>
                <a:cs typeface="Arial"/>
              </a:rPr>
              <a:t>	</a:t>
            </a:r>
            <a:r>
              <a:rPr sz="2000" b="1" spc="-5" dirty="0">
                <a:solidFill>
                  <a:srgbClr val="001F5F"/>
                </a:solidFill>
                <a:latin typeface="Arial"/>
                <a:cs typeface="Arial"/>
              </a:rPr>
              <a:t>local,</a:t>
            </a:r>
            <a:r>
              <a:rPr sz="2000" b="1" dirty="0">
                <a:solidFill>
                  <a:srgbClr val="001F5F"/>
                </a:solidFill>
                <a:latin typeface="Arial"/>
                <a:cs typeface="Arial"/>
              </a:rPr>
              <a:t>	</a:t>
            </a:r>
            <a:r>
              <a:rPr sz="2000" b="1" spc="-5" dirty="0">
                <a:solidFill>
                  <a:srgbClr val="001F5F"/>
                </a:solidFill>
                <a:latin typeface="Arial"/>
                <a:cs typeface="Arial"/>
              </a:rPr>
              <a:t>nati</a:t>
            </a:r>
            <a:r>
              <a:rPr sz="2000" b="1" dirty="0">
                <a:solidFill>
                  <a:srgbClr val="001F5F"/>
                </a:solidFill>
                <a:latin typeface="Arial"/>
                <a:cs typeface="Arial"/>
              </a:rPr>
              <a:t>o</a:t>
            </a:r>
            <a:r>
              <a:rPr sz="2000" b="1" spc="-5" dirty="0">
                <a:solidFill>
                  <a:srgbClr val="001F5F"/>
                </a:solidFill>
                <a:latin typeface="Arial"/>
                <a:cs typeface="Arial"/>
              </a:rPr>
              <a:t>nal,</a:t>
            </a:r>
            <a:r>
              <a:rPr sz="2000" b="1" dirty="0">
                <a:solidFill>
                  <a:srgbClr val="001F5F"/>
                </a:solidFill>
                <a:latin typeface="Arial"/>
                <a:cs typeface="Arial"/>
              </a:rPr>
              <a:t>	</a:t>
            </a:r>
            <a:r>
              <a:rPr sz="2000" b="1" spc="-35" dirty="0">
                <a:solidFill>
                  <a:srgbClr val="001F5F"/>
                </a:solidFill>
                <a:latin typeface="Arial"/>
                <a:cs typeface="Arial"/>
              </a:rPr>
              <a:t>a</a:t>
            </a:r>
            <a:r>
              <a:rPr sz="2000" b="1" spc="-25" dirty="0">
                <a:solidFill>
                  <a:srgbClr val="001F5F"/>
                </a:solidFill>
                <a:latin typeface="Arial"/>
                <a:cs typeface="Arial"/>
              </a:rPr>
              <a:t>n</a:t>
            </a:r>
            <a:r>
              <a:rPr sz="2000" b="1" spc="-5" dirty="0">
                <a:solidFill>
                  <a:srgbClr val="001F5F"/>
                </a:solidFill>
                <a:latin typeface="Arial"/>
                <a:cs typeface="Arial"/>
              </a:rPr>
              <a:t>d  global</a:t>
            </a:r>
            <a:r>
              <a:rPr sz="2000" b="1" spc="-35" dirty="0">
                <a:solidFill>
                  <a:srgbClr val="001F5F"/>
                </a:solidFill>
                <a:latin typeface="Arial"/>
                <a:cs typeface="Arial"/>
              </a:rPr>
              <a:t> </a:t>
            </a:r>
            <a:r>
              <a:rPr sz="2000" b="1" spc="-5" dirty="0">
                <a:solidFill>
                  <a:srgbClr val="001F5F"/>
                </a:solidFill>
                <a:latin typeface="Arial"/>
                <a:cs typeface="Arial"/>
              </a:rPr>
              <a:t>challenges.</a:t>
            </a:r>
            <a:endParaRPr sz="2000" dirty="0">
              <a:latin typeface="Arial"/>
              <a:cs typeface="Arial"/>
            </a:endParaRPr>
          </a:p>
          <a:p>
            <a:pPr marL="1445260" marR="25400" indent="-287020" algn="just">
              <a:lnSpc>
                <a:spcPct val="133100"/>
              </a:lnSpc>
              <a:spcBef>
                <a:spcPts val="1460"/>
              </a:spcBef>
              <a:buClr>
                <a:srgbClr val="83992A"/>
              </a:buClr>
              <a:buSzPct val="115000"/>
              <a:buFont typeface="Arial MT"/>
              <a:buChar char="•"/>
              <a:tabLst>
                <a:tab pos="1445260" algn="l"/>
                <a:tab pos="1445895" algn="l"/>
              </a:tabLst>
            </a:pPr>
            <a:r>
              <a:rPr sz="2000" b="1" spc="10" dirty="0">
                <a:solidFill>
                  <a:srgbClr val="001F5F"/>
                </a:solidFill>
                <a:latin typeface="Arial"/>
                <a:cs typeface="Arial"/>
              </a:rPr>
              <a:t>To</a:t>
            </a:r>
            <a:r>
              <a:rPr sz="2000" b="1" spc="409" dirty="0">
                <a:solidFill>
                  <a:srgbClr val="001F5F"/>
                </a:solidFill>
                <a:latin typeface="Arial"/>
                <a:cs typeface="Arial"/>
              </a:rPr>
              <a:t> </a:t>
            </a:r>
            <a:r>
              <a:rPr sz="2000" b="1" spc="-10" dirty="0">
                <a:solidFill>
                  <a:srgbClr val="001F5F"/>
                </a:solidFill>
                <a:latin typeface="Arial"/>
                <a:cs typeface="Arial"/>
              </a:rPr>
              <a:t>prepare</a:t>
            </a:r>
            <a:r>
              <a:rPr sz="2000" b="1" spc="385" dirty="0">
                <a:solidFill>
                  <a:srgbClr val="001F5F"/>
                </a:solidFill>
                <a:latin typeface="Arial"/>
                <a:cs typeface="Arial"/>
              </a:rPr>
              <a:t> </a:t>
            </a:r>
            <a:r>
              <a:rPr sz="2000" b="1" spc="-5" dirty="0">
                <a:solidFill>
                  <a:srgbClr val="001F5F"/>
                </a:solidFill>
                <a:latin typeface="Arial"/>
                <a:cs typeface="Arial"/>
              </a:rPr>
              <a:t>graduates</a:t>
            </a:r>
            <a:r>
              <a:rPr sz="2000" b="1" spc="434" dirty="0">
                <a:solidFill>
                  <a:srgbClr val="001F5F"/>
                </a:solidFill>
                <a:latin typeface="Arial"/>
                <a:cs typeface="Arial"/>
              </a:rPr>
              <a:t> </a:t>
            </a:r>
            <a:r>
              <a:rPr sz="2000" b="1" spc="-5" dirty="0">
                <a:solidFill>
                  <a:srgbClr val="001F5F"/>
                </a:solidFill>
                <a:latin typeface="Arial"/>
                <a:cs typeface="Arial"/>
              </a:rPr>
              <a:t>to</a:t>
            </a:r>
            <a:r>
              <a:rPr sz="2000" b="1" spc="415" dirty="0">
                <a:solidFill>
                  <a:srgbClr val="001F5F"/>
                </a:solidFill>
                <a:latin typeface="Arial"/>
                <a:cs typeface="Arial"/>
              </a:rPr>
              <a:t> </a:t>
            </a:r>
            <a:r>
              <a:rPr sz="2000" b="1" spc="-5" dirty="0">
                <a:solidFill>
                  <a:srgbClr val="001F5F"/>
                </a:solidFill>
                <a:latin typeface="Arial"/>
                <a:cs typeface="Arial"/>
              </a:rPr>
              <a:t>be</a:t>
            </a:r>
            <a:r>
              <a:rPr sz="2000" b="1" spc="405" dirty="0">
                <a:solidFill>
                  <a:srgbClr val="001F5F"/>
                </a:solidFill>
                <a:latin typeface="Arial"/>
                <a:cs typeface="Arial"/>
              </a:rPr>
              <a:t> </a:t>
            </a:r>
            <a:r>
              <a:rPr sz="2000" b="1" spc="-5" dirty="0">
                <a:solidFill>
                  <a:srgbClr val="001F5F"/>
                </a:solidFill>
                <a:latin typeface="Arial"/>
                <a:cs typeface="Arial"/>
              </a:rPr>
              <a:t>lifelong</a:t>
            </a:r>
            <a:r>
              <a:rPr sz="2000" b="1" spc="445" dirty="0">
                <a:solidFill>
                  <a:srgbClr val="001F5F"/>
                </a:solidFill>
                <a:latin typeface="Arial"/>
                <a:cs typeface="Arial"/>
              </a:rPr>
              <a:t> </a:t>
            </a:r>
            <a:r>
              <a:rPr sz="2000" b="1" spc="-5" dirty="0">
                <a:solidFill>
                  <a:srgbClr val="001F5F"/>
                </a:solidFill>
                <a:latin typeface="Arial"/>
                <a:cs typeface="Arial"/>
              </a:rPr>
              <a:t>learners</a:t>
            </a:r>
            <a:r>
              <a:rPr sz="2000" b="1" spc="409" dirty="0">
                <a:solidFill>
                  <a:srgbClr val="001F5F"/>
                </a:solidFill>
                <a:latin typeface="Arial"/>
                <a:cs typeface="Arial"/>
              </a:rPr>
              <a:t> </a:t>
            </a:r>
            <a:r>
              <a:rPr sz="2000" b="1" dirty="0">
                <a:solidFill>
                  <a:srgbClr val="001F5F"/>
                </a:solidFill>
                <a:latin typeface="Arial"/>
                <a:cs typeface="Arial"/>
              </a:rPr>
              <a:t>with</a:t>
            </a:r>
            <a:r>
              <a:rPr sz="2000" b="1" spc="445" dirty="0">
                <a:solidFill>
                  <a:srgbClr val="001F5F"/>
                </a:solidFill>
                <a:latin typeface="Arial"/>
                <a:cs typeface="Arial"/>
              </a:rPr>
              <a:t> </a:t>
            </a:r>
            <a:r>
              <a:rPr sz="2000" b="1" spc="-5" dirty="0">
                <a:solidFill>
                  <a:srgbClr val="001F5F"/>
                </a:solidFill>
                <a:latin typeface="Arial"/>
                <a:cs typeface="Arial"/>
              </a:rPr>
              <a:t>strong</a:t>
            </a:r>
            <a:r>
              <a:rPr sz="2000" b="1" spc="395" dirty="0">
                <a:solidFill>
                  <a:srgbClr val="001F5F"/>
                </a:solidFill>
                <a:latin typeface="Arial"/>
                <a:cs typeface="Arial"/>
              </a:rPr>
              <a:t> </a:t>
            </a:r>
            <a:r>
              <a:rPr sz="2000" b="1" spc="-5" dirty="0">
                <a:solidFill>
                  <a:srgbClr val="001F5F"/>
                </a:solidFill>
                <a:latin typeface="Arial"/>
                <a:cs typeface="Arial"/>
              </a:rPr>
              <a:t>analytical </a:t>
            </a:r>
            <a:r>
              <a:rPr sz="2000" b="1" spc="-540" dirty="0">
                <a:solidFill>
                  <a:srgbClr val="001F5F"/>
                </a:solidFill>
                <a:latin typeface="Arial"/>
                <a:cs typeface="Arial"/>
              </a:rPr>
              <a:t> </a:t>
            </a:r>
            <a:r>
              <a:rPr sz="2000" b="1" spc="-5" dirty="0">
                <a:solidFill>
                  <a:srgbClr val="001F5F"/>
                </a:solidFill>
                <a:latin typeface="Arial"/>
                <a:cs typeface="Arial"/>
              </a:rPr>
              <a:t>and</a:t>
            </a:r>
            <a:r>
              <a:rPr sz="2000" b="1" dirty="0">
                <a:solidFill>
                  <a:srgbClr val="001F5F"/>
                </a:solidFill>
                <a:latin typeface="Arial"/>
                <a:cs typeface="Arial"/>
              </a:rPr>
              <a:t> </a:t>
            </a:r>
            <a:r>
              <a:rPr sz="2000" b="1" spc="-5" dirty="0">
                <a:solidFill>
                  <a:srgbClr val="001F5F"/>
                </a:solidFill>
                <a:latin typeface="Arial"/>
                <a:cs typeface="Arial"/>
              </a:rPr>
              <a:t>leadership</a:t>
            </a:r>
            <a:r>
              <a:rPr sz="2000" b="1" spc="15" dirty="0">
                <a:solidFill>
                  <a:srgbClr val="001F5F"/>
                </a:solidFill>
                <a:latin typeface="Arial"/>
                <a:cs typeface="Arial"/>
              </a:rPr>
              <a:t> </a:t>
            </a:r>
            <a:r>
              <a:rPr sz="2000" b="1" spc="-5" dirty="0">
                <a:solidFill>
                  <a:srgbClr val="001F5F"/>
                </a:solidFill>
                <a:latin typeface="Arial"/>
                <a:cs typeface="Arial"/>
              </a:rPr>
              <a:t>skills.</a:t>
            </a:r>
            <a:endParaRPr sz="2000" dirty="0">
              <a:latin typeface="Arial"/>
              <a:cs typeface="Arial"/>
            </a:endParaRPr>
          </a:p>
          <a:p>
            <a:pPr marL="1445260" marR="19050" indent="-287020" algn="just">
              <a:lnSpc>
                <a:spcPct val="139000"/>
              </a:lnSpc>
              <a:spcBef>
                <a:spcPts val="1325"/>
              </a:spcBef>
              <a:buClr>
                <a:srgbClr val="83992A"/>
              </a:buClr>
              <a:buSzPct val="115000"/>
              <a:buFont typeface="Arial MT"/>
              <a:buChar char="•"/>
              <a:tabLst>
                <a:tab pos="1445260" algn="l"/>
                <a:tab pos="1445895" algn="l"/>
              </a:tabLst>
            </a:pPr>
            <a:r>
              <a:rPr sz="2000" b="1" spc="10" dirty="0">
                <a:solidFill>
                  <a:srgbClr val="001F5F"/>
                </a:solidFill>
                <a:latin typeface="Arial"/>
                <a:cs typeface="Arial"/>
              </a:rPr>
              <a:t>To</a:t>
            </a:r>
            <a:r>
              <a:rPr sz="2000" b="1" dirty="0">
                <a:solidFill>
                  <a:srgbClr val="001F5F"/>
                </a:solidFill>
                <a:latin typeface="Arial"/>
                <a:cs typeface="Arial"/>
              </a:rPr>
              <a:t> </a:t>
            </a:r>
            <a:r>
              <a:rPr sz="2000" b="1" spc="-5" dirty="0">
                <a:solidFill>
                  <a:srgbClr val="001F5F"/>
                </a:solidFill>
                <a:latin typeface="Arial"/>
                <a:cs typeface="Arial"/>
              </a:rPr>
              <a:t>develop</a:t>
            </a:r>
            <a:r>
              <a:rPr sz="2000" b="1" dirty="0">
                <a:solidFill>
                  <a:srgbClr val="001F5F"/>
                </a:solidFill>
                <a:latin typeface="Arial"/>
                <a:cs typeface="Arial"/>
              </a:rPr>
              <a:t> </a:t>
            </a:r>
            <a:r>
              <a:rPr sz="2000" b="1" spc="-5" dirty="0">
                <a:solidFill>
                  <a:srgbClr val="001F5F"/>
                </a:solidFill>
                <a:latin typeface="Arial"/>
                <a:cs typeface="Arial"/>
              </a:rPr>
              <a:t>global</a:t>
            </a:r>
            <a:r>
              <a:rPr sz="2000" b="1" spc="-10" dirty="0">
                <a:solidFill>
                  <a:srgbClr val="001F5F"/>
                </a:solidFill>
                <a:latin typeface="Arial"/>
                <a:cs typeface="Arial"/>
              </a:rPr>
              <a:t> </a:t>
            </a:r>
            <a:r>
              <a:rPr sz="2000" b="1" spc="-5" dirty="0">
                <a:solidFill>
                  <a:srgbClr val="001F5F"/>
                </a:solidFill>
                <a:latin typeface="Arial"/>
                <a:cs typeface="Arial"/>
              </a:rPr>
              <a:t>professionals</a:t>
            </a:r>
            <a:r>
              <a:rPr sz="2000" b="1" spc="10" dirty="0">
                <a:solidFill>
                  <a:srgbClr val="001F5F"/>
                </a:solidFill>
                <a:latin typeface="Arial"/>
                <a:cs typeface="Arial"/>
              </a:rPr>
              <a:t> </a:t>
            </a:r>
            <a:r>
              <a:rPr sz="2000" b="1" spc="-5" dirty="0">
                <a:solidFill>
                  <a:srgbClr val="001F5F"/>
                </a:solidFill>
                <a:latin typeface="Arial"/>
                <a:cs typeface="Arial"/>
              </a:rPr>
              <a:t>and</a:t>
            </a:r>
            <a:r>
              <a:rPr sz="2000" b="1" spc="10" dirty="0">
                <a:solidFill>
                  <a:srgbClr val="001F5F"/>
                </a:solidFill>
                <a:latin typeface="Arial"/>
                <a:cs typeface="Arial"/>
              </a:rPr>
              <a:t> </a:t>
            </a:r>
            <a:r>
              <a:rPr sz="2000" b="1" spc="-5" dirty="0">
                <a:solidFill>
                  <a:srgbClr val="001F5F"/>
                </a:solidFill>
                <a:latin typeface="Arial"/>
                <a:cs typeface="Arial"/>
              </a:rPr>
              <a:t>entrepreneurs </a:t>
            </a:r>
            <a:r>
              <a:rPr sz="2000" b="1" dirty="0">
                <a:solidFill>
                  <a:srgbClr val="001F5F"/>
                </a:solidFill>
                <a:latin typeface="Arial"/>
                <a:cs typeface="Arial"/>
              </a:rPr>
              <a:t>with </a:t>
            </a:r>
            <a:r>
              <a:rPr sz="2000" b="1" spc="-5" dirty="0">
                <a:solidFill>
                  <a:srgbClr val="001F5F"/>
                </a:solidFill>
                <a:latin typeface="Arial"/>
                <a:cs typeface="Arial"/>
              </a:rPr>
              <a:t>an innovative </a:t>
            </a:r>
            <a:r>
              <a:rPr sz="2000" b="1" spc="-540" dirty="0">
                <a:solidFill>
                  <a:srgbClr val="001F5F"/>
                </a:solidFill>
                <a:latin typeface="Arial"/>
                <a:cs typeface="Arial"/>
              </a:rPr>
              <a:t> </a:t>
            </a:r>
            <a:r>
              <a:rPr sz="2000" b="1" spc="-5" dirty="0">
                <a:solidFill>
                  <a:srgbClr val="001F5F"/>
                </a:solidFill>
                <a:latin typeface="Arial"/>
                <a:cs typeface="Arial"/>
              </a:rPr>
              <a:t>spirit,</a:t>
            </a:r>
            <a:r>
              <a:rPr sz="2000" b="1" spc="-50" dirty="0">
                <a:solidFill>
                  <a:srgbClr val="001F5F"/>
                </a:solidFill>
                <a:latin typeface="Arial"/>
                <a:cs typeface="Arial"/>
              </a:rPr>
              <a:t> </a:t>
            </a:r>
            <a:r>
              <a:rPr sz="2000" b="1" spc="-5" dirty="0">
                <a:solidFill>
                  <a:srgbClr val="001F5F"/>
                </a:solidFill>
                <a:latin typeface="Arial"/>
                <a:cs typeface="Arial"/>
              </a:rPr>
              <a:t>tolerance,</a:t>
            </a:r>
            <a:r>
              <a:rPr sz="2000" b="1" spc="-25" dirty="0">
                <a:solidFill>
                  <a:srgbClr val="001F5F"/>
                </a:solidFill>
                <a:latin typeface="Arial"/>
                <a:cs typeface="Arial"/>
              </a:rPr>
              <a:t> </a:t>
            </a:r>
            <a:r>
              <a:rPr sz="2000" b="1" spc="-5" dirty="0">
                <a:solidFill>
                  <a:srgbClr val="001F5F"/>
                </a:solidFill>
                <a:latin typeface="Arial"/>
                <a:cs typeface="Arial"/>
              </a:rPr>
              <a:t>and</a:t>
            </a:r>
            <a:r>
              <a:rPr sz="2000" b="1" spc="-15" dirty="0">
                <a:solidFill>
                  <a:srgbClr val="001F5F"/>
                </a:solidFill>
                <a:latin typeface="Arial"/>
                <a:cs typeface="Arial"/>
              </a:rPr>
              <a:t> </a:t>
            </a:r>
            <a:r>
              <a:rPr sz="2000" b="1" spc="-5" dirty="0">
                <a:solidFill>
                  <a:srgbClr val="001F5F"/>
                </a:solidFill>
                <a:latin typeface="Arial"/>
                <a:cs typeface="Arial"/>
              </a:rPr>
              <a:t>desire</a:t>
            </a:r>
            <a:r>
              <a:rPr sz="2000" b="1" spc="-25" dirty="0">
                <a:solidFill>
                  <a:srgbClr val="001F5F"/>
                </a:solidFill>
                <a:latin typeface="Arial"/>
                <a:cs typeface="Arial"/>
              </a:rPr>
              <a:t> </a:t>
            </a:r>
            <a:r>
              <a:rPr sz="2000" b="1" spc="-5" dirty="0">
                <a:solidFill>
                  <a:srgbClr val="001F5F"/>
                </a:solidFill>
                <a:latin typeface="Arial"/>
                <a:cs typeface="Arial"/>
              </a:rPr>
              <a:t>to</a:t>
            </a:r>
            <a:r>
              <a:rPr sz="2000" b="1" spc="-20" dirty="0">
                <a:solidFill>
                  <a:srgbClr val="001F5F"/>
                </a:solidFill>
                <a:latin typeface="Arial"/>
                <a:cs typeface="Arial"/>
              </a:rPr>
              <a:t> </a:t>
            </a:r>
            <a:r>
              <a:rPr sz="2000" b="1" spc="-10" dirty="0">
                <a:solidFill>
                  <a:srgbClr val="001F5F"/>
                </a:solidFill>
                <a:latin typeface="Arial"/>
                <a:cs typeface="Arial"/>
              </a:rPr>
              <a:t>make</a:t>
            </a:r>
            <a:r>
              <a:rPr sz="2000" b="1" spc="-35" dirty="0">
                <a:solidFill>
                  <a:srgbClr val="001F5F"/>
                </a:solidFill>
                <a:latin typeface="Arial"/>
                <a:cs typeface="Arial"/>
              </a:rPr>
              <a:t> </a:t>
            </a:r>
            <a:r>
              <a:rPr sz="2000" b="1" spc="-5" dirty="0">
                <a:solidFill>
                  <a:srgbClr val="001F5F"/>
                </a:solidFill>
                <a:latin typeface="Arial"/>
                <a:cs typeface="Arial"/>
              </a:rPr>
              <a:t>a</a:t>
            </a:r>
            <a:r>
              <a:rPr sz="2000" b="1" spc="-30" dirty="0">
                <a:solidFill>
                  <a:srgbClr val="001F5F"/>
                </a:solidFill>
                <a:latin typeface="Arial"/>
                <a:cs typeface="Arial"/>
              </a:rPr>
              <a:t> </a:t>
            </a:r>
            <a:r>
              <a:rPr sz="2000" b="1" spc="-5" dirty="0">
                <a:solidFill>
                  <a:srgbClr val="001F5F"/>
                </a:solidFill>
                <a:latin typeface="Arial"/>
                <a:cs typeface="Arial"/>
              </a:rPr>
              <a:t>difference</a:t>
            </a:r>
            <a:r>
              <a:rPr sz="2000" b="1" spc="-25" dirty="0">
                <a:solidFill>
                  <a:srgbClr val="001F5F"/>
                </a:solidFill>
                <a:latin typeface="Arial"/>
                <a:cs typeface="Arial"/>
              </a:rPr>
              <a:t> </a:t>
            </a:r>
            <a:r>
              <a:rPr sz="2000" b="1" spc="-5" dirty="0">
                <a:solidFill>
                  <a:srgbClr val="001F5F"/>
                </a:solidFill>
                <a:latin typeface="Arial"/>
                <a:cs typeface="Arial"/>
              </a:rPr>
              <a:t>in</a:t>
            </a:r>
            <a:r>
              <a:rPr sz="2000" b="1" spc="20" dirty="0">
                <a:solidFill>
                  <a:srgbClr val="001F5F"/>
                </a:solidFill>
                <a:latin typeface="Arial"/>
                <a:cs typeface="Arial"/>
              </a:rPr>
              <a:t> </a:t>
            </a:r>
            <a:r>
              <a:rPr sz="2000" b="1" spc="-5" dirty="0">
                <a:solidFill>
                  <a:srgbClr val="001F5F"/>
                </a:solidFill>
                <a:latin typeface="Arial"/>
                <a:cs typeface="Arial"/>
              </a:rPr>
              <a:t>society.</a:t>
            </a:r>
            <a:endParaRPr sz="2000" dirty="0">
              <a:latin typeface="Arial"/>
              <a:cs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196339" y="0"/>
            <a:ext cx="9471661" cy="6201410"/>
            <a:chOff x="1196339" y="0"/>
            <a:chExt cx="9471661" cy="6201410"/>
          </a:xfrm>
        </p:grpSpPr>
        <p:sp>
          <p:nvSpPr>
            <p:cNvPr id="4" name="object 4"/>
            <p:cNvSpPr/>
            <p:nvPr/>
          </p:nvSpPr>
          <p:spPr>
            <a:xfrm>
              <a:off x="1524000" y="1310639"/>
              <a:ext cx="9144000" cy="15240"/>
            </a:xfrm>
            <a:custGeom>
              <a:avLst/>
              <a:gdLst/>
              <a:ahLst/>
              <a:cxnLst/>
              <a:rect l="l" t="t" r="r" b="b"/>
              <a:pathLst>
                <a:path w="9144000" h="15240">
                  <a:moveTo>
                    <a:pt x="9144000" y="0"/>
                  </a:moveTo>
                  <a:lnTo>
                    <a:pt x="0" y="0"/>
                  </a:lnTo>
                  <a:lnTo>
                    <a:pt x="0" y="15239"/>
                  </a:lnTo>
                  <a:lnTo>
                    <a:pt x="9144000" y="15239"/>
                  </a:lnTo>
                  <a:lnTo>
                    <a:pt x="9144000" y="0"/>
                  </a:lnTo>
                  <a:close/>
                </a:path>
              </a:pathLst>
            </a:custGeom>
            <a:solidFill>
              <a:srgbClr val="171717"/>
            </a:solidFill>
          </p:spPr>
          <p:txBody>
            <a:bodyPr wrap="square" lIns="0" tIns="0" rIns="0" bIns="0" rtlCol="0"/>
            <a:lstStyle/>
            <a:p>
              <a:endParaRPr/>
            </a:p>
          </p:txBody>
        </p:sp>
        <p:sp>
          <p:nvSpPr>
            <p:cNvPr id="5" name="object 5"/>
            <p:cNvSpPr/>
            <p:nvPr/>
          </p:nvSpPr>
          <p:spPr>
            <a:xfrm>
              <a:off x="1524000" y="0"/>
              <a:ext cx="9144000" cy="1310640"/>
            </a:xfrm>
            <a:custGeom>
              <a:avLst/>
              <a:gdLst/>
              <a:ahLst/>
              <a:cxnLst/>
              <a:rect l="l" t="t" r="r" b="b"/>
              <a:pathLst>
                <a:path w="9144000" h="1310640">
                  <a:moveTo>
                    <a:pt x="9144000" y="0"/>
                  </a:moveTo>
                  <a:lnTo>
                    <a:pt x="0" y="0"/>
                  </a:lnTo>
                  <a:lnTo>
                    <a:pt x="0" y="1310639"/>
                  </a:lnTo>
                  <a:lnTo>
                    <a:pt x="9144000" y="1310639"/>
                  </a:lnTo>
                  <a:lnTo>
                    <a:pt x="9144000" y="0"/>
                  </a:lnTo>
                  <a:close/>
                </a:path>
              </a:pathLst>
            </a:custGeom>
            <a:solidFill>
              <a:srgbClr val="A9DDC5"/>
            </a:solidFill>
          </p:spPr>
          <p:txBody>
            <a:bodyPr wrap="square" lIns="0" tIns="0" rIns="0" bIns="0" rtlCol="0"/>
            <a:lstStyle/>
            <a:p>
              <a:endParaRPr/>
            </a:p>
          </p:txBody>
        </p:sp>
        <p:sp>
          <p:nvSpPr>
            <p:cNvPr id="6" name="object 6"/>
            <p:cNvSpPr/>
            <p:nvPr/>
          </p:nvSpPr>
          <p:spPr>
            <a:xfrm>
              <a:off x="1524000" y="1374139"/>
              <a:ext cx="9144000" cy="64135"/>
            </a:xfrm>
            <a:custGeom>
              <a:avLst/>
              <a:gdLst/>
              <a:ahLst/>
              <a:cxnLst/>
              <a:rect l="l" t="t" r="r" b="b"/>
              <a:pathLst>
                <a:path w="9144000" h="64134">
                  <a:moveTo>
                    <a:pt x="9144000" y="0"/>
                  </a:moveTo>
                  <a:lnTo>
                    <a:pt x="0" y="0"/>
                  </a:lnTo>
                  <a:lnTo>
                    <a:pt x="0" y="64135"/>
                  </a:lnTo>
                  <a:lnTo>
                    <a:pt x="9144000" y="64135"/>
                  </a:lnTo>
                  <a:lnTo>
                    <a:pt x="9144000" y="0"/>
                  </a:lnTo>
                  <a:close/>
                </a:path>
              </a:pathLst>
            </a:custGeom>
            <a:solidFill>
              <a:srgbClr val="171717"/>
            </a:solidFill>
          </p:spPr>
          <p:txBody>
            <a:bodyPr wrap="square" lIns="0" tIns="0" rIns="0" bIns="0" rtlCol="0"/>
            <a:lstStyle/>
            <a:p>
              <a:endParaRPr/>
            </a:p>
          </p:txBody>
        </p:sp>
        <p:sp>
          <p:nvSpPr>
            <p:cNvPr id="7" name="object 7"/>
            <p:cNvSpPr/>
            <p:nvPr/>
          </p:nvSpPr>
          <p:spPr>
            <a:xfrm>
              <a:off x="1196339" y="1921510"/>
              <a:ext cx="2237740" cy="4279900"/>
            </a:xfrm>
            <a:custGeom>
              <a:avLst/>
              <a:gdLst/>
              <a:ahLst/>
              <a:cxnLst/>
              <a:rect l="l" t="t" r="r" b="b"/>
              <a:pathLst>
                <a:path w="2237740" h="4279900">
                  <a:moveTo>
                    <a:pt x="2237740" y="0"/>
                  </a:moveTo>
                  <a:lnTo>
                    <a:pt x="0" y="0"/>
                  </a:lnTo>
                  <a:lnTo>
                    <a:pt x="0" y="4279900"/>
                  </a:lnTo>
                  <a:lnTo>
                    <a:pt x="2237740" y="4279900"/>
                  </a:lnTo>
                  <a:lnTo>
                    <a:pt x="2237740" y="0"/>
                  </a:lnTo>
                  <a:close/>
                </a:path>
              </a:pathLst>
            </a:custGeom>
            <a:solidFill>
              <a:srgbClr val="FFFFFF"/>
            </a:solidFill>
          </p:spPr>
          <p:txBody>
            <a:bodyPr wrap="square" lIns="0" tIns="0" rIns="0" bIns="0" rtlCol="0"/>
            <a:lstStyle/>
            <a:p>
              <a:endParaRPr/>
            </a:p>
          </p:txBody>
        </p:sp>
      </p:grpSp>
      <p:sp>
        <p:nvSpPr>
          <p:cNvPr id="8" name="object 8"/>
          <p:cNvSpPr txBox="1">
            <a:spLocks noGrp="1"/>
          </p:cNvSpPr>
          <p:nvPr>
            <p:ph type="title"/>
          </p:nvPr>
        </p:nvSpPr>
        <p:spPr>
          <a:xfrm>
            <a:off x="3435477" y="212801"/>
            <a:ext cx="5821680" cy="757555"/>
          </a:xfrm>
          <a:prstGeom prst="rect">
            <a:avLst/>
          </a:prstGeom>
        </p:spPr>
        <p:txBody>
          <a:bodyPr vert="horz" wrap="square" lIns="0" tIns="12700" rIns="0" bIns="0" rtlCol="0">
            <a:spAutoFit/>
          </a:bodyPr>
          <a:lstStyle/>
          <a:p>
            <a:pPr marL="12700">
              <a:lnSpc>
                <a:spcPct val="100000"/>
              </a:lnSpc>
              <a:spcBef>
                <a:spcPts val="100"/>
              </a:spcBef>
            </a:pPr>
            <a:r>
              <a:rPr sz="4800" spc="-500" dirty="0">
                <a:solidFill>
                  <a:srgbClr val="001F5F"/>
                </a:solidFill>
              </a:rPr>
              <a:t>School</a:t>
            </a:r>
            <a:r>
              <a:rPr sz="4800" spc="459" dirty="0">
                <a:solidFill>
                  <a:srgbClr val="001F5F"/>
                </a:solidFill>
              </a:rPr>
              <a:t> </a:t>
            </a:r>
            <a:r>
              <a:rPr sz="4800" spc="-445" dirty="0">
                <a:solidFill>
                  <a:srgbClr val="001F5F"/>
                </a:solidFill>
              </a:rPr>
              <a:t>Vision</a:t>
            </a:r>
            <a:r>
              <a:rPr sz="4800" spc="455" dirty="0">
                <a:solidFill>
                  <a:srgbClr val="001F5F"/>
                </a:solidFill>
              </a:rPr>
              <a:t> </a:t>
            </a:r>
            <a:r>
              <a:rPr sz="4800" spc="-660" dirty="0">
                <a:solidFill>
                  <a:srgbClr val="001F5F"/>
                </a:solidFill>
              </a:rPr>
              <a:t>&amp;</a:t>
            </a:r>
            <a:r>
              <a:rPr sz="4800" spc="440" dirty="0">
                <a:solidFill>
                  <a:srgbClr val="001F5F"/>
                </a:solidFill>
              </a:rPr>
              <a:t> </a:t>
            </a:r>
            <a:r>
              <a:rPr sz="4800" spc="-470" dirty="0">
                <a:solidFill>
                  <a:srgbClr val="001F5F"/>
                </a:solidFill>
              </a:rPr>
              <a:t>Mission</a:t>
            </a:r>
            <a:r>
              <a:rPr sz="4800" spc="20" dirty="0">
                <a:solidFill>
                  <a:srgbClr val="000000"/>
                </a:solidFill>
              </a:rPr>
              <a:t> </a:t>
            </a:r>
            <a:r>
              <a:rPr sz="4800" dirty="0">
                <a:solidFill>
                  <a:srgbClr val="000000"/>
                </a:solidFill>
              </a:rPr>
              <a:t> </a:t>
            </a:r>
            <a:endParaRPr sz="4800" dirty="0"/>
          </a:p>
        </p:txBody>
      </p:sp>
      <p:sp>
        <p:nvSpPr>
          <p:cNvPr id="9" name="object 9"/>
          <p:cNvSpPr txBox="1"/>
          <p:nvPr/>
        </p:nvSpPr>
        <p:spPr>
          <a:xfrm>
            <a:off x="-12700" y="938911"/>
            <a:ext cx="59690" cy="751205"/>
          </a:xfrm>
          <a:prstGeom prst="rect">
            <a:avLst/>
          </a:prstGeom>
        </p:spPr>
        <p:txBody>
          <a:bodyPr vert="horz" wrap="square" lIns="0" tIns="13335" rIns="0" bIns="0" rtlCol="0">
            <a:spAutoFit/>
          </a:bodyPr>
          <a:lstStyle/>
          <a:p>
            <a:pPr marL="12700">
              <a:lnSpc>
                <a:spcPts val="1165"/>
              </a:lnSpc>
              <a:spcBef>
                <a:spcPts val="105"/>
              </a:spcBef>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1000" dirty="0">
                <a:latin typeface="Microsoft Sans Serif"/>
                <a:cs typeface="Microsoft Sans Serif"/>
              </a:rPr>
              <a:t> </a:t>
            </a:r>
            <a:endParaRPr sz="1000">
              <a:latin typeface="Microsoft Sans Serif"/>
              <a:cs typeface="Microsoft Sans Serif"/>
            </a:endParaRPr>
          </a:p>
          <a:p>
            <a:pPr marL="12700">
              <a:lnSpc>
                <a:spcPts val="1155"/>
              </a:lnSpc>
            </a:pPr>
            <a:r>
              <a:rPr sz="1000" dirty="0">
                <a:latin typeface="Microsoft Sans Serif"/>
                <a:cs typeface="Microsoft Sans Serif"/>
              </a:rPr>
              <a:t> </a:t>
            </a:r>
            <a:endParaRPr sz="1000">
              <a:latin typeface="Microsoft Sans Serif"/>
              <a:cs typeface="Microsoft Sans Serif"/>
            </a:endParaRPr>
          </a:p>
          <a:p>
            <a:pPr marL="12700">
              <a:lnSpc>
                <a:spcPts val="1130"/>
              </a:lnSpc>
            </a:pPr>
            <a:r>
              <a:rPr sz="950" dirty="0">
                <a:latin typeface="Microsoft Sans Serif"/>
                <a:cs typeface="Microsoft Sans Serif"/>
              </a:rPr>
              <a:t> </a:t>
            </a:r>
            <a:endParaRPr sz="950">
              <a:latin typeface="Microsoft Sans Serif"/>
              <a:cs typeface="Microsoft Sans Serif"/>
            </a:endParaRPr>
          </a:p>
        </p:txBody>
      </p:sp>
      <p:sp>
        <p:nvSpPr>
          <p:cNvPr id="10" name="object 10"/>
          <p:cNvSpPr txBox="1"/>
          <p:nvPr/>
        </p:nvSpPr>
        <p:spPr>
          <a:xfrm>
            <a:off x="179294" y="1921510"/>
            <a:ext cx="11833412" cy="4410182"/>
          </a:xfrm>
          <a:prstGeom prst="rect">
            <a:avLst/>
          </a:prstGeom>
        </p:spPr>
        <p:txBody>
          <a:bodyPr vert="horz" wrap="square" lIns="0" tIns="11430" rIns="0" bIns="0" rtlCol="0" anchor="ctr">
            <a:spAutoFit/>
          </a:bodyPr>
          <a:lstStyle/>
          <a:p>
            <a:pPr marL="17463" indent="34925">
              <a:spcBef>
                <a:spcPts val="90"/>
              </a:spcBef>
            </a:pPr>
            <a:r>
              <a:rPr sz="2000" b="1" u="heavy" spc="-10" dirty="0">
                <a:solidFill>
                  <a:srgbClr val="001F5F"/>
                </a:solidFill>
                <a:uFill>
                  <a:solidFill>
                    <a:srgbClr val="001F5F"/>
                  </a:solidFill>
                </a:uFill>
                <a:latin typeface="Arial" panose="020B0604020202020204" pitchFamily="34" charset="0"/>
                <a:cs typeface="Arial" panose="020B0604020202020204" pitchFamily="34" charset="0"/>
              </a:rPr>
              <a:t>Vision</a:t>
            </a:r>
            <a:endParaRPr sz="2000" dirty="0">
              <a:latin typeface="Arial" panose="020B0604020202020204" pitchFamily="34" charset="0"/>
              <a:cs typeface="Arial" panose="020B0604020202020204" pitchFamily="34" charset="0"/>
            </a:endParaRPr>
          </a:p>
          <a:p>
            <a:pPr>
              <a:spcBef>
                <a:spcPts val="15"/>
              </a:spcBef>
            </a:pPr>
            <a:endParaRPr sz="2000" dirty="0">
              <a:latin typeface="Arial" panose="020B0604020202020204" pitchFamily="34" charset="0"/>
              <a:cs typeface="Arial" panose="020B0604020202020204" pitchFamily="34" charset="0"/>
            </a:endParaRPr>
          </a:p>
          <a:p>
            <a:pPr marL="216535" marR="170815" algn="just"/>
            <a:r>
              <a:rPr lang="en-US" sz="2000" dirty="0">
                <a:latin typeface="Arial" panose="020B0604020202020204" pitchFamily="34" charset="0"/>
                <a:cs typeface="Arial" panose="020B0604020202020204" pitchFamily="34" charset="0"/>
              </a:rPr>
              <a:t>To be a globally recognized school through excellence in teaching, learning and research for creating Computer Science professionals, leaders and entrepreneurs of the future contributing to society and industry for sustainable growth.</a:t>
            </a:r>
          </a:p>
          <a:p>
            <a:pPr marL="216535" marR="170815" algn="just"/>
            <a:endParaRPr lang="en-US" sz="2000" dirty="0">
              <a:latin typeface="Arial" panose="020B0604020202020204" pitchFamily="34" charset="0"/>
              <a:cs typeface="Arial" panose="020B0604020202020204" pitchFamily="34" charset="0"/>
            </a:endParaRPr>
          </a:p>
          <a:p>
            <a:pPr marL="52388" marR="170815" algn="just"/>
            <a:r>
              <a:rPr sz="2000" b="1" u="heavy" dirty="0">
                <a:solidFill>
                  <a:srgbClr val="001F5F"/>
                </a:solidFill>
                <a:uFill>
                  <a:solidFill>
                    <a:srgbClr val="001F5F"/>
                  </a:solidFill>
                </a:uFill>
                <a:latin typeface="Arial" panose="020B0604020202020204" pitchFamily="34" charset="0"/>
                <a:cs typeface="Arial" panose="020B0604020202020204" pitchFamily="34" charset="0"/>
              </a:rPr>
              <a:t>Mission</a:t>
            </a:r>
            <a:endParaRPr sz="2000" dirty="0">
              <a:latin typeface="Arial" panose="020B0604020202020204" pitchFamily="34" charset="0"/>
              <a:cs typeface="Arial" panose="020B0604020202020204" pitchFamily="34" charset="0"/>
            </a:endParaRPr>
          </a:p>
          <a:p>
            <a:pPr>
              <a:spcBef>
                <a:spcPts val="20"/>
              </a:spcBef>
            </a:pPr>
            <a:endParaRPr sz="2000" dirty="0">
              <a:latin typeface="Arial" panose="020B0604020202020204" pitchFamily="34" charset="0"/>
              <a:cs typeface="Arial" panose="020B0604020202020204" pitchFamily="34" charset="0"/>
            </a:endParaRPr>
          </a:p>
          <a:p>
            <a:pPr marL="12700" marR="121285"/>
            <a:r>
              <a:rPr sz="2000" b="1" dirty="0">
                <a:solidFill>
                  <a:srgbClr val="001F5F"/>
                </a:solidFill>
                <a:latin typeface="Arial" panose="020B0604020202020204" pitchFamily="34" charset="0"/>
                <a:cs typeface="Arial" panose="020B0604020202020204" pitchFamily="34" charset="0"/>
              </a:rPr>
              <a:t>M1:</a:t>
            </a:r>
            <a:r>
              <a:rPr sz="2000" b="1" spc="75" dirty="0">
                <a:solidFill>
                  <a:srgbClr val="001F5F"/>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To build computational skills through hands-on and practice based learning with measurable outcomes.</a:t>
            </a:r>
            <a:endParaRPr sz="2000" dirty="0">
              <a:latin typeface="Arial" panose="020B0604020202020204" pitchFamily="34" charset="0"/>
              <a:cs typeface="Arial" panose="020B0604020202020204" pitchFamily="34" charset="0"/>
            </a:endParaRPr>
          </a:p>
          <a:p>
            <a:pPr marL="12700" marR="5080">
              <a:spcBef>
                <a:spcPts val="120"/>
              </a:spcBef>
            </a:pPr>
            <a:r>
              <a:rPr sz="2000" b="1" dirty="0">
                <a:solidFill>
                  <a:srgbClr val="001F5F"/>
                </a:solidFill>
                <a:latin typeface="Arial" panose="020B0604020202020204" pitchFamily="34" charset="0"/>
                <a:cs typeface="Arial" panose="020B0604020202020204" pitchFamily="34" charset="0"/>
              </a:rPr>
              <a:t>M2:</a:t>
            </a:r>
            <a:r>
              <a:rPr sz="2000" b="1" spc="315" dirty="0">
                <a:solidFill>
                  <a:srgbClr val="001F5F"/>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To establish a strong connect with industry for in-demand technology driven curriculum.</a:t>
            </a:r>
            <a:endParaRPr sz="2000" dirty="0">
              <a:latin typeface="Arial" panose="020B0604020202020204" pitchFamily="34" charset="0"/>
              <a:cs typeface="Arial" panose="020B0604020202020204" pitchFamily="34" charset="0"/>
            </a:endParaRPr>
          </a:p>
          <a:p>
            <a:pPr marL="12700">
              <a:spcBef>
                <a:spcPts val="170"/>
              </a:spcBef>
            </a:pPr>
            <a:r>
              <a:rPr sz="2000" b="1" dirty="0">
                <a:solidFill>
                  <a:srgbClr val="001F5F"/>
                </a:solidFill>
                <a:latin typeface="Arial" panose="020B0604020202020204" pitchFamily="34" charset="0"/>
                <a:cs typeface="Arial" panose="020B0604020202020204" pitchFamily="34" charset="0"/>
              </a:rPr>
              <a:t>M3:</a:t>
            </a:r>
            <a:r>
              <a:rPr sz="2000" b="1" spc="100" dirty="0">
                <a:solidFill>
                  <a:srgbClr val="001F5F"/>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To build the infrastructure for meaningful research around societal problems.</a:t>
            </a:r>
          </a:p>
          <a:p>
            <a:pPr marL="12700">
              <a:spcBef>
                <a:spcPts val="170"/>
              </a:spcBef>
            </a:pPr>
            <a:r>
              <a:rPr sz="2000" b="1" spc="-30" dirty="0">
                <a:solidFill>
                  <a:srgbClr val="001F5F"/>
                </a:solidFill>
                <a:latin typeface="Arial" panose="020B0604020202020204" pitchFamily="34" charset="0"/>
                <a:cs typeface="Arial" panose="020B0604020202020204" pitchFamily="34" charset="0"/>
              </a:rPr>
              <a:t>M4:</a:t>
            </a:r>
            <a:r>
              <a:rPr sz="2000" b="1" spc="-90" dirty="0">
                <a:solidFill>
                  <a:srgbClr val="001F5F"/>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To nurture future leaders through research-infused education and lifelong learning.</a:t>
            </a:r>
          </a:p>
          <a:p>
            <a:pPr marL="12700">
              <a:spcBef>
                <a:spcPts val="170"/>
              </a:spcBef>
            </a:pPr>
            <a:r>
              <a:rPr sz="2000" b="1" spc="-30" dirty="0">
                <a:solidFill>
                  <a:srgbClr val="001F5F"/>
                </a:solidFill>
                <a:latin typeface="Arial" panose="020B0604020202020204" pitchFamily="34" charset="0"/>
                <a:cs typeface="Arial" panose="020B0604020202020204" pitchFamily="34" charset="0"/>
              </a:rPr>
              <a:t>M5:</a:t>
            </a:r>
            <a:r>
              <a:rPr sz="2000" b="1" spc="-120" dirty="0">
                <a:solidFill>
                  <a:srgbClr val="001F5F"/>
                </a:solidFill>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To create smart and ethical professionals and entrepreneurs who are recognized globally.</a:t>
            </a:r>
            <a:endParaRPr sz="20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42113"/>
            <a:ext cx="12211050" cy="6858000"/>
            <a:chOff x="0" y="0"/>
            <a:chExt cx="12211050" cy="6858000"/>
          </a:xfrm>
        </p:grpSpPr>
        <p:pic>
          <p:nvPicPr>
            <p:cNvPr id="3" name="object 3"/>
            <p:cNvPicPr/>
            <p:nvPr/>
          </p:nvPicPr>
          <p:blipFill>
            <a:blip r:embed="rId2" cstate="print"/>
            <a:stretch>
              <a:fillRect/>
            </a:stretch>
          </p:blipFill>
          <p:spPr>
            <a:xfrm>
              <a:off x="138429" y="3779520"/>
              <a:ext cx="12053570" cy="2078989"/>
            </a:xfrm>
            <a:prstGeom prst="rect">
              <a:avLst/>
            </a:prstGeom>
          </p:spPr>
        </p:pic>
        <p:pic>
          <p:nvPicPr>
            <p:cNvPr id="4" name="object 4"/>
            <p:cNvPicPr/>
            <p:nvPr/>
          </p:nvPicPr>
          <p:blipFill>
            <a:blip r:embed="rId3" cstate="print"/>
            <a:stretch>
              <a:fillRect/>
            </a:stretch>
          </p:blipFill>
          <p:spPr>
            <a:xfrm>
              <a:off x="202564" y="3843020"/>
              <a:ext cx="11989435" cy="1900555"/>
            </a:xfrm>
            <a:prstGeom prst="rect">
              <a:avLst/>
            </a:prstGeom>
          </p:spPr>
        </p:pic>
        <p:sp>
          <p:nvSpPr>
            <p:cNvPr id="5" name="object 5"/>
            <p:cNvSpPr/>
            <p:nvPr/>
          </p:nvSpPr>
          <p:spPr>
            <a:xfrm>
              <a:off x="183514" y="3823970"/>
              <a:ext cx="12008485" cy="1938655"/>
            </a:xfrm>
            <a:custGeom>
              <a:avLst/>
              <a:gdLst/>
              <a:ahLst/>
              <a:cxnLst/>
              <a:rect l="l" t="t" r="r" b="b"/>
              <a:pathLst>
                <a:path w="12008485" h="1938654">
                  <a:moveTo>
                    <a:pt x="0" y="1938654"/>
                  </a:moveTo>
                  <a:lnTo>
                    <a:pt x="12008485" y="1938654"/>
                  </a:lnTo>
                </a:path>
                <a:path w="12008485" h="1938654">
                  <a:moveTo>
                    <a:pt x="12008485" y="0"/>
                  </a:moveTo>
                  <a:lnTo>
                    <a:pt x="0" y="0"/>
                  </a:lnTo>
                  <a:lnTo>
                    <a:pt x="0" y="1938654"/>
                  </a:lnTo>
                </a:path>
              </a:pathLst>
            </a:custGeom>
            <a:ln w="38100">
              <a:solidFill>
                <a:srgbClr val="0000FF"/>
              </a:solidFill>
            </a:ln>
          </p:spPr>
          <p:txBody>
            <a:bodyPr wrap="square" lIns="0" tIns="0" rIns="0" bIns="0" rtlCol="0"/>
            <a:lstStyle/>
            <a:p>
              <a:endParaRPr/>
            </a:p>
          </p:txBody>
        </p:sp>
        <p:sp>
          <p:nvSpPr>
            <p:cNvPr id="6" name="object 6"/>
            <p:cNvSpPr/>
            <p:nvPr/>
          </p:nvSpPr>
          <p:spPr>
            <a:xfrm>
              <a:off x="3529329" y="30480"/>
              <a:ext cx="5412105" cy="769620"/>
            </a:xfrm>
            <a:custGeom>
              <a:avLst/>
              <a:gdLst/>
              <a:ahLst/>
              <a:cxnLst/>
              <a:rect l="l" t="t" r="r" b="b"/>
              <a:pathLst>
                <a:path w="5412105" h="769620">
                  <a:moveTo>
                    <a:pt x="5412105" y="0"/>
                  </a:moveTo>
                  <a:lnTo>
                    <a:pt x="0" y="0"/>
                  </a:lnTo>
                  <a:lnTo>
                    <a:pt x="0" y="769620"/>
                  </a:lnTo>
                  <a:lnTo>
                    <a:pt x="5412105" y="769620"/>
                  </a:lnTo>
                  <a:lnTo>
                    <a:pt x="5412105" y="0"/>
                  </a:lnTo>
                  <a:close/>
                </a:path>
              </a:pathLst>
            </a:custGeom>
            <a:solidFill>
              <a:srgbClr val="A9DDC5"/>
            </a:solidFill>
          </p:spPr>
          <p:txBody>
            <a:bodyPr wrap="square" lIns="0" tIns="0" rIns="0" bIns="0" rtlCol="0"/>
            <a:lstStyle/>
            <a:p>
              <a:endParaRPr/>
            </a:p>
          </p:txBody>
        </p:sp>
        <p:sp>
          <p:nvSpPr>
            <p:cNvPr id="7" name="object 7"/>
            <p:cNvSpPr/>
            <p:nvPr/>
          </p:nvSpPr>
          <p:spPr>
            <a:xfrm>
              <a:off x="127635" y="955039"/>
              <a:ext cx="11989435" cy="645160"/>
            </a:xfrm>
            <a:custGeom>
              <a:avLst/>
              <a:gdLst/>
              <a:ahLst/>
              <a:cxnLst/>
              <a:rect l="l" t="t" r="r" b="b"/>
              <a:pathLst>
                <a:path w="11989435" h="645160">
                  <a:moveTo>
                    <a:pt x="11989435" y="0"/>
                  </a:moveTo>
                  <a:lnTo>
                    <a:pt x="0" y="0"/>
                  </a:lnTo>
                  <a:lnTo>
                    <a:pt x="0" y="645160"/>
                  </a:lnTo>
                  <a:lnTo>
                    <a:pt x="11989435" y="645160"/>
                  </a:lnTo>
                  <a:lnTo>
                    <a:pt x="11989435" y="0"/>
                  </a:lnTo>
                  <a:close/>
                </a:path>
              </a:pathLst>
            </a:custGeom>
            <a:solidFill>
              <a:srgbClr val="EED2D2"/>
            </a:solidFill>
          </p:spPr>
          <p:txBody>
            <a:bodyPr wrap="square" lIns="0" tIns="0" rIns="0" bIns="0" rtlCol="0"/>
            <a:lstStyle/>
            <a:p>
              <a:endParaRPr/>
            </a:p>
          </p:txBody>
        </p:sp>
        <p:sp>
          <p:nvSpPr>
            <p:cNvPr id="8" name="object 8"/>
            <p:cNvSpPr/>
            <p:nvPr/>
          </p:nvSpPr>
          <p:spPr>
            <a:xfrm>
              <a:off x="127635" y="1600200"/>
              <a:ext cx="11989435" cy="1632585"/>
            </a:xfrm>
            <a:custGeom>
              <a:avLst/>
              <a:gdLst/>
              <a:ahLst/>
              <a:cxnLst/>
              <a:rect l="l" t="t" r="r" b="b"/>
              <a:pathLst>
                <a:path w="11989435" h="1632585">
                  <a:moveTo>
                    <a:pt x="11989435" y="0"/>
                  </a:moveTo>
                  <a:lnTo>
                    <a:pt x="0" y="0"/>
                  </a:lnTo>
                  <a:lnTo>
                    <a:pt x="0" y="1632585"/>
                  </a:lnTo>
                  <a:lnTo>
                    <a:pt x="11989435" y="1632585"/>
                  </a:lnTo>
                  <a:lnTo>
                    <a:pt x="11989435" y="0"/>
                  </a:lnTo>
                  <a:close/>
                </a:path>
              </a:pathLst>
            </a:custGeom>
            <a:solidFill>
              <a:srgbClr val="F8EDD9"/>
            </a:solidFill>
          </p:spPr>
          <p:txBody>
            <a:bodyPr wrap="square" lIns="0" tIns="0" rIns="0" bIns="0" rtlCol="0"/>
            <a:lstStyle/>
            <a:p>
              <a:endParaRPr/>
            </a:p>
          </p:txBody>
        </p:sp>
      </p:grpSp>
      <p:sp>
        <p:nvSpPr>
          <p:cNvPr id="9" name="object 9"/>
          <p:cNvSpPr txBox="1">
            <a:spLocks noGrp="1"/>
          </p:cNvSpPr>
          <p:nvPr>
            <p:ph type="title"/>
          </p:nvPr>
        </p:nvSpPr>
        <p:spPr>
          <a:xfrm>
            <a:off x="3609213" y="42113"/>
            <a:ext cx="5215890" cy="695325"/>
          </a:xfrm>
          <a:prstGeom prst="rect">
            <a:avLst/>
          </a:prstGeom>
        </p:spPr>
        <p:txBody>
          <a:bodyPr vert="horz" wrap="square" lIns="0" tIns="12065" rIns="0" bIns="0" rtlCol="0">
            <a:spAutoFit/>
          </a:bodyPr>
          <a:lstStyle/>
          <a:p>
            <a:pPr marL="12700">
              <a:lnSpc>
                <a:spcPct val="100000"/>
              </a:lnSpc>
              <a:spcBef>
                <a:spcPts val="95"/>
              </a:spcBef>
            </a:pPr>
            <a:r>
              <a:rPr b="1" spc="-5" dirty="0">
                <a:solidFill>
                  <a:srgbClr val="000000"/>
                </a:solidFill>
                <a:latin typeface="Times New Roman"/>
                <a:cs typeface="Times New Roman"/>
              </a:rPr>
              <a:t>Program</a:t>
            </a:r>
            <a:r>
              <a:rPr b="1" spc="-85" dirty="0">
                <a:solidFill>
                  <a:srgbClr val="000000"/>
                </a:solidFill>
                <a:latin typeface="Times New Roman"/>
                <a:cs typeface="Times New Roman"/>
              </a:rPr>
              <a:t> </a:t>
            </a:r>
            <a:r>
              <a:rPr b="1" spc="-5" dirty="0">
                <a:solidFill>
                  <a:srgbClr val="000000"/>
                </a:solidFill>
                <a:latin typeface="Times New Roman"/>
                <a:cs typeface="Times New Roman"/>
              </a:rPr>
              <a:t>Information</a:t>
            </a:r>
          </a:p>
        </p:txBody>
      </p:sp>
      <p:sp>
        <p:nvSpPr>
          <p:cNvPr id="10" name="object 10"/>
          <p:cNvSpPr txBox="1"/>
          <p:nvPr/>
        </p:nvSpPr>
        <p:spPr>
          <a:xfrm>
            <a:off x="6096001" y="981582"/>
            <a:ext cx="6021070" cy="319318"/>
          </a:xfrm>
          <a:prstGeom prst="rect">
            <a:avLst/>
          </a:prstGeom>
        </p:spPr>
        <p:txBody>
          <a:bodyPr vert="horz" wrap="square" lIns="0" tIns="11430" rIns="0" bIns="0" rtlCol="0">
            <a:spAutoFit/>
          </a:bodyPr>
          <a:lstStyle/>
          <a:p>
            <a:pPr marL="12700">
              <a:lnSpc>
                <a:spcPct val="100000"/>
              </a:lnSpc>
              <a:spcBef>
                <a:spcPts val="90"/>
              </a:spcBef>
            </a:pPr>
            <a:r>
              <a:rPr sz="2000" b="1" spc="-5" dirty="0">
                <a:latin typeface="Times New Roman"/>
                <a:cs typeface="Times New Roman"/>
              </a:rPr>
              <a:t>Pr</a:t>
            </a:r>
            <a:r>
              <a:rPr sz="2000" b="1" spc="5" dirty="0">
                <a:latin typeface="Times New Roman"/>
                <a:cs typeface="Times New Roman"/>
              </a:rPr>
              <a:t>og</a:t>
            </a:r>
            <a:r>
              <a:rPr sz="2000" b="1" spc="-5" dirty="0">
                <a:latin typeface="Times New Roman"/>
                <a:cs typeface="Times New Roman"/>
              </a:rPr>
              <a:t>r</a:t>
            </a:r>
            <a:r>
              <a:rPr sz="2000" b="1" spc="5" dirty="0">
                <a:latin typeface="Times New Roman"/>
                <a:cs typeface="Times New Roman"/>
              </a:rPr>
              <a:t>a</a:t>
            </a:r>
            <a:r>
              <a:rPr sz="2000" b="1" spc="-10" dirty="0">
                <a:latin typeface="Times New Roman"/>
                <a:cs typeface="Times New Roman"/>
              </a:rPr>
              <a:t>m</a:t>
            </a:r>
            <a:r>
              <a:rPr sz="2000" b="1" spc="-135" dirty="0">
                <a:latin typeface="Times New Roman"/>
                <a:cs typeface="Times New Roman"/>
              </a:rPr>
              <a:t> </a:t>
            </a:r>
            <a:r>
              <a:rPr sz="2000" b="1" spc="-10" dirty="0">
                <a:latin typeface="Times New Roman"/>
                <a:cs typeface="Times New Roman"/>
              </a:rPr>
              <a:t>N</a:t>
            </a:r>
            <a:r>
              <a:rPr sz="2000" b="1" spc="30" dirty="0">
                <a:latin typeface="Times New Roman"/>
                <a:cs typeface="Times New Roman"/>
              </a:rPr>
              <a:t>a</a:t>
            </a:r>
            <a:r>
              <a:rPr sz="2000" b="1" spc="-40" dirty="0">
                <a:latin typeface="Times New Roman"/>
                <a:cs typeface="Times New Roman"/>
              </a:rPr>
              <a:t>m</a:t>
            </a:r>
            <a:r>
              <a:rPr sz="2000" b="1" spc="-5" dirty="0">
                <a:latin typeface="Times New Roman"/>
                <a:cs typeface="Times New Roman"/>
              </a:rPr>
              <a:t>e:</a:t>
            </a:r>
            <a:r>
              <a:rPr sz="2000" b="1" spc="-30" dirty="0">
                <a:latin typeface="Times New Roman"/>
                <a:cs typeface="Times New Roman"/>
              </a:rPr>
              <a:t> </a:t>
            </a:r>
            <a:r>
              <a:rPr sz="1800" b="1" spc="20" dirty="0">
                <a:latin typeface="Times New Roman"/>
                <a:cs typeface="Times New Roman"/>
              </a:rPr>
              <a:t>B</a:t>
            </a:r>
            <a:r>
              <a:rPr sz="1800" b="1" dirty="0">
                <a:latin typeface="Times New Roman"/>
                <a:cs typeface="Times New Roman"/>
              </a:rPr>
              <a:t>.</a:t>
            </a:r>
            <a:r>
              <a:rPr sz="1800" b="1" spc="-35" dirty="0">
                <a:latin typeface="Times New Roman"/>
                <a:cs typeface="Times New Roman"/>
              </a:rPr>
              <a:t> </a:t>
            </a:r>
            <a:r>
              <a:rPr sz="1800" b="1" dirty="0">
                <a:latin typeface="Times New Roman"/>
                <a:cs typeface="Times New Roman"/>
              </a:rPr>
              <a:t>T</a:t>
            </a:r>
            <a:r>
              <a:rPr sz="1800" b="1" spc="-10" dirty="0">
                <a:latin typeface="Times New Roman"/>
                <a:cs typeface="Times New Roman"/>
              </a:rPr>
              <a:t>ec</a:t>
            </a:r>
            <a:r>
              <a:rPr sz="1800" b="1" spc="-25" dirty="0">
                <a:latin typeface="Times New Roman"/>
                <a:cs typeface="Times New Roman"/>
              </a:rPr>
              <a:t>h</a:t>
            </a:r>
            <a:r>
              <a:rPr sz="1800" b="1" dirty="0">
                <a:latin typeface="Times New Roman"/>
                <a:cs typeface="Times New Roman"/>
              </a:rPr>
              <a:t>.</a:t>
            </a:r>
            <a:r>
              <a:rPr sz="1800" b="1" spc="-40" dirty="0">
                <a:latin typeface="Times New Roman"/>
                <a:cs typeface="Times New Roman"/>
              </a:rPr>
              <a:t> </a:t>
            </a:r>
            <a:r>
              <a:rPr sz="1800" b="1" spc="-60" dirty="0">
                <a:latin typeface="Times New Roman"/>
                <a:cs typeface="Times New Roman"/>
              </a:rPr>
              <a:t>C</a:t>
            </a:r>
            <a:r>
              <a:rPr sz="1800" b="1" spc="-40" dirty="0">
                <a:latin typeface="Times New Roman"/>
                <a:cs typeface="Times New Roman"/>
              </a:rPr>
              <a:t>o</a:t>
            </a:r>
            <a:r>
              <a:rPr sz="1800" b="1" spc="-85" dirty="0">
                <a:latin typeface="Times New Roman"/>
                <a:cs typeface="Times New Roman"/>
              </a:rPr>
              <a:t>m</a:t>
            </a:r>
            <a:r>
              <a:rPr sz="1800" b="1" spc="-70" dirty="0">
                <a:latin typeface="Times New Roman"/>
                <a:cs typeface="Times New Roman"/>
              </a:rPr>
              <a:t>pu</a:t>
            </a:r>
            <a:r>
              <a:rPr sz="1800" b="1" spc="-50" dirty="0">
                <a:latin typeface="Times New Roman"/>
                <a:cs typeface="Times New Roman"/>
              </a:rPr>
              <a:t>t</a:t>
            </a:r>
            <a:r>
              <a:rPr sz="1800" b="1" spc="-60" dirty="0">
                <a:latin typeface="Times New Roman"/>
                <a:cs typeface="Times New Roman"/>
              </a:rPr>
              <a:t>e</a:t>
            </a:r>
            <a:r>
              <a:rPr sz="1800" b="1" dirty="0">
                <a:latin typeface="Times New Roman"/>
                <a:cs typeface="Times New Roman"/>
              </a:rPr>
              <a:t>r</a:t>
            </a:r>
            <a:r>
              <a:rPr sz="1800" b="1" spc="-95" dirty="0">
                <a:latin typeface="Times New Roman"/>
                <a:cs typeface="Times New Roman"/>
              </a:rPr>
              <a:t> </a:t>
            </a:r>
            <a:r>
              <a:rPr sz="1800" b="1" spc="-50" dirty="0">
                <a:latin typeface="Times New Roman"/>
                <a:cs typeface="Times New Roman"/>
              </a:rPr>
              <a:t>S</a:t>
            </a:r>
            <a:r>
              <a:rPr sz="1800" b="1" spc="-60" dirty="0">
                <a:latin typeface="Times New Roman"/>
                <a:cs typeface="Times New Roman"/>
              </a:rPr>
              <a:t>c</a:t>
            </a:r>
            <a:r>
              <a:rPr sz="1800" b="1" spc="-45" dirty="0">
                <a:latin typeface="Times New Roman"/>
                <a:cs typeface="Times New Roman"/>
              </a:rPr>
              <a:t>i</a:t>
            </a:r>
            <a:r>
              <a:rPr sz="1800" b="1" spc="-60" dirty="0">
                <a:latin typeface="Times New Roman"/>
                <a:cs typeface="Times New Roman"/>
              </a:rPr>
              <a:t>e</a:t>
            </a:r>
            <a:r>
              <a:rPr sz="1800" b="1" spc="-70" dirty="0">
                <a:latin typeface="Times New Roman"/>
                <a:cs typeface="Times New Roman"/>
              </a:rPr>
              <a:t>n</a:t>
            </a:r>
            <a:r>
              <a:rPr sz="1800" b="1" spc="-60" dirty="0">
                <a:latin typeface="Times New Roman"/>
                <a:cs typeface="Times New Roman"/>
              </a:rPr>
              <a:t>c</a:t>
            </a:r>
            <a:r>
              <a:rPr sz="1800" b="1" dirty="0">
                <a:latin typeface="Times New Roman"/>
                <a:cs typeface="Times New Roman"/>
              </a:rPr>
              <a:t>e</a:t>
            </a:r>
            <a:r>
              <a:rPr sz="1800" b="1" spc="-95" dirty="0">
                <a:latin typeface="Times New Roman"/>
                <a:cs typeface="Times New Roman"/>
              </a:rPr>
              <a:t> </a:t>
            </a:r>
            <a:r>
              <a:rPr sz="1800" b="1" spc="-60" dirty="0">
                <a:latin typeface="Times New Roman"/>
                <a:cs typeface="Times New Roman"/>
              </a:rPr>
              <a:t>a</a:t>
            </a:r>
            <a:r>
              <a:rPr sz="1800" b="1" spc="-70" dirty="0">
                <a:latin typeface="Times New Roman"/>
                <a:cs typeface="Times New Roman"/>
              </a:rPr>
              <a:t>n</a:t>
            </a:r>
            <a:r>
              <a:rPr sz="1800" b="1" spc="-5" dirty="0">
                <a:latin typeface="Times New Roman"/>
                <a:cs typeface="Times New Roman"/>
              </a:rPr>
              <a:t>d</a:t>
            </a:r>
            <a:r>
              <a:rPr lang="en-US" sz="1800" b="1" spc="-5" dirty="0">
                <a:latin typeface="Times New Roman"/>
                <a:cs typeface="Times New Roman"/>
              </a:rPr>
              <a:t> Engineering</a:t>
            </a:r>
            <a:endParaRPr sz="1800" dirty="0">
              <a:latin typeface="Times New Roman"/>
              <a:cs typeface="Times New Roman"/>
            </a:endParaRPr>
          </a:p>
        </p:txBody>
      </p:sp>
      <p:sp>
        <p:nvSpPr>
          <p:cNvPr id="11" name="object 11"/>
          <p:cNvSpPr txBox="1"/>
          <p:nvPr/>
        </p:nvSpPr>
        <p:spPr>
          <a:xfrm>
            <a:off x="295147" y="981582"/>
            <a:ext cx="2303780" cy="319318"/>
          </a:xfrm>
          <a:prstGeom prst="rect">
            <a:avLst/>
          </a:prstGeom>
        </p:spPr>
        <p:txBody>
          <a:bodyPr vert="horz" wrap="square" lIns="0" tIns="11430" rIns="0" bIns="0" rtlCol="0">
            <a:spAutoFit/>
          </a:bodyPr>
          <a:lstStyle/>
          <a:p>
            <a:pPr marL="12700">
              <a:lnSpc>
                <a:spcPts val="2355"/>
              </a:lnSpc>
              <a:spcBef>
                <a:spcPts val="90"/>
              </a:spcBef>
            </a:pPr>
            <a:r>
              <a:rPr sz="2000" b="1" spc="-5" dirty="0">
                <a:latin typeface="Times New Roman"/>
                <a:cs typeface="Times New Roman"/>
              </a:rPr>
              <a:t>Pr</a:t>
            </a:r>
            <a:r>
              <a:rPr sz="2000" b="1" spc="5" dirty="0">
                <a:latin typeface="Times New Roman"/>
                <a:cs typeface="Times New Roman"/>
              </a:rPr>
              <a:t>og</a:t>
            </a:r>
            <a:r>
              <a:rPr sz="2000" b="1" spc="-5" dirty="0">
                <a:latin typeface="Times New Roman"/>
                <a:cs typeface="Times New Roman"/>
              </a:rPr>
              <a:t>r</a:t>
            </a:r>
            <a:r>
              <a:rPr sz="2000" b="1" spc="5" dirty="0">
                <a:latin typeface="Times New Roman"/>
                <a:cs typeface="Times New Roman"/>
              </a:rPr>
              <a:t>a</a:t>
            </a:r>
            <a:r>
              <a:rPr sz="2000" b="1" spc="-10" dirty="0">
                <a:latin typeface="Times New Roman"/>
                <a:cs typeface="Times New Roman"/>
              </a:rPr>
              <a:t>m</a:t>
            </a:r>
            <a:r>
              <a:rPr sz="2000" b="1" spc="-110" dirty="0">
                <a:latin typeface="Times New Roman"/>
                <a:cs typeface="Times New Roman"/>
              </a:rPr>
              <a:t> </a:t>
            </a:r>
            <a:r>
              <a:rPr sz="2000" b="1" spc="-10" dirty="0">
                <a:latin typeface="Times New Roman"/>
                <a:cs typeface="Times New Roman"/>
              </a:rPr>
              <a:t>C</a:t>
            </a:r>
            <a:r>
              <a:rPr sz="2000" b="1" spc="5" dirty="0">
                <a:latin typeface="Times New Roman"/>
                <a:cs typeface="Times New Roman"/>
              </a:rPr>
              <a:t>o</a:t>
            </a:r>
            <a:r>
              <a:rPr sz="2000" b="1" spc="-5" dirty="0">
                <a:latin typeface="Times New Roman"/>
                <a:cs typeface="Times New Roman"/>
              </a:rPr>
              <a:t>de:</a:t>
            </a:r>
            <a:r>
              <a:rPr sz="2000" b="1" spc="40" dirty="0">
                <a:latin typeface="Times New Roman"/>
                <a:cs typeface="Times New Roman"/>
              </a:rPr>
              <a:t> </a:t>
            </a:r>
            <a:r>
              <a:rPr sz="2000" b="1" spc="-5" dirty="0">
                <a:latin typeface="Times New Roman"/>
                <a:cs typeface="Times New Roman"/>
              </a:rPr>
              <a:t>P</a:t>
            </a:r>
            <a:r>
              <a:rPr sz="2000" b="1" spc="5" dirty="0">
                <a:latin typeface="Times New Roman"/>
                <a:cs typeface="Times New Roman"/>
              </a:rPr>
              <a:t>13</a:t>
            </a:r>
            <a:r>
              <a:rPr sz="2000" b="1" spc="-5" dirty="0">
                <a:latin typeface="Times New Roman"/>
                <a:cs typeface="Times New Roman"/>
              </a:rPr>
              <a:t>2</a:t>
            </a:r>
            <a:endParaRPr lang="en-IN" sz="2000" dirty="0">
              <a:latin typeface="Times New Roman"/>
              <a:cs typeface="Times New Roman"/>
            </a:endParaRPr>
          </a:p>
        </p:txBody>
      </p:sp>
      <p:sp>
        <p:nvSpPr>
          <p:cNvPr id="12" name="object 12"/>
          <p:cNvSpPr txBox="1"/>
          <p:nvPr/>
        </p:nvSpPr>
        <p:spPr>
          <a:xfrm>
            <a:off x="206756" y="1887093"/>
            <a:ext cx="11657330" cy="1567096"/>
          </a:xfrm>
          <a:prstGeom prst="rect">
            <a:avLst/>
          </a:prstGeom>
        </p:spPr>
        <p:txBody>
          <a:bodyPr vert="horz" wrap="square" lIns="0" tIns="12700" rIns="0" bIns="0" rtlCol="0">
            <a:spAutoFit/>
          </a:bodyPr>
          <a:lstStyle/>
          <a:p>
            <a:pPr marL="12700" marR="5080">
              <a:lnSpc>
                <a:spcPct val="99600"/>
              </a:lnSpc>
              <a:spcBef>
                <a:spcPts val="100"/>
              </a:spcBef>
            </a:pPr>
            <a:r>
              <a:rPr sz="2000" b="1" spc="-10" dirty="0">
                <a:solidFill>
                  <a:srgbClr val="0000FF"/>
                </a:solidFill>
                <a:latin typeface="Times New Roman"/>
                <a:cs typeface="Times New Roman"/>
              </a:rPr>
              <a:t>This</a:t>
            </a:r>
            <a:r>
              <a:rPr sz="2000" b="1" spc="-50" dirty="0">
                <a:solidFill>
                  <a:srgbClr val="0000FF"/>
                </a:solidFill>
                <a:latin typeface="Times New Roman"/>
                <a:cs typeface="Times New Roman"/>
              </a:rPr>
              <a:t> </a:t>
            </a:r>
            <a:r>
              <a:rPr sz="2000" b="1" spc="-5" dirty="0">
                <a:solidFill>
                  <a:srgbClr val="0000FF"/>
                </a:solidFill>
                <a:latin typeface="Times New Roman"/>
                <a:cs typeface="Times New Roman"/>
              </a:rPr>
              <a:t>Bachelor</a:t>
            </a:r>
            <a:r>
              <a:rPr sz="2000" b="1" spc="-50" dirty="0">
                <a:solidFill>
                  <a:srgbClr val="0000FF"/>
                </a:solidFill>
                <a:latin typeface="Times New Roman"/>
                <a:cs typeface="Times New Roman"/>
              </a:rPr>
              <a:t> </a:t>
            </a:r>
            <a:r>
              <a:rPr sz="2000" b="1" dirty="0">
                <a:solidFill>
                  <a:srgbClr val="0000FF"/>
                </a:solidFill>
                <a:latin typeface="Times New Roman"/>
                <a:cs typeface="Times New Roman"/>
              </a:rPr>
              <a:t>of</a:t>
            </a:r>
            <a:r>
              <a:rPr sz="2000" b="1" spc="-30" dirty="0">
                <a:solidFill>
                  <a:srgbClr val="0000FF"/>
                </a:solidFill>
                <a:latin typeface="Times New Roman"/>
                <a:cs typeface="Times New Roman"/>
              </a:rPr>
              <a:t> </a:t>
            </a:r>
            <a:r>
              <a:rPr sz="2000" b="1" spc="-5" dirty="0">
                <a:solidFill>
                  <a:srgbClr val="0000FF"/>
                </a:solidFill>
                <a:latin typeface="Times New Roman"/>
                <a:cs typeface="Times New Roman"/>
              </a:rPr>
              <a:t>Technology</a:t>
            </a:r>
            <a:r>
              <a:rPr sz="2000" b="1" spc="-15" dirty="0">
                <a:solidFill>
                  <a:srgbClr val="0000FF"/>
                </a:solidFill>
                <a:latin typeface="Times New Roman"/>
                <a:cs typeface="Times New Roman"/>
              </a:rPr>
              <a:t> </a:t>
            </a:r>
            <a:r>
              <a:rPr sz="2000" b="1" spc="-5" dirty="0">
                <a:solidFill>
                  <a:srgbClr val="0000FF"/>
                </a:solidFill>
                <a:latin typeface="Times New Roman"/>
                <a:cs typeface="Times New Roman"/>
              </a:rPr>
              <a:t>program</a:t>
            </a:r>
            <a:r>
              <a:rPr sz="2000" b="1" spc="-125" dirty="0">
                <a:solidFill>
                  <a:srgbClr val="0000FF"/>
                </a:solidFill>
                <a:latin typeface="Times New Roman"/>
                <a:cs typeface="Times New Roman"/>
              </a:rPr>
              <a:t> </a:t>
            </a:r>
            <a:r>
              <a:rPr sz="2000" b="1" dirty="0">
                <a:solidFill>
                  <a:srgbClr val="0000FF"/>
                </a:solidFill>
                <a:latin typeface="Times New Roman"/>
                <a:cs typeface="Times New Roman"/>
              </a:rPr>
              <a:t>offered</a:t>
            </a:r>
            <a:r>
              <a:rPr sz="2000" b="1" spc="-25" dirty="0">
                <a:solidFill>
                  <a:srgbClr val="0000FF"/>
                </a:solidFill>
                <a:latin typeface="Times New Roman"/>
                <a:cs typeface="Times New Roman"/>
              </a:rPr>
              <a:t> </a:t>
            </a:r>
            <a:r>
              <a:rPr sz="2000" b="1" spc="-10" dirty="0">
                <a:solidFill>
                  <a:srgbClr val="0000FF"/>
                </a:solidFill>
                <a:latin typeface="Times New Roman"/>
                <a:cs typeface="Times New Roman"/>
              </a:rPr>
              <a:t>by</a:t>
            </a:r>
            <a:r>
              <a:rPr sz="2000" b="1" dirty="0">
                <a:solidFill>
                  <a:srgbClr val="0000FF"/>
                </a:solidFill>
                <a:latin typeface="Times New Roman"/>
                <a:cs typeface="Times New Roman"/>
              </a:rPr>
              <a:t> </a:t>
            </a:r>
            <a:r>
              <a:rPr sz="2000" b="1" spc="-5" dirty="0">
                <a:solidFill>
                  <a:srgbClr val="0000FF"/>
                </a:solidFill>
                <a:latin typeface="Times New Roman"/>
                <a:cs typeface="Times New Roman"/>
              </a:rPr>
              <a:t>Lovely</a:t>
            </a:r>
            <a:r>
              <a:rPr sz="2000" b="1" spc="-20" dirty="0">
                <a:solidFill>
                  <a:srgbClr val="0000FF"/>
                </a:solidFill>
                <a:latin typeface="Times New Roman"/>
                <a:cs typeface="Times New Roman"/>
              </a:rPr>
              <a:t> </a:t>
            </a:r>
            <a:r>
              <a:rPr sz="2000" b="1" spc="-5" dirty="0">
                <a:solidFill>
                  <a:srgbClr val="0000FF"/>
                </a:solidFill>
                <a:latin typeface="Times New Roman"/>
                <a:cs typeface="Times New Roman"/>
              </a:rPr>
              <a:t>Professional</a:t>
            </a:r>
            <a:r>
              <a:rPr sz="2000" b="1" spc="-20" dirty="0">
                <a:solidFill>
                  <a:srgbClr val="0000FF"/>
                </a:solidFill>
                <a:latin typeface="Times New Roman"/>
                <a:cs typeface="Times New Roman"/>
              </a:rPr>
              <a:t> </a:t>
            </a:r>
            <a:r>
              <a:rPr sz="2000" b="1" spc="-5" dirty="0">
                <a:solidFill>
                  <a:srgbClr val="0000FF"/>
                </a:solidFill>
                <a:latin typeface="Times New Roman"/>
                <a:cs typeface="Times New Roman"/>
              </a:rPr>
              <a:t>University</a:t>
            </a:r>
            <a:r>
              <a:rPr sz="2000" b="1" spc="10" dirty="0">
                <a:solidFill>
                  <a:srgbClr val="0000FF"/>
                </a:solidFill>
                <a:latin typeface="Times New Roman"/>
                <a:cs typeface="Times New Roman"/>
              </a:rPr>
              <a:t> </a:t>
            </a:r>
            <a:r>
              <a:rPr sz="2000" b="1" spc="-5" dirty="0">
                <a:solidFill>
                  <a:srgbClr val="0000FF"/>
                </a:solidFill>
                <a:latin typeface="Times New Roman"/>
                <a:cs typeface="Times New Roman"/>
              </a:rPr>
              <a:t>has</a:t>
            </a:r>
            <a:r>
              <a:rPr sz="2000" b="1" spc="-40" dirty="0">
                <a:solidFill>
                  <a:srgbClr val="0000FF"/>
                </a:solidFill>
                <a:latin typeface="Times New Roman"/>
                <a:cs typeface="Times New Roman"/>
              </a:rPr>
              <a:t> </a:t>
            </a:r>
            <a:r>
              <a:rPr sz="2000" b="1" spc="-5" dirty="0">
                <a:solidFill>
                  <a:srgbClr val="0000FF"/>
                </a:solidFill>
                <a:latin typeface="Times New Roman"/>
                <a:cs typeface="Times New Roman"/>
              </a:rPr>
              <a:t>a</a:t>
            </a:r>
            <a:r>
              <a:rPr sz="2000" b="1" spc="50" dirty="0">
                <a:solidFill>
                  <a:srgbClr val="0000FF"/>
                </a:solidFill>
                <a:latin typeface="Times New Roman"/>
                <a:cs typeface="Times New Roman"/>
              </a:rPr>
              <a:t> </a:t>
            </a:r>
            <a:r>
              <a:rPr sz="2000" b="1" spc="-10" dirty="0">
                <a:solidFill>
                  <a:srgbClr val="0000FF"/>
                </a:solidFill>
                <a:latin typeface="Times New Roman"/>
                <a:cs typeface="Times New Roman"/>
              </a:rPr>
              <a:t>minimum</a:t>
            </a:r>
            <a:r>
              <a:rPr sz="2000" b="1" spc="-50" dirty="0">
                <a:solidFill>
                  <a:srgbClr val="0000FF"/>
                </a:solidFill>
                <a:latin typeface="Times New Roman"/>
                <a:cs typeface="Times New Roman"/>
              </a:rPr>
              <a:t> </a:t>
            </a:r>
            <a:r>
              <a:rPr sz="2000" b="1" spc="-5" dirty="0">
                <a:solidFill>
                  <a:srgbClr val="0000FF"/>
                </a:solidFill>
                <a:latin typeface="Times New Roman"/>
                <a:cs typeface="Times New Roman"/>
              </a:rPr>
              <a:t>duration</a:t>
            </a:r>
            <a:r>
              <a:rPr sz="2000" b="1" spc="-30" dirty="0">
                <a:solidFill>
                  <a:srgbClr val="0000FF"/>
                </a:solidFill>
                <a:latin typeface="Times New Roman"/>
                <a:cs typeface="Times New Roman"/>
              </a:rPr>
              <a:t> </a:t>
            </a:r>
            <a:r>
              <a:rPr sz="2000" b="1" spc="5" dirty="0">
                <a:solidFill>
                  <a:srgbClr val="0000FF"/>
                </a:solidFill>
                <a:latin typeface="Times New Roman"/>
                <a:cs typeface="Times New Roman"/>
              </a:rPr>
              <a:t>of </a:t>
            </a:r>
            <a:r>
              <a:rPr sz="2000" b="1" spc="-484" dirty="0">
                <a:solidFill>
                  <a:srgbClr val="0000FF"/>
                </a:solidFill>
                <a:latin typeface="Times New Roman"/>
                <a:cs typeface="Times New Roman"/>
              </a:rPr>
              <a:t> </a:t>
            </a:r>
            <a:r>
              <a:rPr sz="2000" b="1" spc="-5" dirty="0">
                <a:solidFill>
                  <a:srgbClr val="0000FF"/>
                </a:solidFill>
                <a:latin typeface="Times New Roman"/>
                <a:cs typeface="Times New Roman"/>
              </a:rPr>
              <a:t>4</a:t>
            </a:r>
            <a:r>
              <a:rPr sz="2000" b="1" spc="15" dirty="0">
                <a:solidFill>
                  <a:srgbClr val="0000FF"/>
                </a:solidFill>
                <a:latin typeface="Times New Roman"/>
                <a:cs typeface="Times New Roman"/>
              </a:rPr>
              <a:t> </a:t>
            </a:r>
            <a:r>
              <a:rPr sz="2000" b="1" dirty="0">
                <a:solidFill>
                  <a:srgbClr val="0000FF"/>
                </a:solidFill>
                <a:latin typeface="Times New Roman"/>
                <a:cs typeface="Times New Roman"/>
              </a:rPr>
              <a:t>years </a:t>
            </a:r>
            <a:r>
              <a:rPr sz="2000" b="1" spc="-5" dirty="0">
                <a:solidFill>
                  <a:srgbClr val="0000FF"/>
                </a:solidFill>
                <a:latin typeface="Times New Roman"/>
                <a:cs typeface="Times New Roman"/>
              </a:rPr>
              <a:t>and is </a:t>
            </a:r>
            <a:r>
              <a:rPr sz="2000" b="1" dirty="0">
                <a:solidFill>
                  <a:srgbClr val="0000FF"/>
                </a:solidFill>
                <a:latin typeface="Times New Roman"/>
                <a:cs typeface="Times New Roman"/>
              </a:rPr>
              <a:t>offered</a:t>
            </a:r>
            <a:r>
              <a:rPr sz="2000" b="1" spc="5" dirty="0">
                <a:solidFill>
                  <a:srgbClr val="0000FF"/>
                </a:solidFill>
                <a:latin typeface="Times New Roman"/>
                <a:cs typeface="Times New Roman"/>
              </a:rPr>
              <a:t> </a:t>
            </a:r>
            <a:r>
              <a:rPr sz="2000" b="1" spc="-10" dirty="0">
                <a:solidFill>
                  <a:srgbClr val="0000FF"/>
                </a:solidFill>
                <a:latin typeface="Times New Roman"/>
                <a:cs typeface="Times New Roman"/>
              </a:rPr>
              <a:t>under</a:t>
            </a:r>
            <a:r>
              <a:rPr sz="2000" b="1" spc="10" dirty="0">
                <a:solidFill>
                  <a:srgbClr val="0000FF"/>
                </a:solidFill>
                <a:latin typeface="Times New Roman"/>
                <a:cs typeface="Times New Roman"/>
              </a:rPr>
              <a:t> </a:t>
            </a:r>
            <a:r>
              <a:rPr sz="2000" b="1" spc="-5" dirty="0">
                <a:solidFill>
                  <a:srgbClr val="0000FF"/>
                </a:solidFill>
                <a:latin typeface="Times New Roman"/>
                <a:cs typeface="Times New Roman"/>
              </a:rPr>
              <a:t>the</a:t>
            </a:r>
            <a:r>
              <a:rPr sz="2000" b="1" spc="5" dirty="0">
                <a:solidFill>
                  <a:srgbClr val="0000FF"/>
                </a:solidFill>
                <a:latin typeface="Times New Roman"/>
                <a:cs typeface="Times New Roman"/>
              </a:rPr>
              <a:t> </a:t>
            </a:r>
            <a:r>
              <a:rPr sz="2000" b="1" spc="-5" dirty="0">
                <a:solidFill>
                  <a:srgbClr val="0000FF"/>
                </a:solidFill>
                <a:latin typeface="Times New Roman"/>
                <a:cs typeface="Times New Roman"/>
              </a:rPr>
              <a:t>Semester</a:t>
            </a:r>
            <a:r>
              <a:rPr sz="2000" b="1" spc="15" dirty="0">
                <a:solidFill>
                  <a:srgbClr val="0000FF"/>
                </a:solidFill>
                <a:latin typeface="Times New Roman"/>
                <a:cs typeface="Times New Roman"/>
              </a:rPr>
              <a:t> </a:t>
            </a:r>
            <a:r>
              <a:rPr sz="2000" b="1" spc="-5" dirty="0">
                <a:solidFill>
                  <a:srgbClr val="0000FF"/>
                </a:solidFill>
                <a:latin typeface="Times New Roman"/>
                <a:cs typeface="Times New Roman"/>
              </a:rPr>
              <a:t>system</a:t>
            </a:r>
            <a:r>
              <a:rPr sz="2000" b="1" spc="-25" dirty="0">
                <a:solidFill>
                  <a:srgbClr val="0000FF"/>
                </a:solidFill>
                <a:latin typeface="Times New Roman"/>
                <a:cs typeface="Times New Roman"/>
              </a:rPr>
              <a:t> </a:t>
            </a:r>
            <a:r>
              <a:rPr sz="2000" b="1" dirty="0">
                <a:solidFill>
                  <a:srgbClr val="0000FF"/>
                </a:solidFill>
                <a:latin typeface="Times New Roman"/>
                <a:cs typeface="Times New Roman"/>
              </a:rPr>
              <a:t>through </a:t>
            </a:r>
            <a:r>
              <a:rPr sz="2000" b="1" spc="-5" dirty="0">
                <a:solidFill>
                  <a:srgbClr val="0000FF"/>
                </a:solidFill>
                <a:latin typeface="Times New Roman"/>
                <a:cs typeface="Times New Roman"/>
              </a:rPr>
              <a:t>Regular</a:t>
            </a:r>
            <a:r>
              <a:rPr sz="2000" b="1" spc="35" dirty="0">
                <a:solidFill>
                  <a:srgbClr val="0000FF"/>
                </a:solidFill>
                <a:latin typeface="Times New Roman"/>
                <a:cs typeface="Times New Roman"/>
              </a:rPr>
              <a:t> </a:t>
            </a:r>
            <a:r>
              <a:rPr sz="2000" b="1" spc="-15" dirty="0">
                <a:solidFill>
                  <a:srgbClr val="0000FF"/>
                </a:solidFill>
                <a:latin typeface="Times New Roman"/>
                <a:cs typeface="Times New Roman"/>
              </a:rPr>
              <a:t>mode.</a:t>
            </a:r>
            <a:r>
              <a:rPr sz="2000" b="1" spc="10" dirty="0">
                <a:solidFill>
                  <a:srgbClr val="0000FF"/>
                </a:solidFill>
                <a:latin typeface="Times New Roman"/>
                <a:cs typeface="Times New Roman"/>
              </a:rPr>
              <a:t> </a:t>
            </a:r>
            <a:r>
              <a:rPr sz="2000" b="1" spc="-10" dirty="0">
                <a:solidFill>
                  <a:srgbClr val="0000FF"/>
                </a:solidFill>
                <a:latin typeface="Times New Roman"/>
                <a:cs typeface="Times New Roman"/>
              </a:rPr>
              <a:t>It</a:t>
            </a:r>
            <a:r>
              <a:rPr sz="2000" b="1" spc="10" dirty="0">
                <a:solidFill>
                  <a:srgbClr val="0000FF"/>
                </a:solidFill>
                <a:latin typeface="Times New Roman"/>
                <a:cs typeface="Times New Roman"/>
              </a:rPr>
              <a:t> </a:t>
            </a:r>
            <a:r>
              <a:rPr sz="2000" b="1" spc="5" dirty="0">
                <a:solidFill>
                  <a:srgbClr val="0000FF"/>
                </a:solidFill>
                <a:latin typeface="Times New Roman"/>
                <a:cs typeface="Times New Roman"/>
              </a:rPr>
              <a:t>is</a:t>
            </a:r>
            <a:r>
              <a:rPr sz="2000" b="1" dirty="0">
                <a:solidFill>
                  <a:srgbClr val="0000FF"/>
                </a:solidFill>
                <a:latin typeface="Times New Roman"/>
                <a:cs typeface="Times New Roman"/>
              </a:rPr>
              <a:t> </a:t>
            </a:r>
            <a:r>
              <a:rPr sz="2000" b="1" spc="-5" dirty="0">
                <a:solidFill>
                  <a:srgbClr val="0000FF"/>
                </a:solidFill>
                <a:latin typeface="Times New Roman"/>
                <a:cs typeface="Times New Roman"/>
              </a:rPr>
              <a:t>a</a:t>
            </a:r>
            <a:r>
              <a:rPr sz="2000" b="1" spc="15" dirty="0">
                <a:solidFill>
                  <a:srgbClr val="0000FF"/>
                </a:solidFill>
                <a:latin typeface="Times New Roman"/>
                <a:cs typeface="Times New Roman"/>
              </a:rPr>
              <a:t> </a:t>
            </a:r>
            <a:r>
              <a:rPr lang="en-US" sz="2000" b="1" spc="-5" dirty="0">
                <a:solidFill>
                  <a:srgbClr val="0000FF"/>
                </a:solidFill>
                <a:latin typeface="Times New Roman"/>
                <a:cs typeface="Times New Roman"/>
              </a:rPr>
              <a:t>s</a:t>
            </a:r>
            <a:r>
              <a:rPr sz="2000" b="1" spc="-5" dirty="0">
                <a:solidFill>
                  <a:srgbClr val="0000FF"/>
                </a:solidFill>
                <a:latin typeface="Times New Roman"/>
                <a:cs typeface="Times New Roman"/>
              </a:rPr>
              <a:t>tandalone</a:t>
            </a:r>
            <a:r>
              <a:rPr sz="2000" b="1" spc="10" dirty="0">
                <a:solidFill>
                  <a:srgbClr val="0000FF"/>
                </a:solidFill>
                <a:latin typeface="Times New Roman"/>
                <a:cs typeface="Times New Roman"/>
              </a:rPr>
              <a:t> </a:t>
            </a:r>
            <a:r>
              <a:rPr sz="2000" b="1" dirty="0">
                <a:solidFill>
                  <a:srgbClr val="0000FF"/>
                </a:solidFill>
                <a:latin typeface="Times New Roman"/>
                <a:cs typeface="Times New Roman"/>
              </a:rPr>
              <a:t>program</a:t>
            </a:r>
            <a:r>
              <a:rPr sz="2000" b="1" spc="-45" dirty="0">
                <a:solidFill>
                  <a:srgbClr val="0000FF"/>
                </a:solidFill>
                <a:latin typeface="Times New Roman"/>
                <a:cs typeface="Times New Roman"/>
              </a:rPr>
              <a:t> </a:t>
            </a:r>
            <a:r>
              <a:rPr sz="2000" b="1" spc="-10" dirty="0">
                <a:solidFill>
                  <a:srgbClr val="0000FF"/>
                </a:solidFill>
                <a:latin typeface="Times New Roman"/>
                <a:cs typeface="Times New Roman"/>
              </a:rPr>
              <a:t>based </a:t>
            </a:r>
            <a:r>
              <a:rPr sz="2000" b="1" spc="-5" dirty="0">
                <a:solidFill>
                  <a:srgbClr val="0000FF"/>
                </a:solidFill>
                <a:latin typeface="Times New Roman"/>
                <a:cs typeface="Times New Roman"/>
              </a:rPr>
              <a:t> </a:t>
            </a:r>
            <a:r>
              <a:rPr sz="2000" b="1" dirty="0">
                <a:solidFill>
                  <a:srgbClr val="0000FF"/>
                </a:solidFill>
                <a:latin typeface="Times New Roman"/>
                <a:cs typeface="Times New Roman"/>
              </a:rPr>
              <a:t>on</a:t>
            </a:r>
            <a:r>
              <a:rPr sz="2000" b="1" spc="-5" dirty="0">
                <a:solidFill>
                  <a:srgbClr val="0000FF"/>
                </a:solidFill>
                <a:latin typeface="Times New Roman"/>
                <a:cs typeface="Times New Roman"/>
              </a:rPr>
              <a:t> the</a:t>
            </a:r>
            <a:r>
              <a:rPr sz="2000" b="1" spc="-15" dirty="0">
                <a:solidFill>
                  <a:srgbClr val="0000FF"/>
                </a:solidFill>
                <a:latin typeface="Times New Roman"/>
                <a:cs typeface="Times New Roman"/>
              </a:rPr>
              <a:t> </a:t>
            </a:r>
            <a:r>
              <a:rPr lang="en-US" sz="2000" b="1" spc="-5" dirty="0">
                <a:solidFill>
                  <a:srgbClr val="0000FF"/>
                </a:solidFill>
                <a:latin typeface="Times New Roman"/>
                <a:cs typeface="Times New Roman"/>
              </a:rPr>
              <a:t>c</a:t>
            </a:r>
            <a:r>
              <a:rPr sz="2000" b="1" spc="-5" dirty="0">
                <a:solidFill>
                  <a:srgbClr val="0000FF"/>
                </a:solidFill>
                <a:latin typeface="Times New Roman"/>
                <a:cs typeface="Times New Roman"/>
              </a:rPr>
              <a:t>redit</a:t>
            </a:r>
            <a:r>
              <a:rPr sz="2000" b="1" spc="-15" dirty="0">
                <a:solidFill>
                  <a:srgbClr val="0000FF"/>
                </a:solidFill>
                <a:latin typeface="Times New Roman"/>
                <a:cs typeface="Times New Roman"/>
              </a:rPr>
              <a:t> </a:t>
            </a:r>
            <a:r>
              <a:rPr sz="2000" b="1" spc="-10" dirty="0">
                <a:solidFill>
                  <a:srgbClr val="0000FF"/>
                </a:solidFill>
                <a:latin typeface="Times New Roman"/>
                <a:cs typeface="Times New Roman"/>
              </a:rPr>
              <a:t>system.</a:t>
            </a:r>
            <a:endParaRPr sz="2000" dirty="0">
              <a:latin typeface="Times New Roman"/>
              <a:cs typeface="Times New Roman"/>
            </a:endParaRPr>
          </a:p>
          <a:p>
            <a:pPr>
              <a:lnSpc>
                <a:spcPct val="100000"/>
              </a:lnSpc>
              <a:spcBef>
                <a:spcPts val="10"/>
              </a:spcBef>
            </a:pPr>
            <a:endParaRPr sz="2100" dirty="0">
              <a:latin typeface="Times New Roman"/>
              <a:cs typeface="Times New Roman"/>
            </a:endParaRPr>
          </a:p>
          <a:p>
            <a:pPr marL="12700">
              <a:lnSpc>
                <a:spcPct val="100000"/>
              </a:lnSpc>
            </a:pPr>
            <a:r>
              <a:rPr sz="2000" b="1" spc="-5" dirty="0">
                <a:solidFill>
                  <a:srgbClr val="0000FF"/>
                </a:solidFill>
                <a:latin typeface="Times New Roman"/>
                <a:cs typeface="Times New Roman"/>
              </a:rPr>
              <a:t>#The</a:t>
            </a:r>
            <a:r>
              <a:rPr sz="2000" b="1" spc="55" dirty="0">
                <a:solidFill>
                  <a:srgbClr val="0000FF"/>
                </a:solidFill>
                <a:latin typeface="Times New Roman"/>
                <a:cs typeface="Times New Roman"/>
              </a:rPr>
              <a:t> </a:t>
            </a:r>
            <a:r>
              <a:rPr sz="2000" b="1" spc="-5" dirty="0">
                <a:solidFill>
                  <a:srgbClr val="0000FF"/>
                </a:solidFill>
                <a:latin typeface="Times New Roman"/>
                <a:cs typeface="Times New Roman"/>
              </a:rPr>
              <a:t>medium</a:t>
            </a:r>
            <a:r>
              <a:rPr sz="2000" b="1" spc="-90" dirty="0">
                <a:solidFill>
                  <a:srgbClr val="0000FF"/>
                </a:solidFill>
                <a:latin typeface="Times New Roman"/>
                <a:cs typeface="Times New Roman"/>
              </a:rPr>
              <a:t> </a:t>
            </a:r>
            <a:r>
              <a:rPr sz="2000" b="1" dirty="0">
                <a:solidFill>
                  <a:srgbClr val="0000FF"/>
                </a:solidFill>
                <a:latin typeface="Times New Roman"/>
                <a:cs typeface="Times New Roman"/>
              </a:rPr>
              <a:t>of</a:t>
            </a:r>
            <a:r>
              <a:rPr sz="2000" b="1" spc="-15" dirty="0">
                <a:solidFill>
                  <a:srgbClr val="0000FF"/>
                </a:solidFill>
                <a:latin typeface="Times New Roman"/>
                <a:cs typeface="Times New Roman"/>
              </a:rPr>
              <a:t> </a:t>
            </a:r>
            <a:r>
              <a:rPr sz="2000" b="1" spc="-5" dirty="0">
                <a:solidFill>
                  <a:srgbClr val="0000FF"/>
                </a:solidFill>
                <a:latin typeface="Times New Roman"/>
                <a:cs typeface="Times New Roman"/>
              </a:rPr>
              <a:t>Instruction</a:t>
            </a:r>
            <a:r>
              <a:rPr sz="2000" b="1" spc="-10" dirty="0">
                <a:solidFill>
                  <a:srgbClr val="0000FF"/>
                </a:solidFill>
                <a:latin typeface="Times New Roman"/>
                <a:cs typeface="Times New Roman"/>
              </a:rPr>
              <a:t> in</a:t>
            </a:r>
            <a:r>
              <a:rPr sz="2000" b="1" spc="-25" dirty="0">
                <a:solidFill>
                  <a:srgbClr val="0000FF"/>
                </a:solidFill>
                <a:latin typeface="Times New Roman"/>
                <a:cs typeface="Times New Roman"/>
              </a:rPr>
              <a:t> </a:t>
            </a:r>
            <a:r>
              <a:rPr sz="2000" b="1" spc="-5" dirty="0">
                <a:solidFill>
                  <a:srgbClr val="0000FF"/>
                </a:solidFill>
                <a:latin typeface="Times New Roman"/>
                <a:cs typeface="Times New Roman"/>
              </a:rPr>
              <a:t>this</a:t>
            </a:r>
            <a:r>
              <a:rPr sz="2000" b="1" spc="-30" dirty="0">
                <a:solidFill>
                  <a:srgbClr val="0000FF"/>
                </a:solidFill>
                <a:latin typeface="Times New Roman"/>
                <a:cs typeface="Times New Roman"/>
              </a:rPr>
              <a:t> </a:t>
            </a:r>
            <a:r>
              <a:rPr sz="2000" b="1" dirty="0">
                <a:solidFill>
                  <a:srgbClr val="0000FF"/>
                </a:solidFill>
                <a:latin typeface="Times New Roman"/>
                <a:cs typeface="Times New Roman"/>
              </a:rPr>
              <a:t>program</a:t>
            </a:r>
            <a:r>
              <a:rPr sz="2000" b="1" spc="-114" dirty="0">
                <a:solidFill>
                  <a:srgbClr val="0000FF"/>
                </a:solidFill>
                <a:latin typeface="Times New Roman"/>
                <a:cs typeface="Times New Roman"/>
              </a:rPr>
              <a:t> </a:t>
            </a:r>
            <a:r>
              <a:rPr sz="2000" b="1" spc="-10" dirty="0">
                <a:solidFill>
                  <a:srgbClr val="0000FF"/>
                </a:solidFill>
                <a:latin typeface="Times New Roman"/>
                <a:cs typeface="Times New Roman"/>
              </a:rPr>
              <a:t>is</a:t>
            </a:r>
            <a:r>
              <a:rPr sz="2000" b="1" dirty="0">
                <a:solidFill>
                  <a:srgbClr val="0000FF"/>
                </a:solidFill>
                <a:latin typeface="Times New Roman"/>
                <a:cs typeface="Times New Roman"/>
              </a:rPr>
              <a:t> </a:t>
            </a:r>
            <a:r>
              <a:rPr sz="2000" b="1" spc="-5" dirty="0">
                <a:solidFill>
                  <a:srgbClr val="0000FF"/>
                </a:solidFill>
                <a:latin typeface="Times New Roman"/>
                <a:cs typeface="Times New Roman"/>
              </a:rPr>
              <a:t>English.</a:t>
            </a:r>
            <a:endParaRPr sz="20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28370" y="2577662"/>
            <a:ext cx="9968230" cy="3375660"/>
          </a:xfrm>
          <a:prstGeom prst="rect">
            <a:avLst/>
          </a:prstGeom>
        </p:spPr>
        <p:txBody>
          <a:bodyPr vert="horz" wrap="square" lIns="0" tIns="8255" rIns="0" bIns="0" rtlCol="0">
            <a:spAutoFit/>
          </a:bodyPr>
          <a:lstStyle/>
          <a:p>
            <a:pPr marL="12700" marR="11430">
              <a:lnSpc>
                <a:spcPct val="101099"/>
              </a:lnSpc>
              <a:spcBef>
                <a:spcPts val="65"/>
              </a:spcBef>
            </a:pPr>
            <a:r>
              <a:rPr sz="2000" b="1" spc="-5" dirty="0">
                <a:solidFill>
                  <a:srgbClr val="006DC0"/>
                </a:solidFill>
                <a:latin typeface="Times New Roman"/>
                <a:cs typeface="Times New Roman"/>
              </a:rPr>
              <a:t>PEO1:</a:t>
            </a:r>
            <a:r>
              <a:rPr sz="2000" b="1" spc="114" dirty="0">
                <a:solidFill>
                  <a:srgbClr val="006DC0"/>
                </a:solidFill>
                <a:latin typeface="Times New Roman"/>
                <a:cs typeface="Times New Roman"/>
              </a:rPr>
              <a:t> </a:t>
            </a:r>
            <a:r>
              <a:rPr sz="2000" b="1" spc="-5" dirty="0">
                <a:solidFill>
                  <a:srgbClr val="006DC0"/>
                </a:solidFill>
                <a:latin typeface="Times New Roman"/>
                <a:cs typeface="Times New Roman"/>
              </a:rPr>
              <a:t>Graduates</a:t>
            </a:r>
            <a:r>
              <a:rPr sz="2000" b="1" spc="130" dirty="0">
                <a:solidFill>
                  <a:srgbClr val="006DC0"/>
                </a:solidFill>
                <a:latin typeface="Times New Roman"/>
                <a:cs typeface="Times New Roman"/>
              </a:rPr>
              <a:t> </a:t>
            </a:r>
            <a:r>
              <a:rPr sz="2000" b="1" dirty="0">
                <a:solidFill>
                  <a:srgbClr val="006DC0"/>
                </a:solidFill>
                <a:latin typeface="Times New Roman"/>
                <a:cs typeface="Times New Roman"/>
              </a:rPr>
              <a:t>will</a:t>
            </a:r>
            <a:r>
              <a:rPr sz="2000" b="1" spc="70" dirty="0">
                <a:solidFill>
                  <a:srgbClr val="006DC0"/>
                </a:solidFill>
                <a:latin typeface="Times New Roman"/>
                <a:cs typeface="Times New Roman"/>
              </a:rPr>
              <a:t> </a:t>
            </a:r>
            <a:r>
              <a:rPr sz="2000" b="1" spc="-10" dirty="0">
                <a:solidFill>
                  <a:srgbClr val="006DC0"/>
                </a:solidFill>
                <a:latin typeface="Times New Roman"/>
                <a:cs typeface="Times New Roman"/>
              </a:rPr>
              <a:t>be</a:t>
            </a:r>
            <a:r>
              <a:rPr sz="2000" b="1" spc="100" dirty="0">
                <a:solidFill>
                  <a:srgbClr val="006DC0"/>
                </a:solidFill>
                <a:latin typeface="Times New Roman"/>
                <a:cs typeface="Times New Roman"/>
              </a:rPr>
              <a:t> </a:t>
            </a:r>
            <a:r>
              <a:rPr sz="2000" b="1" spc="-10" dirty="0">
                <a:solidFill>
                  <a:srgbClr val="006DC0"/>
                </a:solidFill>
                <a:latin typeface="Times New Roman"/>
                <a:cs typeface="Times New Roman"/>
              </a:rPr>
              <a:t>able</a:t>
            </a:r>
            <a:r>
              <a:rPr sz="2000" b="1" spc="85" dirty="0">
                <a:solidFill>
                  <a:srgbClr val="006DC0"/>
                </a:solidFill>
                <a:latin typeface="Times New Roman"/>
                <a:cs typeface="Times New Roman"/>
              </a:rPr>
              <a:t> </a:t>
            </a:r>
            <a:r>
              <a:rPr sz="2000" b="1" spc="-5" dirty="0">
                <a:solidFill>
                  <a:srgbClr val="006DC0"/>
                </a:solidFill>
                <a:latin typeface="Times New Roman"/>
                <a:cs typeface="Times New Roman"/>
              </a:rPr>
              <a:t>to</a:t>
            </a:r>
            <a:r>
              <a:rPr sz="2000" b="1" spc="110" dirty="0">
                <a:solidFill>
                  <a:srgbClr val="006DC0"/>
                </a:solidFill>
                <a:latin typeface="Times New Roman"/>
                <a:cs typeface="Times New Roman"/>
              </a:rPr>
              <a:t> </a:t>
            </a:r>
            <a:r>
              <a:rPr sz="2000" b="1" spc="-5" dirty="0">
                <a:solidFill>
                  <a:srgbClr val="006DC0"/>
                </a:solidFill>
                <a:latin typeface="Times New Roman"/>
                <a:cs typeface="Times New Roman"/>
              </a:rPr>
              <a:t>apply</a:t>
            </a:r>
            <a:r>
              <a:rPr sz="2000" b="1" spc="114" dirty="0">
                <a:solidFill>
                  <a:srgbClr val="006DC0"/>
                </a:solidFill>
                <a:latin typeface="Times New Roman"/>
                <a:cs typeface="Times New Roman"/>
              </a:rPr>
              <a:t> </a:t>
            </a:r>
            <a:r>
              <a:rPr sz="2000" b="1" spc="-5" dirty="0">
                <a:solidFill>
                  <a:srgbClr val="006DC0"/>
                </a:solidFill>
                <a:latin typeface="Times New Roman"/>
                <a:cs typeface="Times New Roman"/>
              </a:rPr>
              <a:t>technical</a:t>
            </a:r>
            <a:r>
              <a:rPr sz="2000" b="1" spc="155" dirty="0">
                <a:solidFill>
                  <a:srgbClr val="006DC0"/>
                </a:solidFill>
                <a:latin typeface="Times New Roman"/>
                <a:cs typeface="Times New Roman"/>
              </a:rPr>
              <a:t> </a:t>
            </a:r>
            <a:r>
              <a:rPr sz="2000" b="1" spc="-5" dirty="0">
                <a:solidFill>
                  <a:srgbClr val="006DC0"/>
                </a:solidFill>
                <a:latin typeface="Times New Roman"/>
                <a:cs typeface="Times New Roman"/>
              </a:rPr>
              <a:t>knowledge</a:t>
            </a:r>
            <a:r>
              <a:rPr sz="2000" b="1" spc="114" dirty="0">
                <a:solidFill>
                  <a:srgbClr val="006DC0"/>
                </a:solidFill>
                <a:latin typeface="Times New Roman"/>
                <a:cs typeface="Times New Roman"/>
              </a:rPr>
              <a:t> </a:t>
            </a:r>
            <a:r>
              <a:rPr sz="2000" b="1" spc="-5" dirty="0">
                <a:solidFill>
                  <a:srgbClr val="006DC0"/>
                </a:solidFill>
                <a:latin typeface="Times New Roman"/>
                <a:cs typeface="Times New Roman"/>
              </a:rPr>
              <a:t>to</a:t>
            </a:r>
            <a:r>
              <a:rPr sz="2000" b="1" spc="110" dirty="0">
                <a:solidFill>
                  <a:srgbClr val="006DC0"/>
                </a:solidFill>
                <a:latin typeface="Times New Roman"/>
                <a:cs typeface="Times New Roman"/>
              </a:rPr>
              <a:t> </a:t>
            </a:r>
            <a:r>
              <a:rPr sz="2000" b="1" spc="-5" dirty="0">
                <a:solidFill>
                  <a:srgbClr val="006DC0"/>
                </a:solidFill>
                <a:latin typeface="Times New Roman"/>
                <a:cs typeface="Times New Roman"/>
              </a:rPr>
              <a:t>solve</a:t>
            </a:r>
            <a:r>
              <a:rPr sz="2000" b="1" spc="80" dirty="0">
                <a:solidFill>
                  <a:srgbClr val="006DC0"/>
                </a:solidFill>
                <a:latin typeface="Times New Roman"/>
                <a:cs typeface="Times New Roman"/>
              </a:rPr>
              <a:t> </a:t>
            </a:r>
            <a:r>
              <a:rPr sz="2000" b="1" spc="-5" dirty="0">
                <a:solidFill>
                  <a:srgbClr val="006DC0"/>
                </a:solidFill>
                <a:latin typeface="Times New Roman"/>
                <a:cs typeface="Times New Roman"/>
              </a:rPr>
              <a:t>industrial</a:t>
            </a:r>
            <a:r>
              <a:rPr sz="2000" b="1" spc="100" dirty="0">
                <a:solidFill>
                  <a:srgbClr val="006DC0"/>
                </a:solidFill>
                <a:latin typeface="Times New Roman"/>
                <a:cs typeface="Times New Roman"/>
              </a:rPr>
              <a:t> </a:t>
            </a:r>
            <a:r>
              <a:rPr sz="2000" b="1" spc="-5" dirty="0">
                <a:solidFill>
                  <a:srgbClr val="006DC0"/>
                </a:solidFill>
                <a:latin typeface="Times New Roman"/>
                <a:cs typeface="Times New Roman"/>
              </a:rPr>
              <a:t>problems</a:t>
            </a:r>
            <a:r>
              <a:rPr sz="2000" b="1" spc="80" dirty="0">
                <a:solidFill>
                  <a:srgbClr val="006DC0"/>
                </a:solidFill>
                <a:latin typeface="Times New Roman"/>
                <a:cs typeface="Times New Roman"/>
              </a:rPr>
              <a:t> </a:t>
            </a:r>
            <a:r>
              <a:rPr sz="2000" b="1" spc="-10" dirty="0">
                <a:solidFill>
                  <a:srgbClr val="006DC0"/>
                </a:solidFill>
                <a:latin typeface="Times New Roman"/>
                <a:cs typeface="Times New Roman"/>
              </a:rPr>
              <a:t>in </a:t>
            </a:r>
            <a:r>
              <a:rPr sz="2000" b="1" spc="-484" dirty="0">
                <a:solidFill>
                  <a:srgbClr val="006DC0"/>
                </a:solidFill>
                <a:latin typeface="Times New Roman"/>
                <a:cs typeface="Times New Roman"/>
              </a:rPr>
              <a:t> </a:t>
            </a:r>
            <a:r>
              <a:rPr sz="2000" b="1" spc="-5" dirty="0">
                <a:solidFill>
                  <a:srgbClr val="006DC0"/>
                </a:solidFill>
                <a:latin typeface="Times New Roman"/>
                <a:cs typeface="Times New Roman"/>
              </a:rPr>
              <a:t>the</a:t>
            </a:r>
            <a:r>
              <a:rPr sz="2000" b="1" spc="5" dirty="0">
                <a:solidFill>
                  <a:srgbClr val="006DC0"/>
                </a:solidFill>
                <a:latin typeface="Times New Roman"/>
                <a:cs typeface="Times New Roman"/>
              </a:rPr>
              <a:t> </a:t>
            </a:r>
            <a:r>
              <a:rPr sz="2000" b="1" spc="-5" dirty="0">
                <a:solidFill>
                  <a:srgbClr val="006DC0"/>
                </a:solidFill>
                <a:latin typeface="Times New Roman"/>
                <a:cs typeface="Times New Roman"/>
              </a:rPr>
              <a:t>field</a:t>
            </a:r>
            <a:r>
              <a:rPr sz="2000" b="1" spc="5" dirty="0">
                <a:solidFill>
                  <a:srgbClr val="006DC0"/>
                </a:solidFill>
                <a:latin typeface="Times New Roman"/>
                <a:cs typeface="Times New Roman"/>
              </a:rPr>
              <a:t> </a:t>
            </a:r>
            <a:r>
              <a:rPr sz="2000" b="1" dirty="0">
                <a:solidFill>
                  <a:srgbClr val="006DC0"/>
                </a:solidFill>
                <a:latin typeface="Times New Roman"/>
                <a:cs typeface="Times New Roman"/>
              </a:rPr>
              <a:t>of</a:t>
            </a:r>
            <a:r>
              <a:rPr sz="2000" b="1" spc="35" dirty="0">
                <a:solidFill>
                  <a:srgbClr val="006DC0"/>
                </a:solidFill>
                <a:latin typeface="Times New Roman"/>
                <a:cs typeface="Times New Roman"/>
              </a:rPr>
              <a:t> </a:t>
            </a:r>
            <a:r>
              <a:rPr sz="2000" b="1" spc="-10" dirty="0">
                <a:solidFill>
                  <a:srgbClr val="006DC0"/>
                </a:solidFill>
                <a:latin typeface="Times New Roman"/>
                <a:cs typeface="Times New Roman"/>
              </a:rPr>
              <a:t>mechanical</a:t>
            </a:r>
            <a:r>
              <a:rPr sz="2000" b="1" spc="-15" dirty="0">
                <a:solidFill>
                  <a:srgbClr val="006DC0"/>
                </a:solidFill>
                <a:latin typeface="Times New Roman"/>
                <a:cs typeface="Times New Roman"/>
              </a:rPr>
              <a:t> </a:t>
            </a:r>
            <a:r>
              <a:rPr sz="2000" b="1" spc="-5" dirty="0">
                <a:solidFill>
                  <a:srgbClr val="006DC0"/>
                </a:solidFill>
                <a:latin typeface="Times New Roman"/>
                <a:cs typeface="Times New Roman"/>
              </a:rPr>
              <a:t>engineering.</a:t>
            </a:r>
            <a:endParaRPr sz="2000" dirty="0">
              <a:latin typeface="Times New Roman"/>
              <a:cs typeface="Times New Roman"/>
            </a:endParaRPr>
          </a:p>
          <a:p>
            <a:pPr>
              <a:lnSpc>
                <a:spcPct val="100000"/>
              </a:lnSpc>
              <a:spcBef>
                <a:spcPts val="45"/>
              </a:spcBef>
            </a:pPr>
            <a:endParaRPr sz="2150" dirty="0">
              <a:latin typeface="Times New Roman"/>
              <a:cs typeface="Times New Roman"/>
            </a:endParaRPr>
          </a:p>
          <a:p>
            <a:pPr marL="12700" marR="13970">
              <a:lnSpc>
                <a:spcPts val="2350"/>
              </a:lnSpc>
            </a:pPr>
            <a:r>
              <a:rPr sz="2000" b="1" spc="-5" dirty="0">
                <a:solidFill>
                  <a:srgbClr val="00AD50"/>
                </a:solidFill>
                <a:latin typeface="Times New Roman"/>
                <a:cs typeface="Times New Roman"/>
              </a:rPr>
              <a:t>PEO2:</a:t>
            </a:r>
            <a:r>
              <a:rPr sz="2000" b="1" spc="50" dirty="0">
                <a:solidFill>
                  <a:srgbClr val="00AD50"/>
                </a:solidFill>
                <a:latin typeface="Times New Roman"/>
                <a:cs typeface="Times New Roman"/>
              </a:rPr>
              <a:t> </a:t>
            </a:r>
            <a:r>
              <a:rPr sz="2000" b="1" spc="-5" dirty="0">
                <a:solidFill>
                  <a:srgbClr val="00AD50"/>
                </a:solidFill>
                <a:latin typeface="Times New Roman"/>
                <a:cs typeface="Times New Roman"/>
              </a:rPr>
              <a:t>Graduates</a:t>
            </a:r>
            <a:r>
              <a:rPr sz="2000" b="1" spc="65" dirty="0">
                <a:solidFill>
                  <a:srgbClr val="00AD50"/>
                </a:solidFill>
                <a:latin typeface="Times New Roman"/>
                <a:cs typeface="Times New Roman"/>
              </a:rPr>
              <a:t> </a:t>
            </a:r>
            <a:r>
              <a:rPr sz="2000" b="1" dirty="0">
                <a:solidFill>
                  <a:srgbClr val="00AD50"/>
                </a:solidFill>
                <a:latin typeface="Times New Roman"/>
                <a:cs typeface="Times New Roman"/>
              </a:rPr>
              <a:t>with</a:t>
            </a:r>
            <a:r>
              <a:rPr sz="2000" b="1" spc="35" dirty="0">
                <a:solidFill>
                  <a:srgbClr val="00AD50"/>
                </a:solidFill>
                <a:latin typeface="Times New Roman"/>
                <a:cs typeface="Times New Roman"/>
              </a:rPr>
              <a:t> </a:t>
            </a:r>
            <a:r>
              <a:rPr sz="2000" b="1" spc="-10" dirty="0">
                <a:solidFill>
                  <a:srgbClr val="00AD50"/>
                </a:solidFill>
                <a:latin typeface="Times New Roman"/>
                <a:cs typeface="Times New Roman"/>
              </a:rPr>
              <a:t>exposure</a:t>
            </a:r>
            <a:r>
              <a:rPr sz="2000" b="1" spc="35" dirty="0">
                <a:solidFill>
                  <a:srgbClr val="00AD50"/>
                </a:solidFill>
                <a:latin typeface="Times New Roman"/>
                <a:cs typeface="Times New Roman"/>
              </a:rPr>
              <a:t> </a:t>
            </a:r>
            <a:r>
              <a:rPr sz="2000" b="1" spc="-5" dirty="0">
                <a:solidFill>
                  <a:srgbClr val="00AD50"/>
                </a:solidFill>
                <a:latin typeface="Times New Roman"/>
                <a:cs typeface="Times New Roman"/>
              </a:rPr>
              <a:t>to</a:t>
            </a:r>
            <a:r>
              <a:rPr sz="2000" b="1" spc="70" dirty="0">
                <a:solidFill>
                  <a:srgbClr val="00AD50"/>
                </a:solidFill>
                <a:latin typeface="Times New Roman"/>
                <a:cs typeface="Times New Roman"/>
              </a:rPr>
              <a:t> </a:t>
            </a:r>
            <a:r>
              <a:rPr sz="2000" b="1" spc="-5" dirty="0">
                <a:solidFill>
                  <a:srgbClr val="00AD50"/>
                </a:solidFill>
                <a:latin typeface="Times New Roman"/>
                <a:cs typeface="Times New Roman"/>
              </a:rPr>
              <a:t>interdisciplinary</a:t>
            </a:r>
            <a:r>
              <a:rPr sz="2000" b="1" spc="110" dirty="0">
                <a:solidFill>
                  <a:srgbClr val="00AD50"/>
                </a:solidFill>
                <a:latin typeface="Times New Roman"/>
                <a:cs typeface="Times New Roman"/>
              </a:rPr>
              <a:t> </a:t>
            </a:r>
            <a:r>
              <a:rPr sz="2000" b="1" spc="-10" dirty="0">
                <a:solidFill>
                  <a:srgbClr val="00AD50"/>
                </a:solidFill>
                <a:latin typeface="Times New Roman"/>
                <a:cs typeface="Times New Roman"/>
              </a:rPr>
              <a:t>skills</a:t>
            </a:r>
            <a:r>
              <a:rPr sz="2000" b="1" spc="30" dirty="0">
                <a:solidFill>
                  <a:srgbClr val="00AD50"/>
                </a:solidFill>
                <a:latin typeface="Times New Roman"/>
                <a:cs typeface="Times New Roman"/>
              </a:rPr>
              <a:t> </a:t>
            </a:r>
            <a:r>
              <a:rPr sz="2000" b="1" dirty="0">
                <a:solidFill>
                  <a:srgbClr val="00AD50"/>
                </a:solidFill>
                <a:latin typeface="Times New Roman"/>
                <a:cs typeface="Times New Roman"/>
              </a:rPr>
              <a:t>will</a:t>
            </a:r>
            <a:r>
              <a:rPr sz="2000" b="1" spc="5" dirty="0">
                <a:solidFill>
                  <a:srgbClr val="00AD50"/>
                </a:solidFill>
                <a:latin typeface="Times New Roman"/>
                <a:cs typeface="Times New Roman"/>
              </a:rPr>
              <a:t> </a:t>
            </a:r>
            <a:r>
              <a:rPr sz="2000" b="1" spc="-5" dirty="0">
                <a:solidFill>
                  <a:srgbClr val="00AD50"/>
                </a:solidFill>
                <a:latin typeface="Times New Roman"/>
                <a:cs typeface="Times New Roman"/>
              </a:rPr>
              <a:t>have</a:t>
            </a:r>
            <a:r>
              <a:rPr sz="2000" b="1" spc="45" dirty="0">
                <a:solidFill>
                  <a:srgbClr val="00AD50"/>
                </a:solidFill>
                <a:latin typeface="Times New Roman"/>
                <a:cs typeface="Times New Roman"/>
              </a:rPr>
              <a:t> </a:t>
            </a:r>
            <a:r>
              <a:rPr sz="2000" b="1" spc="-5" dirty="0">
                <a:solidFill>
                  <a:srgbClr val="00AD50"/>
                </a:solidFill>
                <a:latin typeface="Times New Roman"/>
                <a:cs typeface="Times New Roman"/>
              </a:rPr>
              <a:t>the</a:t>
            </a:r>
            <a:r>
              <a:rPr sz="2000" b="1" spc="65" dirty="0">
                <a:solidFill>
                  <a:srgbClr val="00AD50"/>
                </a:solidFill>
                <a:latin typeface="Times New Roman"/>
                <a:cs typeface="Times New Roman"/>
              </a:rPr>
              <a:t> </a:t>
            </a:r>
            <a:r>
              <a:rPr sz="2000" b="1" spc="-5" dirty="0">
                <a:solidFill>
                  <a:srgbClr val="00AD50"/>
                </a:solidFill>
                <a:latin typeface="Times New Roman"/>
                <a:cs typeface="Times New Roman"/>
              </a:rPr>
              <a:t>potential</a:t>
            </a:r>
            <a:r>
              <a:rPr sz="2000" b="1" spc="45" dirty="0">
                <a:solidFill>
                  <a:srgbClr val="00AD50"/>
                </a:solidFill>
                <a:latin typeface="Times New Roman"/>
                <a:cs typeface="Times New Roman"/>
              </a:rPr>
              <a:t> </a:t>
            </a:r>
            <a:r>
              <a:rPr sz="2000" b="1" spc="-5" dirty="0">
                <a:solidFill>
                  <a:srgbClr val="00AD50"/>
                </a:solidFill>
                <a:latin typeface="Times New Roman"/>
                <a:cs typeface="Times New Roman"/>
              </a:rPr>
              <a:t>to</a:t>
            </a:r>
            <a:r>
              <a:rPr sz="2000" b="1" dirty="0">
                <a:solidFill>
                  <a:srgbClr val="00AD50"/>
                </a:solidFill>
                <a:latin typeface="Times New Roman"/>
                <a:cs typeface="Times New Roman"/>
              </a:rPr>
              <a:t> </a:t>
            </a:r>
            <a:r>
              <a:rPr sz="2000" b="1" spc="-10" dirty="0">
                <a:solidFill>
                  <a:srgbClr val="00AD50"/>
                </a:solidFill>
                <a:latin typeface="Times New Roman"/>
                <a:cs typeface="Times New Roman"/>
              </a:rPr>
              <a:t>become </a:t>
            </a:r>
            <a:r>
              <a:rPr sz="2000" b="1" spc="-484" dirty="0">
                <a:solidFill>
                  <a:srgbClr val="00AD50"/>
                </a:solidFill>
                <a:latin typeface="Times New Roman"/>
                <a:cs typeface="Times New Roman"/>
              </a:rPr>
              <a:t> </a:t>
            </a:r>
            <a:r>
              <a:rPr sz="2000" b="1" spc="-5" dirty="0">
                <a:solidFill>
                  <a:srgbClr val="00AD50"/>
                </a:solidFill>
                <a:latin typeface="Times New Roman"/>
                <a:cs typeface="Times New Roman"/>
              </a:rPr>
              <a:t>successful</a:t>
            </a:r>
            <a:r>
              <a:rPr sz="2000" b="1" spc="-60" dirty="0">
                <a:solidFill>
                  <a:srgbClr val="00AD50"/>
                </a:solidFill>
                <a:latin typeface="Times New Roman"/>
                <a:cs typeface="Times New Roman"/>
              </a:rPr>
              <a:t> </a:t>
            </a:r>
            <a:r>
              <a:rPr sz="2000" b="1" dirty="0">
                <a:solidFill>
                  <a:srgbClr val="00AD50"/>
                </a:solidFill>
                <a:latin typeface="Times New Roman"/>
                <a:cs typeface="Times New Roman"/>
              </a:rPr>
              <a:t>innovators</a:t>
            </a:r>
            <a:r>
              <a:rPr sz="2000" b="1" spc="-25" dirty="0">
                <a:solidFill>
                  <a:srgbClr val="00AD50"/>
                </a:solidFill>
                <a:latin typeface="Times New Roman"/>
                <a:cs typeface="Times New Roman"/>
              </a:rPr>
              <a:t> </a:t>
            </a:r>
            <a:r>
              <a:rPr sz="2000" b="1" dirty="0">
                <a:solidFill>
                  <a:srgbClr val="00AD50"/>
                </a:solidFill>
                <a:latin typeface="Times New Roman"/>
                <a:cs typeface="Times New Roman"/>
              </a:rPr>
              <a:t>or</a:t>
            </a:r>
            <a:r>
              <a:rPr sz="2000" b="1" spc="-55" dirty="0">
                <a:solidFill>
                  <a:srgbClr val="00AD50"/>
                </a:solidFill>
                <a:latin typeface="Times New Roman"/>
                <a:cs typeface="Times New Roman"/>
              </a:rPr>
              <a:t> </a:t>
            </a:r>
            <a:r>
              <a:rPr sz="2000" b="1" spc="-5" dirty="0">
                <a:solidFill>
                  <a:srgbClr val="00AD50"/>
                </a:solidFill>
                <a:latin typeface="Times New Roman"/>
                <a:cs typeface="Times New Roman"/>
              </a:rPr>
              <a:t>entrepreneurs</a:t>
            </a:r>
            <a:r>
              <a:rPr sz="2000" b="1" spc="-30" dirty="0">
                <a:solidFill>
                  <a:srgbClr val="00AD50"/>
                </a:solidFill>
                <a:latin typeface="Times New Roman"/>
                <a:cs typeface="Times New Roman"/>
              </a:rPr>
              <a:t> </a:t>
            </a:r>
            <a:r>
              <a:rPr sz="2000" b="1" dirty="0">
                <a:solidFill>
                  <a:srgbClr val="00AD50"/>
                </a:solidFill>
                <a:latin typeface="Times New Roman"/>
                <a:cs typeface="Times New Roman"/>
              </a:rPr>
              <a:t>engaged </a:t>
            </a:r>
            <a:r>
              <a:rPr sz="2000" b="1" spc="-10" dirty="0">
                <a:solidFill>
                  <a:srgbClr val="00AD50"/>
                </a:solidFill>
                <a:latin typeface="Times New Roman"/>
                <a:cs typeface="Times New Roman"/>
              </a:rPr>
              <a:t>in</a:t>
            </a:r>
            <a:r>
              <a:rPr sz="2000" b="1" spc="-15" dirty="0">
                <a:solidFill>
                  <a:srgbClr val="00AD50"/>
                </a:solidFill>
                <a:latin typeface="Times New Roman"/>
                <a:cs typeface="Times New Roman"/>
              </a:rPr>
              <a:t> </a:t>
            </a:r>
            <a:r>
              <a:rPr sz="2000" b="1" spc="-5" dirty="0">
                <a:solidFill>
                  <a:srgbClr val="00AD50"/>
                </a:solidFill>
                <a:latin typeface="Times New Roman"/>
                <a:cs typeface="Times New Roman"/>
              </a:rPr>
              <a:t>technology</a:t>
            </a:r>
            <a:r>
              <a:rPr sz="2000" b="1" spc="15" dirty="0">
                <a:solidFill>
                  <a:srgbClr val="00AD50"/>
                </a:solidFill>
                <a:latin typeface="Times New Roman"/>
                <a:cs typeface="Times New Roman"/>
              </a:rPr>
              <a:t> </a:t>
            </a:r>
            <a:r>
              <a:rPr sz="2000" b="1" spc="-10" dirty="0">
                <a:solidFill>
                  <a:srgbClr val="00AD50"/>
                </a:solidFill>
                <a:latin typeface="Times New Roman"/>
                <a:cs typeface="Times New Roman"/>
              </a:rPr>
              <a:t>development</a:t>
            </a:r>
            <a:r>
              <a:rPr sz="2000" b="1" spc="10" dirty="0">
                <a:solidFill>
                  <a:srgbClr val="00AD50"/>
                </a:solidFill>
                <a:latin typeface="Times New Roman"/>
                <a:cs typeface="Times New Roman"/>
              </a:rPr>
              <a:t> </a:t>
            </a:r>
            <a:r>
              <a:rPr sz="2000" b="1" spc="-5" dirty="0">
                <a:solidFill>
                  <a:srgbClr val="00AD50"/>
                </a:solidFill>
                <a:latin typeface="Times New Roman"/>
                <a:cs typeface="Times New Roman"/>
              </a:rPr>
              <a:t>and</a:t>
            </a:r>
            <a:r>
              <a:rPr sz="2000" b="1" spc="5" dirty="0">
                <a:solidFill>
                  <a:srgbClr val="00AD50"/>
                </a:solidFill>
                <a:latin typeface="Times New Roman"/>
                <a:cs typeface="Times New Roman"/>
              </a:rPr>
              <a:t> </a:t>
            </a:r>
            <a:r>
              <a:rPr sz="2000" b="1" spc="-5" dirty="0">
                <a:solidFill>
                  <a:srgbClr val="00AD50"/>
                </a:solidFill>
                <a:latin typeface="Times New Roman"/>
                <a:cs typeface="Times New Roman"/>
              </a:rPr>
              <a:t>deployment.</a:t>
            </a:r>
            <a:endParaRPr sz="2000" dirty="0">
              <a:latin typeface="Times New Roman"/>
              <a:cs typeface="Times New Roman"/>
            </a:endParaRPr>
          </a:p>
          <a:p>
            <a:pPr>
              <a:lnSpc>
                <a:spcPct val="100000"/>
              </a:lnSpc>
              <a:spcBef>
                <a:spcPts val="45"/>
              </a:spcBef>
            </a:pPr>
            <a:endParaRPr sz="2100" dirty="0">
              <a:latin typeface="Times New Roman"/>
              <a:cs typeface="Times New Roman"/>
            </a:endParaRPr>
          </a:p>
          <a:p>
            <a:pPr marL="12700" marR="5715">
              <a:lnSpc>
                <a:spcPts val="2380"/>
              </a:lnSpc>
            </a:pPr>
            <a:r>
              <a:rPr sz="2000" b="1" spc="-5" dirty="0">
                <a:solidFill>
                  <a:srgbClr val="6D2D9F"/>
                </a:solidFill>
                <a:latin typeface="Times New Roman"/>
                <a:cs typeface="Times New Roman"/>
              </a:rPr>
              <a:t>PEO3:</a:t>
            </a:r>
            <a:r>
              <a:rPr sz="2000" b="1" spc="95" dirty="0">
                <a:solidFill>
                  <a:srgbClr val="6D2D9F"/>
                </a:solidFill>
                <a:latin typeface="Times New Roman"/>
                <a:cs typeface="Times New Roman"/>
              </a:rPr>
              <a:t> </a:t>
            </a:r>
            <a:r>
              <a:rPr sz="2000" b="1" spc="-5" dirty="0">
                <a:solidFill>
                  <a:srgbClr val="6D2D9F"/>
                </a:solidFill>
                <a:latin typeface="Times New Roman"/>
                <a:cs typeface="Times New Roman"/>
              </a:rPr>
              <a:t>Graduates</a:t>
            </a:r>
            <a:r>
              <a:rPr sz="2000" b="1" spc="85" dirty="0">
                <a:solidFill>
                  <a:srgbClr val="6D2D9F"/>
                </a:solidFill>
                <a:latin typeface="Times New Roman"/>
                <a:cs typeface="Times New Roman"/>
              </a:rPr>
              <a:t> </a:t>
            </a:r>
            <a:r>
              <a:rPr sz="2000" b="1" dirty="0">
                <a:solidFill>
                  <a:srgbClr val="6D2D9F"/>
                </a:solidFill>
                <a:latin typeface="Times New Roman"/>
                <a:cs typeface="Times New Roman"/>
              </a:rPr>
              <a:t>with</a:t>
            </a:r>
            <a:r>
              <a:rPr sz="2000" b="1" spc="55" dirty="0">
                <a:solidFill>
                  <a:srgbClr val="6D2D9F"/>
                </a:solidFill>
                <a:latin typeface="Times New Roman"/>
                <a:cs typeface="Times New Roman"/>
              </a:rPr>
              <a:t> </a:t>
            </a:r>
            <a:r>
              <a:rPr sz="2000" b="1" spc="-5" dirty="0">
                <a:solidFill>
                  <a:srgbClr val="6D2D9F"/>
                </a:solidFill>
                <a:latin typeface="Times New Roman"/>
                <a:cs typeface="Times New Roman"/>
              </a:rPr>
              <a:t>their</a:t>
            </a:r>
            <a:r>
              <a:rPr sz="2000" b="1" spc="45" dirty="0">
                <a:solidFill>
                  <a:srgbClr val="6D2D9F"/>
                </a:solidFill>
                <a:latin typeface="Times New Roman"/>
                <a:cs typeface="Times New Roman"/>
              </a:rPr>
              <a:t> </a:t>
            </a:r>
            <a:r>
              <a:rPr sz="2000" b="1" spc="-5" dirty="0">
                <a:solidFill>
                  <a:srgbClr val="6D2D9F"/>
                </a:solidFill>
                <a:latin typeface="Times New Roman"/>
                <a:cs typeface="Times New Roman"/>
              </a:rPr>
              <a:t>lifelong</a:t>
            </a:r>
            <a:r>
              <a:rPr sz="2000" b="1" spc="90" dirty="0">
                <a:solidFill>
                  <a:srgbClr val="6D2D9F"/>
                </a:solidFill>
                <a:latin typeface="Times New Roman"/>
                <a:cs typeface="Times New Roman"/>
              </a:rPr>
              <a:t> </a:t>
            </a:r>
            <a:r>
              <a:rPr sz="2000" b="1" spc="-5" dirty="0">
                <a:solidFill>
                  <a:srgbClr val="6D2D9F"/>
                </a:solidFill>
                <a:latin typeface="Times New Roman"/>
                <a:cs typeface="Times New Roman"/>
              </a:rPr>
              <a:t>learning</a:t>
            </a:r>
            <a:r>
              <a:rPr sz="2000" b="1" spc="90" dirty="0">
                <a:solidFill>
                  <a:srgbClr val="6D2D9F"/>
                </a:solidFill>
                <a:latin typeface="Times New Roman"/>
                <a:cs typeface="Times New Roman"/>
              </a:rPr>
              <a:t> </a:t>
            </a:r>
            <a:r>
              <a:rPr sz="2000" b="1" spc="-10" dirty="0">
                <a:solidFill>
                  <a:srgbClr val="6D2D9F"/>
                </a:solidFill>
                <a:latin typeface="Times New Roman"/>
                <a:cs typeface="Times New Roman"/>
              </a:rPr>
              <a:t>skills</a:t>
            </a:r>
            <a:r>
              <a:rPr sz="2000" b="1" spc="50" dirty="0">
                <a:solidFill>
                  <a:srgbClr val="6D2D9F"/>
                </a:solidFill>
                <a:latin typeface="Times New Roman"/>
                <a:cs typeface="Times New Roman"/>
              </a:rPr>
              <a:t> </a:t>
            </a:r>
            <a:r>
              <a:rPr sz="2000" b="1" spc="-5" dirty="0">
                <a:solidFill>
                  <a:srgbClr val="6D2D9F"/>
                </a:solidFill>
                <a:latin typeface="Times New Roman"/>
                <a:cs typeface="Times New Roman"/>
              </a:rPr>
              <a:t>and</a:t>
            </a:r>
            <a:r>
              <a:rPr sz="2000" b="1" spc="100" dirty="0">
                <a:solidFill>
                  <a:srgbClr val="6D2D9F"/>
                </a:solidFill>
                <a:latin typeface="Times New Roman"/>
                <a:cs typeface="Times New Roman"/>
              </a:rPr>
              <a:t> </a:t>
            </a:r>
            <a:r>
              <a:rPr sz="2000" b="1" spc="-5" dirty="0">
                <a:solidFill>
                  <a:srgbClr val="6D2D9F"/>
                </a:solidFill>
                <a:latin typeface="Times New Roman"/>
                <a:cs typeface="Times New Roman"/>
              </a:rPr>
              <a:t>research</a:t>
            </a:r>
            <a:r>
              <a:rPr sz="2000" b="1" spc="80" dirty="0">
                <a:solidFill>
                  <a:srgbClr val="6D2D9F"/>
                </a:solidFill>
                <a:latin typeface="Times New Roman"/>
                <a:cs typeface="Times New Roman"/>
              </a:rPr>
              <a:t> </a:t>
            </a:r>
            <a:r>
              <a:rPr sz="2000" b="1" spc="-5" dirty="0">
                <a:solidFill>
                  <a:srgbClr val="6D2D9F"/>
                </a:solidFill>
                <a:latin typeface="Times New Roman"/>
                <a:cs typeface="Times New Roman"/>
              </a:rPr>
              <a:t>capabilities</a:t>
            </a:r>
            <a:r>
              <a:rPr sz="2000" b="1" spc="85" dirty="0">
                <a:solidFill>
                  <a:srgbClr val="6D2D9F"/>
                </a:solidFill>
                <a:latin typeface="Times New Roman"/>
                <a:cs typeface="Times New Roman"/>
              </a:rPr>
              <a:t> </a:t>
            </a:r>
            <a:r>
              <a:rPr sz="2000" b="1" dirty="0">
                <a:solidFill>
                  <a:srgbClr val="6D2D9F"/>
                </a:solidFill>
                <a:latin typeface="Times New Roman"/>
                <a:cs typeface="Times New Roman"/>
              </a:rPr>
              <a:t>will</a:t>
            </a:r>
            <a:r>
              <a:rPr sz="2000" b="1" spc="55" dirty="0">
                <a:solidFill>
                  <a:srgbClr val="6D2D9F"/>
                </a:solidFill>
                <a:latin typeface="Times New Roman"/>
                <a:cs typeface="Times New Roman"/>
              </a:rPr>
              <a:t> </a:t>
            </a:r>
            <a:r>
              <a:rPr sz="2000" b="1" spc="-10" dirty="0">
                <a:solidFill>
                  <a:srgbClr val="6D2D9F"/>
                </a:solidFill>
                <a:latin typeface="Times New Roman"/>
                <a:cs typeface="Times New Roman"/>
              </a:rPr>
              <a:t>be</a:t>
            </a:r>
            <a:r>
              <a:rPr sz="2000" b="1" spc="35" dirty="0">
                <a:solidFill>
                  <a:srgbClr val="6D2D9F"/>
                </a:solidFill>
                <a:latin typeface="Times New Roman"/>
                <a:cs typeface="Times New Roman"/>
              </a:rPr>
              <a:t> </a:t>
            </a:r>
            <a:r>
              <a:rPr sz="2000" b="1" spc="-5" dirty="0">
                <a:solidFill>
                  <a:srgbClr val="6D2D9F"/>
                </a:solidFill>
                <a:latin typeface="Times New Roman"/>
                <a:cs typeface="Times New Roman"/>
              </a:rPr>
              <a:t>able</a:t>
            </a:r>
            <a:r>
              <a:rPr sz="2000" b="1" spc="80" dirty="0">
                <a:solidFill>
                  <a:srgbClr val="6D2D9F"/>
                </a:solidFill>
                <a:latin typeface="Times New Roman"/>
                <a:cs typeface="Times New Roman"/>
              </a:rPr>
              <a:t> </a:t>
            </a:r>
            <a:r>
              <a:rPr sz="2000" b="1" dirty="0">
                <a:solidFill>
                  <a:srgbClr val="6D2D9F"/>
                </a:solidFill>
                <a:latin typeface="Times New Roman"/>
                <a:cs typeface="Times New Roman"/>
              </a:rPr>
              <a:t>to </a:t>
            </a:r>
            <a:r>
              <a:rPr sz="2000" b="1" spc="-484" dirty="0">
                <a:solidFill>
                  <a:srgbClr val="6D2D9F"/>
                </a:solidFill>
                <a:latin typeface="Times New Roman"/>
                <a:cs typeface="Times New Roman"/>
              </a:rPr>
              <a:t> </a:t>
            </a:r>
            <a:r>
              <a:rPr sz="2000" b="1" spc="-10" dirty="0">
                <a:solidFill>
                  <a:srgbClr val="6D2D9F"/>
                </a:solidFill>
                <a:latin typeface="Times New Roman"/>
                <a:cs typeface="Times New Roman"/>
              </a:rPr>
              <a:t>pursue</a:t>
            </a:r>
            <a:r>
              <a:rPr sz="2000" b="1" spc="10" dirty="0">
                <a:solidFill>
                  <a:srgbClr val="6D2D9F"/>
                </a:solidFill>
                <a:latin typeface="Times New Roman"/>
                <a:cs typeface="Times New Roman"/>
              </a:rPr>
              <a:t> </a:t>
            </a:r>
            <a:r>
              <a:rPr sz="2000" b="1" spc="-5" dirty="0">
                <a:solidFill>
                  <a:srgbClr val="6D2D9F"/>
                </a:solidFill>
                <a:latin typeface="Times New Roman"/>
                <a:cs typeface="Times New Roman"/>
              </a:rPr>
              <a:t>higher</a:t>
            </a:r>
            <a:r>
              <a:rPr sz="2000" b="1" spc="-40" dirty="0">
                <a:solidFill>
                  <a:srgbClr val="6D2D9F"/>
                </a:solidFill>
                <a:latin typeface="Times New Roman"/>
                <a:cs typeface="Times New Roman"/>
              </a:rPr>
              <a:t> </a:t>
            </a:r>
            <a:r>
              <a:rPr sz="2000" b="1" spc="-5" dirty="0">
                <a:solidFill>
                  <a:srgbClr val="6D2D9F"/>
                </a:solidFill>
                <a:latin typeface="Times New Roman"/>
                <a:cs typeface="Times New Roman"/>
              </a:rPr>
              <a:t>studies</a:t>
            </a:r>
            <a:r>
              <a:rPr sz="2000" b="1" spc="-20" dirty="0">
                <a:solidFill>
                  <a:srgbClr val="6D2D9F"/>
                </a:solidFill>
                <a:latin typeface="Times New Roman"/>
                <a:cs typeface="Times New Roman"/>
              </a:rPr>
              <a:t> </a:t>
            </a:r>
            <a:r>
              <a:rPr sz="2000" b="1" spc="-5" dirty="0">
                <a:solidFill>
                  <a:srgbClr val="6D2D9F"/>
                </a:solidFill>
                <a:latin typeface="Times New Roman"/>
                <a:cs typeface="Times New Roman"/>
              </a:rPr>
              <a:t>and</a:t>
            </a:r>
            <a:r>
              <a:rPr sz="2000" b="1" spc="-30" dirty="0">
                <a:solidFill>
                  <a:srgbClr val="6D2D9F"/>
                </a:solidFill>
                <a:latin typeface="Times New Roman"/>
                <a:cs typeface="Times New Roman"/>
              </a:rPr>
              <a:t> </a:t>
            </a:r>
            <a:r>
              <a:rPr sz="2000" b="1" dirty="0">
                <a:solidFill>
                  <a:srgbClr val="6D2D9F"/>
                </a:solidFill>
                <a:latin typeface="Times New Roman"/>
                <a:cs typeface="Times New Roman"/>
              </a:rPr>
              <a:t>research</a:t>
            </a:r>
            <a:r>
              <a:rPr sz="2000" b="1" spc="-15" dirty="0">
                <a:solidFill>
                  <a:srgbClr val="6D2D9F"/>
                </a:solidFill>
                <a:latin typeface="Times New Roman"/>
                <a:cs typeface="Times New Roman"/>
              </a:rPr>
              <a:t> </a:t>
            </a:r>
            <a:r>
              <a:rPr sz="2000" b="1" spc="-5" dirty="0">
                <a:solidFill>
                  <a:srgbClr val="6D2D9F"/>
                </a:solidFill>
                <a:latin typeface="Times New Roman"/>
                <a:cs typeface="Times New Roman"/>
              </a:rPr>
              <a:t>careers</a:t>
            </a:r>
            <a:r>
              <a:rPr sz="2000" b="1" spc="-25" dirty="0">
                <a:solidFill>
                  <a:srgbClr val="6D2D9F"/>
                </a:solidFill>
                <a:latin typeface="Times New Roman"/>
                <a:cs typeface="Times New Roman"/>
              </a:rPr>
              <a:t> </a:t>
            </a:r>
            <a:r>
              <a:rPr sz="2000" b="1" dirty="0">
                <a:solidFill>
                  <a:srgbClr val="6D2D9F"/>
                </a:solidFill>
                <a:latin typeface="Times New Roman"/>
                <a:cs typeface="Times New Roman"/>
              </a:rPr>
              <a:t>at</a:t>
            </a:r>
            <a:r>
              <a:rPr sz="2000" b="1" spc="-10" dirty="0">
                <a:solidFill>
                  <a:srgbClr val="6D2D9F"/>
                </a:solidFill>
                <a:latin typeface="Times New Roman"/>
                <a:cs typeface="Times New Roman"/>
              </a:rPr>
              <a:t> </a:t>
            </a:r>
            <a:r>
              <a:rPr sz="2000" b="1" spc="-5" dirty="0">
                <a:solidFill>
                  <a:srgbClr val="6D2D9F"/>
                </a:solidFill>
                <a:latin typeface="Times New Roman"/>
                <a:cs typeface="Times New Roman"/>
              </a:rPr>
              <a:t>national/international levels.</a:t>
            </a:r>
            <a:endParaRPr sz="2000" dirty="0">
              <a:latin typeface="Times New Roman"/>
              <a:cs typeface="Times New Roman"/>
            </a:endParaRPr>
          </a:p>
          <a:p>
            <a:pPr>
              <a:lnSpc>
                <a:spcPct val="100000"/>
              </a:lnSpc>
              <a:spcBef>
                <a:spcPts val="25"/>
              </a:spcBef>
            </a:pPr>
            <a:endParaRPr sz="2100" dirty="0">
              <a:latin typeface="Times New Roman"/>
              <a:cs typeface="Times New Roman"/>
            </a:endParaRPr>
          </a:p>
          <a:p>
            <a:pPr marL="12700" marR="5080">
              <a:lnSpc>
                <a:spcPts val="2380"/>
              </a:lnSpc>
            </a:pPr>
            <a:r>
              <a:rPr sz="2000" b="1" spc="-5" dirty="0">
                <a:solidFill>
                  <a:srgbClr val="792C23"/>
                </a:solidFill>
                <a:latin typeface="Times New Roman"/>
                <a:cs typeface="Times New Roman"/>
              </a:rPr>
              <a:t>PEO4:</a:t>
            </a:r>
            <a:r>
              <a:rPr sz="2000" b="1" spc="350" dirty="0">
                <a:solidFill>
                  <a:srgbClr val="792C23"/>
                </a:solidFill>
                <a:latin typeface="Times New Roman"/>
                <a:cs typeface="Times New Roman"/>
              </a:rPr>
              <a:t> </a:t>
            </a:r>
            <a:r>
              <a:rPr sz="2000" b="1" spc="-5" dirty="0">
                <a:solidFill>
                  <a:srgbClr val="792C23"/>
                </a:solidFill>
                <a:latin typeface="Times New Roman"/>
                <a:cs typeface="Times New Roman"/>
              </a:rPr>
              <a:t>Graduates</a:t>
            </a:r>
            <a:r>
              <a:rPr sz="2000" b="1" spc="345" dirty="0">
                <a:solidFill>
                  <a:srgbClr val="792C23"/>
                </a:solidFill>
                <a:latin typeface="Times New Roman"/>
                <a:cs typeface="Times New Roman"/>
              </a:rPr>
              <a:t> </a:t>
            </a:r>
            <a:r>
              <a:rPr sz="2000" b="1" dirty="0">
                <a:solidFill>
                  <a:srgbClr val="792C23"/>
                </a:solidFill>
                <a:latin typeface="Times New Roman"/>
                <a:cs typeface="Times New Roman"/>
              </a:rPr>
              <a:t>will</a:t>
            </a:r>
            <a:r>
              <a:rPr sz="2000" b="1" spc="310" dirty="0">
                <a:solidFill>
                  <a:srgbClr val="792C23"/>
                </a:solidFill>
                <a:latin typeface="Times New Roman"/>
                <a:cs typeface="Times New Roman"/>
              </a:rPr>
              <a:t> </a:t>
            </a:r>
            <a:r>
              <a:rPr sz="2000" b="1" spc="-5" dirty="0">
                <a:solidFill>
                  <a:srgbClr val="792C23"/>
                </a:solidFill>
                <a:latin typeface="Times New Roman"/>
                <a:cs typeface="Times New Roman"/>
              </a:rPr>
              <a:t>demonstrate</a:t>
            </a:r>
            <a:r>
              <a:rPr sz="2000" b="1" spc="355" dirty="0">
                <a:solidFill>
                  <a:srgbClr val="792C23"/>
                </a:solidFill>
                <a:latin typeface="Times New Roman"/>
                <a:cs typeface="Times New Roman"/>
              </a:rPr>
              <a:t> </a:t>
            </a:r>
            <a:r>
              <a:rPr sz="2000" b="1" spc="-5" dirty="0">
                <a:solidFill>
                  <a:srgbClr val="792C23"/>
                </a:solidFill>
                <a:latin typeface="Times New Roman"/>
                <a:cs typeface="Times New Roman"/>
              </a:rPr>
              <a:t>sensitivity</a:t>
            </a:r>
            <a:r>
              <a:rPr sz="2000" b="1" spc="360" dirty="0">
                <a:solidFill>
                  <a:srgbClr val="792C23"/>
                </a:solidFill>
                <a:latin typeface="Times New Roman"/>
                <a:cs typeface="Times New Roman"/>
              </a:rPr>
              <a:t> </a:t>
            </a:r>
            <a:r>
              <a:rPr sz="2000" b="1" spc="-5" dirty="0">
                <a:solidFill>
                  <a:srgbClr val="792C23"/>
                </a:solidFill>
                <a:latin typeface="Times New Roman"/>
                <a:cs typeface="Times New Roman"/>
              </a:rPr>
              <a:t>to</a:t>
            </a:r>
            <a:r>
              <a:rPr sz="2000" b="1" spc="350" dirty="0">
                <a:solidFill>
                  <a:srgbClr val="792C23"/>
                </a:solidFill>
                <a:latin typeface="Times New Roman"/>
                <a:cs typeface="Times New Roman"/>
              </a:rPr>
              <a:t> </a:t>
            </a:r>
            <a:r>
              <a:rPr sz="2000" b="1" spc="-5" dirty="0">
                <a:solidFill>
                  <a:srgbClr val="792C23"/>
                </a:solidFill>
                <a:latin typeface="Times New Roman"/>
                <a:cs typeface="Times New Roman"/>
              </a:rPr>
              <a:t>environmental</a:t>
            </a:r>
            <a:r>
              <a:rPr sz="2000" b="1" spc="350" dirty="0">
                <a:solidFill>
                  <a:srgbClr val="792C23"/>
                </a:solidFill>
                <a:latin typeface="Times New Roman"/>
                <a:cs typeface="Times New Roman"/>
              </a:rPr>
              <a:t> </a:t>
            </a:r>
            <a:r>
              <a:rPr sz="2000" b="1" spc="-5" dirty="0">
                <a:solidFill>
                  <a:srgbClr val="792C23"/>
                </a:solidFill>
                <a:latin typeface="Times New Roman"/>
                <a:cs typeface="Times New Roman"/>
              </a:rPr>
              <a:t>and</a:t>
            </a:r>
            <a:r>
              <a:rPr sz="2000" b="1" spc="310" dirty="0">
                <a:solidFill>
                  <a:srgbClr val="792C23"/>
                </a:solidFill>
                <a:latin typeface="Times New Roman"/>
                <a:cs typeface="Times New Roman"/>
              </a:rPr>
              <a:t> </a:t>
            </a:r>
            <a:r>
              <a:rPr sz="2000" b="1" spc="-5" dirty="0">
                <a:solidFill>
                  <a:srgbClr val="792C23"/>
                </a:solidFill>
                <a:latin typeface="Times New Roman"/>
                <a:cs typeface="Times New Roman"/>
              </a:rPr>
              <a:t>sustainability</a:t>
            </a:r>
            <a:r>
              <a:rPr sz="2000" b="1" spc="430" dirty="0">
                <a:solidFill>
                  <a:srgbClr val="792C23"/>
                </a:solidFill>
                <a:latin typeface="Times New Roman"/>
                <a:cs typeface="Times New Roman"/>
              </a:rPr>
              <a:t> </a:t>
            </a:r>
            <a:r>
              <a:rPr sz="2000" b="1" spc="-5" dirty="0">
                <a:solidFill>
                  <a:srgbClr val="792C23"/>
                </a:solidFill>
                <a:latin typeface="Times New Roman"/>
                <a:cs typeface="Times New Roman"/>
              </a:rPr>
              <a:t>issues </a:t>
            </a:r>
            <a:r>
              <a:rPr sz="2000" b="1" spc="-484" dirty="0">
                <a:solidFill>
                  <a:srgbClr val="792C23"/>
                </a:solidFill>
                <a:latin typeface="Times New Roman"/>
                <a:cs typeface="Times New Roman"/>
              </a:rPr>
              <a:t> </a:t>
            </a:r>
            <a:r>
              <a:rPr sz="2000" b="1" spc="-5" dirty="0">
                <a:solidFill>
                  <a:srgbClr val="792C23"/>
                </a:solidFill>
                <a:latin typeface="Times New Roman"/>
                <a:cs typeface="Times New Roman"/>
              </a:rPr>
              <a:t>while</a:t>
            </a:r>
            <a:r>
              <a:rPr sz="2000" b="1" spc="5" dirty="0">
                <a:solidFill>
                  <a:srgbClr val="792C23"/>
                </a:solidFill>
                <a:latin typeface="Times New Roman"/>
                <a:cs typeface="Times New Roman"/>
              </a:rPr>
              <a:t> </a:t>
            </a:r>
            <a:r>
              <a:rPr sz="2000" b="1" spc="-5" dirty="0">
                <a:solidFill>
                  <a:srgbClr val="792C23"/>
                </a:solidFill>
                <a:latin typeface="Times New Roman"/>
                <a:cs typeface="Times New Roman"/>
              </a:rPr>
              <a:t>contributing</a:t>
            </a:r>
            <a:r>
              <a:rPr sz="2000" b="1" spc="15" dirty="0">
                <a:solidFill>
                  <a:srgbClr val="792C23"/>
                </a:solidFill>
                <a:latin typeface="Times New Roman"/>
                <a:cs typeface="Times New Roman"/>
              </a:rPr>
              <a:t> </a:t>
            </a:r>
            <a:r>
              <a:rPr sz="2000" b="1" spc="-5" dirty="0">
                <a:solidFill>
                  <a:srgbClr val="792C23"/>
                </a:solidFill>
                <a:latin typeface="Times New Roman"/>
                <a:cs typeface="Times New Roman"/>
              </a:rPr>
              <a:t>to</a:t>
            </a:r>
            <a:r>
              <a:rPr sz="2000" b="1" spc="-10" dirty="0">
                <a:solidFill>
                  <a:srgbClr val="792C23"/>
                </a:solidFill>
                <a:latin typeface="Times New Roman"/>
                <a:cs typeface="Times New Roman"/>
              </a:rPr>
              <a:t> </a:t>
            </a:r>
            <a:r>
              <a:rPr sz="2000" b="1" spc="-5" dirty="0">
                <a:solidFill>
                  <a:srgbClr val="792C23"/>
                </a:solidFill>
                <a:latin typeface="Times New Roman"/>
                <a:cs typeface="Times New Roman"/>
              </a:rPr>
              <a:t>society.</a:t>
            </a:r>
            <a:endParaRPr sz="2000" dirty="0">
              <a:latin typeface="Times New Roman"/>
              <a:cs typeface="Times New Roman"/>
            </a:endParaRPr>
          </a:p>
        </p:txBody>
      </p:sp>
      <p:sp>
        <p:nvSpPr>
          <p:cNvPr id="4" name="object 4"/>
          <p:cNvSpPr txBox="1">
            <a:spLocks noGrp="1"/>
          </p:cNvSpPr>
          <p:nvPr>
            <p:ph type="title"/>
          </p:nvPr>
        </p:nvSpPr>
        <p:spPr>
          <a:xfrm>
            <a:off x="1295400" y="982980"/>
            <a:ext cx="9601200" cy="1303020"/>
          </a:xfrm>
          <a:prstGeom prst="rect">
            <a:avLst/>
          </a:prstGeom>
          <a:solidFill>
            <a:srgbClr val="7CCCAB"/>
          </a:solidFill>
        </p:spPr>
        <p:txBody>
          <a:bodyPr vert="horz" wrap="square" lIns="0" tIns="314960" rIns="0" bIns="0" rtlCol="0">
            <a:spAutoFit/>
          </a:bodyPr>
          <a:lstStyle/>
          <a:p>
            <a:pPr marL="893444">
              <a:lnSpc>
                <a:spcPct val="100000"/>
              </a:lnSpc>
              <a:spcBef>
                <a:spcPts val="2480"/>
              </a:spcBef>
            </a:pPr>
            <a:r>
              <a:rPr b="1" spc="-5" dirty="0">
                <a:solidFill>
                  <a:srgbClr val="232323"/>
                </a:solidFill>
                <a:latin typeface="Times New Roman"/>
                <a:cs typeface="Times New Roman"/>
              </a:rPr>
              <a:t>Program</a:t>
            </a:r>
            <a:r>
              <a:rPr b="1" spc="-70" dirty="0">
                <a:solidFill>
                  <a:srgbClr val="232323"/>
                </a:solidFill>
                <a:latin typeface="Times New Roman"/>
                <a:cs typeface="Times New Roman"/>
              </a:rPr>
              <a:t> </a:t>
            </a:r>
            <a:r>
              <a:rPr b="1" spc="-5" dirty="0">
                <a:solidFill>
                  <a:srgbClr val="232323"/>
                </a:solidFill>
                <a:latin typeface="Times New Roman"/>
                <a:cs typeface="Times New Roman"/>
              </a:rPr>
              <a:t>Educational </a:t>
            </a:r>
            <a:r>
              <a:rPr b="1" spc="-10" dirty="0">
                <a:solidFill>
                  <a:srgbClr val="232323"/>
                </a:solidFill>
                <a:latin typeface="Times New Roman"/>
                <a:cs typeface="Times New Roman"/>
              </a:rPr>
              <a:t>Objectives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746993" y="6075883"/>
            <a:ext cx="62230" cy="128270"/>
          </a:xfrm>
          <a:prstGeom prst="rect">
            <a:avLst/>
          </a:prstGeom>
        </p:spPr>
        <p:txBody>
          <a:bodyPr vert="horz" wrap="square" lIns="0" tIns="0" rIns="0" bIns="0" rtlCol="0">
            <a:spAutoFit/>
          </a:bodyPr>
          <a:lstStyle/>
          <a:p>
            <a:pPr>
              <a:lnSpc>
                <a:spcPts val="955"/>
              </a:lnSpc>
            </a:pPr>
            <a:r>
              <a:rPr sz="1000" spc="-20" dirty="0">
                <a:solidFill>
                  <a:srgbClr val="868686"/>
                </a:solidFill>
                <a:latin typeface="Calibri"/>
                <a:cs typeface="Calibri"/>
              </a:rPr>
              <a:t>9</a:t>
            </a:r>
            <a:endParaRPr sz="1000">
              <a:latin typeface="Calibri"/>
              <a:cs typeface="Calibri"/>
            </a:endParaRPr>
          </a:p>
        </p:txBody>
      </p:sp>
      <p:grpSp>
        <p:nvGrpSpPr>
          <p:cNvPr id="3" name="object 3"/>
          <p:cNvGrpSpPr/>
          <p:nvPr/>
        </p:nvGrpSpPr>
        <p:grpSpPr>
          <a:xfrm>
            <a:off x="0" y="0"/>
            <a:ext cx="12192000" cy="6858000"/>
            <a:chOff x="0" y="0"/>
            <a:chExt cx="12192000" cy="6858000"/>
          </a:xfrm>
        </p:grpSpPr>
        <p:pic>
          <p:nvPicPr>
            <p:cNvPr id="4" name="object 4"/>
            <p:cNvPicPr/>
            <p:nvPr/>
          </p:nvPicPr>
          <p:blipFill>
            <a:blip r:embed="rId2" cstate="print"/>
            <a:stretch>
              <a:fillRect/>
            </a:stretch>
          </p:blipFill>
          <p:spPr>
            <a:xfrm>
              <a:off x="0" y="0"/>
              <a:ext cx="12192000" cy="6857997"/>
            </a:xfrm>
            <a:prstGeom prst="rect">
              <a:avLst/>
            </a:prstGeom>
          </p:spPr>
        </p:pic>
        <p:pic>
          <p:nvPicPr>
            <p:cNvPr id="5" name="object 5"/>
            <p:cNvPicPr/>
            <p:nvPr/>
          </p:nvPicPr>
          <p:blipFill>
            <a:blip r:embed="rId3" cstate="print"/>
            <a:stretch>
              <a:fillRect/>
            </a:stretch>
          </p:blipFill>
          <p:spPr>
            <a:xfrm>
              <a:off x="0" y="3154679"/>
              <a:ext cx="762000" cy="605154"/>
            </a:xfrm>
            <a:prstGeom prst="rect">
              <a:avLst/>
            </a:prstGeom>
          </p:spPr>
        </p:pic>
        <p:pic>
          <p:nvPicPr>
            <p:cNvPr id="6" name="object 6"/>
            <p:cNvPicPr/>
            <p:nvPr/>
          </p:nvPicPr>
          <p:blipFill>
            <a:blip r:embed="rId4" cstate="print"/>
            <a:stretch>
              <a:fillRect/>
            </a:stretch>
          </p:blipFill>
          <p:spPr>
            <a:xfrm>
              <a:off x="11437619" y="3154679"/>
              <a:ext cx="754379" cy="605154"/>
            </a:xfrm>
            <a:prstGeom prst="rect">
              <a:avLst/>
            </a:prstGeom>
          </p:spPr>
        </p:pic>
      </p:grpSp>
      <p:sp>
        <p:nvSpPr>
          <p:cNvPr id="7" name="object 7"/>
          <p:cNvSpPr txBox="1"/>
          <p:nvPr/>
        </p:nvSpPr>
        <p:spPr>
          <a:xfrm>
            <a:off x="530351" y="834245"/>
            <a:ext cx="114300" cy="198120"/>
          </a:xfrm>
          <a:prstGeom prst="rect">
            <a:avLst/>
          </a:prstGeom>
        </p:spPr>
        <p:txBody>
          <a:bodyPr vert="horz" wrap="square" lIns="0" tIns="0" rIns="0" bIns="0" rtlCol="0">
            <a:spAutoFit/>
          </a:bodyPr>
          <a:lstStyle/>
          <a:p>
            <a:pPr>
              <a:lnSpc>
                <a:spcPts val="1540"/>
              </a:lnSpc>
            </a:pPr>
            <a:r>
              <a:rPr sz="1400" b="1" spc="-40" dirty="0">
                <a:solidFill>
                  <a:srgbClr val="335276"/>
                </a:solidFill>
                <a:latin typeface="Arial"/>
                <a:cs typeface="Arial"/>
              </a:rPr>
              <a:t>S</a:t>
            </a:r>
            <a:endParaRPr sz="1400">
              <a:latin typeface="Arial"/>
              <a:cs typeface="Arial"/>
            </a:endParaRPr>
          </a:p>
        </p:txBody>
      </p:sp>
      <p:graphicFrame>
        <p:nvGraphicFramePr>
          <p:cNvPr id="8" name="object 8"/>
          <p:cNvGraphicFramePr>
            <a:graphicFrameLocks noGrp="1"/>
          </p:cNvGraphicFramePr>
          <p:nvPr>
            <p:extLst>
              <p:ext uri="{D42A27DB-BD31-4B8C-83A1-F6EECF244321}">
                <p14:modId xmlns:p14="http://schemas.microsoft.com/office/powerpoint/2010/main" val="226297559"/>
              </p:ext>
            </p:extLst>
          </p:nvPr>
        </p:nvGraphicFramePr>
        <p:xfrm>
          <a:off x="109182" y="152400"/>
          <a:ext cx="11618757" cy="6187435"/>
        </p:xfrm>
        <a:graphic>
          <a:graphicData uri="http://schemas.openxmlformats.org/drawingml/2006/table">
            <a:tbl>
              <a:tblPr firstRow="1" bandRow="1">
                <a:tableStyleId>{2D5ABB26-0587-4C30-8999-92F81FD0307C}</a:tableStyleId>
              </a:tblPr>
              <a:tblGrid>
                <a:gridCol w="139115">
                  <a:extLst>
                    <a:ext uri="{9D8B030D-6E8A-4147-A177-3AD203B41FA5}">
                      <a16:colId xmlns:a16="http://schemas.microsoft.com/office/drawing/2014/main" val="20000"/>
                    </a:ext>
                  </a:extLst>
                </a:gridCol>
                <a:gridCol w="610927">
                  <a:extLst>
                    <a:ext uri="{9D8B030D-6E8A-4147-A177-3AD203B41FA5}">
                      <a16:colId xmlns:a16="http://schemas.microsoft.com/office/drawing/2014/main" val="20001"/>
                    </a:ext>
                  </a:extLst>
                </a:gridCol>
                <a:gridCol w="1294692">
                  <a:extLst>
                    <a:ext uri="{9D8B030D-6E8A-4147-A177-3AD203B41FA5}">
                      <a16:colId xmlns:a16="http://schemas.microsoft.com/office/drawing/2014/main" val="20002"/>
                    </a:ext>
                  </a:extLst>
                </a:gridCol>
                <a:gridCol w="2469953">
                  <a:extLst>
                    <a:ext uri="{9D8B030D-6E8A-4147-A177-3AD203B41FA5}">
                      <a16:colId xmlns:a16="http://schemas.microsoft.com/office/drawing/2014/main" val="20003"/>
                    </a:ext>
                  </a:extLst>
                </a:gridCol>
                <a:gridCol w="6968893">
                  <a:extLst>
                    <a:ext uri="{9D8B030D-6E8A-4147-A177-3AD203B41FA5}">
                      <a16:colId xmlns:a16="http://schemas.microsoft.com/office/drawing/2014/main" val="20004"/>
                    </a:ext>
                  </a:extLst>
                </a:gridCol>
                <a:gridCol w="135177">
                  <a:extLst>
                    <a:ext uri="{9D8B030D-6E8A-4147-A177-3AD203B41FA5}">
                      <a16:colId xmlns:a16="http://schemas.microsoft.com/office/drawing/2014/main" val="20005"/>
                    </a:ext>
                  </a:extLst>
                </a:gridCol>
              </a:tblGrid>
              <a:tr h="454405">
                <a:tc gridSpan="6">
                  <a:txBody>
                    <a:bodyPr/>
                    <a:lstStyle/>
                    <a:p>
                      <a:pPr marL="36195">
                        <a:lnSpc>
                          <a:spcPts val="2039"/>
                        </a:lnSpc>
                      </a:pPr>
                      <a:r>
                        <a:rPr sz="1800" b="1" spc="-10" dirty="0">
                          <a:solidFill>
                            <a:srgbClr val="335276"/>
                          </a:solidFill>
                          <a:latin typeface="Arial"/>
                          <a:cs typeface="Arial"/>
                        </a:rPr>
                        <a:t>B.</a:t>
                      </a:r>
                      <a:endParaRPr sz="18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A9DDC5"/>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13360">
                <a:tc>
                  <a:txBody>
                    <a:bodyPr/>
                    <a:lstStyle/>
                    <a:p>
                      <a:pPr marR="12065">
                        <a:lnSpc>
                          <a:spcPct val="100000"/>
                        </a:lnSpc>
                      </a:pPr>
                      <a:endParaRPr sz="1200">
                        <a:latin typeface="Times New Roman"/>
                        <a:cs typeface="Times New Roman"/>
                      </a:endParaRPr>
                    </a:p>
                  </a:txBody>
                  <a:tcPr marL="0" marR="0" marT="0" marB="0">
                    <a:lnL w="12700">
                      <a:solidFill>
                        <a:srgbClr val="FFFFFF"/>
                      </a:solidFill>
                      <a:prstDash val="solid"/>
                    </a:lnL>
                    <a:lnR w="19050">
                      <a:solidFill>
                        <a:srgbClr val="83992A"/>
                      </a:solidFill>
                      <a:prstDash val="solid"/>
                    </a:lnR>
                    <a:lnB w="38100">
                      <a:solidFill>
                        <a:srgbClr val="FFFFFF"/>
                      </a:solidFill>
                      <a:prstDash val="solid"/>
                    </a:lnB>
                    <a:solidFill>
                      <a:srgbClr val="A9DDC5"/>
                    </a:solidFill>
                  </a:tcPr>
                </a:tc>
                <a:tc gridSpan="4">
                  <a:txBody>
                    <a:bodyPr/>
                    <a:lstStyle/>
                    <a:p>
                      <a:pPr marL="164465">
                        <a:lnSpc>
                          <a:spcPts val="1510"/>
                        </a:lnSpc>
                      </a:pPr>
                      <a:r>
                        <a:rPr lang="en-IN" sz="1800" b="1" dirty="0">
                          <a:solidFill>
                            <a:srgbClr val="335276"/>
                          </a:solidFill>
                          <a:latin typeface="Arial"/>
                          <a:cs typeface="Arial"/>
                        </a:rPr>
                        <a:t>Program</a:t>
                      </a:r>
                      <a:r>
                        <a:rPr sz="1800" b="1" spc="-25" dirty="0">
                          <a:solidFill>
                            <a:srgbClr val="335276"/>
                          </a:solidFill>
                          <a:latin typeface="Arial"/>
                          <a:cs typeface="Arial"/>
                        </a:rPr>
                        <a:t> </a:t>
                      </a:r>
                      <a:r>
                        <a:rPr sz="1800" b="1" spc="-5" dirty="0">
                          <a:solidFill>
                            <a:srgbClr val="335276"/>
                          </a:solidFill>
                          <a:latin typeface="Arial"/>
                          <a:cs typeface="Arial"/>
                        </a:rPr>
                        <a:t>Outcomes</a:t>
                      </a:r>
                      <a:endParaRPr sz="1800" dirty="0">
                        <a:latin typeface="Arial"/>
                        <a:cs typeface="Arial"/>
                      </a:endParaRPr>
                    </a:p>
                  </a:txBody>
                  <a:tcPr marL="0" marR="0" marT="0" marB="0">
                    <a:lnL w="19050">
                      <a:solidFill>
                        <a:srgbClr val="83992A"/>
                      </a:solidFill>
                      <a:prstDash val="solid"/>
                    </a:lnL>
                    <a:lnR w="19050">
                      <a:solidFill>
                        <a:srgbClr val="83992A"/>
                      </a:solidFill>
                      <a:prstDash val="solid"/>
                    </a:lnR>
                    <a:lnB w="381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200">
                        <a:latin typeface="Times New Roman"/>
                        <a:cs typeface="Times New Roman"/>
                      </a:endParaRPr>
                    </a:p>
                  </a:txBody>
                  <a:tcPr marL="0" marR="0" marT="0" marB="0">
                    <a:lnL w="19050">
                      <a:solidFill>
                        <a:srgbClr val="83992A"/>
                      </a:solidFill>
                      <a:prstDash val="solid"/>
                    </a:lnL>
                    <a:lnR w="12700">
                      <a:solidFill>
                        <a:srgbClr val="FFFFFF"/>
                      </a:solidFill>
                      <a:prstDash val="solid"/>
                    </a:lnR>
                    <a:lnB w="38100">
                      <a:solidFill>
                        <a:srgbClr val="FFFFFF"/>
                      </a:solidFill>
                      <a:prstDash val="solid"/>
                    </a:lnB>
                    <a:solidFill>
                      <a:srgbClr val="A9DDC5"/>
                    </a:solidFill>
                  </a:tcPr>
                </a:tc>
                <a:extLst>
                  <a:ext uri="{0D108BD9-81ED-4DB2-BD59-A6C34878D82A}">
                    <a16:rowId xmlns:a16="http://schemas.microsoft.com/office/drawing/2014/main" val="10001"/>
                  </a:ext>
                </a:extLst>
              </a:tr>
              <a:tr h="253364">
                <a:tc>
                  <a:txBody>
                    <a:bodyPr/>
                    <a:lstStyle/>
                    <a:p>
                      <a:pPr marR="12065">
                        <a:lnSpc>
                          <a:spcPct val="100000"/>
                        </a:lnSpc>
                      </a:pPr>
                      <a:endParaRPr sz="1300">
                        <a:latin typeface="Times New Roman"/>
                        <a:cs typeface="Times New Roman"/>
                      </a:endParaRPr>
                    </a:p>
                  </a:txBody>
                  <a:tcPr marL="0" marR="0" marT="0" marB="0">
                    <a:lnL w="12700">
                      <a:solidFill>
                        <a:srgbClr val="FFFFFF"/>
                      </a:solidFill>
                      <a:prstDash val="solid"/>
                    </a:lnL>
                    <a:lnR w="19050">
                      <a:solidFill>
                        <a:srgbClr val="83992A"/>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170180">
                        <a:lnSpc>
                          <a:spcPts val="1605"/>
                        </a:lnSpc>
                      </a:pPr>
                      <a:r>
                        <a:rPr sz="1400" b="1" dirty="0">
                          <a:solidFill>
                            <a:srgbClr val="335276"/>
                          </a:solidFill>
                          <a:latin typeface="Arial"/>
                          <a:cs typeface="Arial"/>
                        </a:rPr>
                        <a:t>.</a:t>
                      </a:r>
                      <a:r>
                        <a:rPr sz="1400" b="1" spc="-60" dirty="0">
                          <a:solidFill>
                            <a:srgbClr val="335276"/>
                          </a:solidFill>
                          <a:latin typeface="Arial"/>
                          <a:cs typeface="Arial"/>
                        </a:rPr>
                        <a:t> </a:t>
                      </a:r>
                      <a:r>
                        <a:rPr sz="1400" b="1" dirty="0">
                          <a:solidFill>
                            <a:srgbClr val="335276"/>
                          </a:solidFill>
                          <a:latin typeface="Arial"/>
                          <a:cs typeface="Arial"/>
                        </a:rPr>
                        <a:t>N</a:t>
                      </a:r>
                      <a:r>
                        <a:rPr sz="1400" b="1" spc="15" dirty="0">
                          <a:solidFill>
                            <a:srgbClr val="335276"/>
                          </a:solidFill>
                          <a:latin typeface="Arial"/>
                          <a:cs typeface="Arial"/>
                        </a:rPr>
                        <a:t>o</a:t>
                      </a:r>
                      <a:r>
                        <a:rPr sz="1400" b="1" dirty="0">
                          <a:solidFill>
                            <a:srgbClr val="335276"/>
                          </a:solidFill>
                          <a:latin typeface="Arial"/>
                          <a:cs typeface="Arial"/>
                        </a:rPr>
                        <a:t>.</a:t>
                      </a:r>
                      <a:endParaRPr sz="1400">
                        <a:latin typeface="Arial"/>
                        <a:cs typeface="Arial"/>
                      </a:endParaRPr>
                    </a:p>
                  </a:txBody>
                  <a:tcPr marL="0" marR="0" marT="0" marB="0">
                    <a:lnL w="19050">
                      <a:solidFill>
                        <a:srgbClr val="83992A"/>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36195">
                        <a:lnSpc>
                          <a:spcPts val="1605"/>
                        </a:lnSpc>
                      </a:pPr>
                      <a:r>
                        <a:rPr sz="1400" b="1" spc="-10" dirty="0">
                          <a:solidFill>
                            <a:srgbClr val="335276"/>
                          </a:solidFill>
                          <a:latin typeface="Arial"/>
                          <a:cs typeface="Arial"/>
                        </a:rPr>
                        <a:t>Outcomes</a:t>
                      </a:r>
                      <a:endParaRPr sz="1400" dirty="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36195">
                        <a:lnSpc>
                          <a:spcPts val="1605"/>
                        </a:lnSpc>
                      </a:pPr>
                      <a:r>
                        <a:rPr sz="1400" b="1" spc="-5" dirty="0">
                          <a:solidFill>
                            <a:srgbClr val="335276"/>
                          </a:solidFill>
                          <a:latin typeface="Arial"/>
                          <a:cs typeface="Arial"/>
                        </a:rPr>
                        <a:t>Headings</a:t>
                      </a:r>
                      <a:endParaRPr sz="14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39370">
                        <a:lnSpc>
                          <a:spcPts val="1605"/>
                        </a:lnSpc>
                      </a:pPr>
                      <a:r>
                        <a:rPr sz="1400" b="1" spc="-5" dirty="0">
                          <a:solidFill>
                            <a:srgbClr val="335276"/>
                          </a:solidFill>
                          <a:latin typeface="Arial"/>
                          <a:cs typeface="Arial"/>
                        </a:rPr>
                        <a:t>Description</a:t>
                      </a:r>
                      <a:endParaRPr sz="1400">
                        <a:latin typeface="Arial"/>
                        <a:cs typeface="Arial"/>
                      </a:endParaRPr>
                    </a:p>
                  </a:txBody>
                  <a:tcPr marL="0" marR="0" marT="0" marB="0">
                    <a:lnL w="12700">
                      <a:solidFill>
                        <a:srgbClr val="FFFFFF"/>
                      </a:solidFill>
                      <a:prstDash val="solid"/>
                    </a:lnL>
                    <a:lnR w="19050">
                      <a:solidFill>
                        <a:srgbClr val="83992A"/>
                      </a:solidFill>
                      <a:prstDash val="solid"/>
                    </a:lnR>
                    <a:lnT w="381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extLst>
                  <a:ext uri="{0D108BD9-81ED-4DB2-BD59-A6C34878D82A}">
                    <a16:rowId xmlns:a16="http://schemas.microsoft.com/office/drawing/2014/main" val="10002"/>
                  </a:ext>
                </a:extLst>
              </a:tr>
              <a:tr h="478536">
                <a:tc>
                  <a:txBody>
                    <a:bodyPr/>
                    <a:lstStyle/>
                    <a:p>
                      <a:pPr marL="39370" algn="ctr">
                        <a:lnSpc>
                          <a:spcPts val="1575"/>
                        </a:lnSpc>
                      </a:pPr>
                      <a:r>
                        <a:rPr sz="1400" b="1" dirty="0">
                          <a:solidFill>
                            <a:srgbClr val="335276"/>
                          </a:solidFill>
                          <a:latin typeface="Arial"/>
                          <a:cs typeface="Arial"/>
                        </a:rPr>
                        <a:t>1</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575"/>
                        </a:lnSpc>
                      </a:pPr>
                      <a:r>
                        <a:rPr sz="1400" b="1" spc="-10" dirty="0">
                          <a:solidFill>
                            <a:srgbClr val="335276"/>
                          </a:solidFill>
                          <a:latin typeface="Arial"/>
                          <a:cs typeface="Arial"/>
                        </a:rPr>
                        <a:t>PO1</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575"/>
                        </a:lnSpc>
                      </a:pPr>
                      <a:r>
                        <a:rPr sz="1400" b="1" spc="5" dirty="0">
                          <a:solidFill>
                            <a:srgbClr val="335276"/>
                          </a:solidFill>
                          <a:latin typeface="Arial"/>
                          <a:cs typeface="Arial"/>
                        </a:rPr>
                        <a:t>E</a:t>
                      </a:r>
                      <a:r>
                        <a:rPr sz="1400" b="1" spc="-15" dirty="0">
                          <a:solidFill>
                            <a:srgbClr val="335276"/>
                          </a:solidFill>
                          <a:latin typeface="Arial"/>
                          <a:cs typeface="Arial"/>
                        </a:rPr>
                        <a:t>ng</a:t>
                      </a:r>
                      <a:r>
                        <a:rPr sz="1400" b="1" spc="15" dirty="0">
                          <a:solidFill>
                            <a:srgbClr val="335276"/>
                          </a:solidFill>
                          <a:latin typeface="Arial"/>
                          <a:cs typeface="Arial"/>
                        </a:rPr>
                        <a:t>i</a:t>
                      </a:r>
                      <a:r>
                        <a:rPr sz="1400" b="1" spc="-15" dirty="0">
                          <a:solidFill>
                            <a:srgbClr val="335276"/>
                          </a:solidFill>
                          <a:latin typeface="Arial"/>
                          <a:cs typeface="Arial"/>
                        </a:rPr>
                        <a:t>n</a:t>
                      </a:r>
                      <a:r>
                        <a:rPr sz="1400" b="1" spc="15" dirty="0">
                          <a:solidFill>
                            <a:srgbClr val="335276"/>
                          </a:solidFill>
                          <a:latin typeface="Arial"/>
                          <a:cs typeface="Arial"/>
                        </a:rPr>
                        <a:t>e</a:t>
                      </a:r>
                      <a:r>
                        <a:rPr sz="1400" b="1" spc="-10" dirty="0">
                          <a:solidFill>
                            <a:srgbClr val="335276"/>
                          </a:solidFill>
                          <a:latin typeface="Arial"/>
                          <a:cs typeface="Arial"/>
                        </a:rPr>
                        <a:t>e</a:t>
                      </a:r>
                      <a:r>
                        <a:rPr sz="1400" b="1" spc="5" dirty="0">
                          <a:solidFill>
                            <a:srgbClr val="335276"/>
                          </a:solidFill>
                          <a:latin typeface="Arial"/>
                          <a:cs typeface="Arial"/>
                        </a:rPr>
                        <a:t>r</a:t>
                      </a:r>
                      <a:r>
                        <a:rPr sz="1400" b="1" dirty="0">
                          <a:solidFill>
                            <a:srgbClr val="335276"/>
                          </a:solidFill>
                          <a:latin typeface="Arial"/>
                          <a:cs typeface="Arial"/>
                        </a:rPr>
                        <a:t>i</a:t>
                      </a:r>
                      <a:r>
                        <a:rPr sz="1400" b="1" spc="5" dirty="0">
                          <a:solidFill>
                            <a:srgbClr val="335276"/>
                          </a:solidFill>
                          <a:latin typeface="Arial"/>
                          <a:cs typeface="Arial"/>
                        </a:rPr>
                        <a:t>n</a:t>
                      </a:r>
                      <a:r>
                        <a:rPr sz="1400" b="1" dirty="0">
                          <a:solidFill>
                            <a:srgbClr val="335276"/>
                          </a:solidFill>
                          <a:latin typeface="Arial"/>
                          <a:cs typeface="Arial"/>
                        </a:rPr>
                        <a:t>g</a:t>
                      </a:r>
                      <a:r>
                        <a:rPr sz="1400" b="1" spc="-80" dirty="0">
                          <a:solidFill>
                            <a:srgbClr val="335276"/>
                          </a:solidFill>
                          <a:latin typeface="Arial"/>
                          <a:cs typeface="Arial"/>
                        </a:rPr>
                        <a:t> </a:t>
                      </a:r>
                      <a:r>
                        <a:rPr sz="1400" b="1" spc="-10" dirty="0">
                          <a:solidFill>
                            <a:srgbClr val="335276"/>
                          </a:solidFill>
                          <a:latin typeface="Arial"/>
                          <a:cs typeface="Arial"/>
                        </a:rPr>
                        <a:t>k</a:t>
                      </a:r>
                      <a:r>
                        <a:rPr sz="1400" b="1" spc="10" dirty="0">
                          <a:solidFill>
                            <a:srgbClr val="335276"/>
                          </a:solidFill>
                          <a:latin typeface="Arial"/>
                          <a:cs typeface="Arial"/>
                        </a:rPr>
                        <a:t>n</a:t>
                      </a:r>
                      <a:r>
                        <a:rPr sz="1400" b="1" spc="-15" dirty="0">
                          <a:solidFill>
                            <a:srgbClr val="335276"/>
                          </a:solidFill>
                          <a:latin typeface="Arial"/>
                          <a:cs typeface="Arial"/>
                        </a:rPr>
                        <a:t>o</a:t>
                      </a:r>
                      <a:r>
                        <a:rPr sz="1400" b="1" spc="15" dirty="0">
                          <a:solidFill>
                            <a:srgbClr val="335276"/>
                          </a:solidFill>
                          <a:latin typeface="Arial"/>
                          <a:cs typeface="Arial"/>
                        </a:rPr>
                        <a:t>w</a:t>
                      </a:r>
                      <a:r>
                        <a:rPr sz="1400" b="1" dirty="0">
                          <a:solidFill>
                            <a:srgbClr val="335276"/>
                          </a:solidFill>
                          <a:latin typeface="Arial"/>
                          <a:cs typeface="Arial"/>
                        </a:rPr>
                        <a:t>l</a:t>
                      </a:r>
                      <a:r>
                        <a:rPr sz="1400" b="1" spc="10" dirty="0">
                          <a:solidFill>
                            <a:srgbClr val="335276"/>
                          </a:solidFill>
                          <a:latin typeface="Arial"/>
                          <a:cs typeface="Arial"/>
                        </a:rPr>
                        <a:t>e</a:t>
                      </a:r>
                      <a:r>
                        <a:rPr sz="1400" b="1" spc="-15" dirty="0">
                          <a:solidFill>
                            <a:srgbClr val="335276"/>
                          </a:solidFill>
                          <a:latin typeface="Arial"/>
                          <a:cs typeface="Arial"/>
                        </a:rPr>
                        <a:t>d</a:t>
                      </a:r>
                      <a:r>
                        <a:rPr sz="1400" b="1" spc="10" dirty="0">
                          <a:solidFill>
                            <a:srgbClr val="335276"/>
                          </a:solidFill>
                          <a:latin typeface="Arial"/>
                          <a:cs typeface="Arial"/>
                        </a:rPr>
                        <a:t>g</a:t>
                      </a:r>
                      <a:r>
                        <a:rPr sz="1400" b="1" dirty="0">
                          <a:solidFill>
                            <a:srgbClr val="335276"/>
                          </a:solidFill>
                          <a:latin typeface="Arial"/>
                          <a:cs typeface="Arial"/>
                        </a:rPr>
                        <a:t>e</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9370">
                        <a:lnSpc>
                          <a:spcPts val="1600"/>
                        </a:lnSpc>
                      </a:pPr>
                      <a:r>
                        <a:rPr sz="1400" b="1" spc="-5" dirty="0">
                          <a:solidFill>
                            <a:srgbClr val="335276"/>
                          </a:solidFill>
                          <a:latin typeface="Arial"/>
                          <a:cs typeface="Arial"/>
                        </a:rPr>
                        <a:t>Apply</a:t>
                      </a:r>
                      <a:r>
                        <a:rPr sz="1400" b="1" spc="-15" dirty="0">
                          <a:solidFill>
                            <a:srgbClr val="335276"/>
                          </a:solidFill>
                          <a:latin typeface="Arial"/>
                          <a:cs typeface="Arial"/>
                        </a:rPr>
                        <a:t> </a:t>
                      </a:r>
                      <a:r>
                        <a:rPr sz="1400" b="1" spc="-5" dirty="0">
                          <a:solidFill>
                            <a:srgbClr val="335276"/>
                          </a:solidFill>
                          <a:latin typeface="Arial"/>
                          <a:cs typeface="Arial"/>
                        </a:rPr>
                        <a:t>the</a:t>
                      </a:r>
                      <a:r>
                        <a:rPr sz="1400" b="1" spc="-10" dirty="0">
                          <a:solidFill>
                            <a:srgbClr val="335276"/>
                          </a:solidFill>
                          <a:latin typeface="Arial"/>
                          <a:cs typeface="Arial"/>
                        </a:rPr>
                        <a:t> </a:t>
                      </a:r>
                      <a:r>
                        <a:rPr sz="1400" b="1" spc="-5" dirty="0">
                          <a:solidFill>
                            <a:srgbClr val="335276"/>
                          </a:solidFill>
                          <a:latin typeface="Arial"/>
                          <a:cs typeface="Arial"/>
                        </a:rPr>
                        <a:t>knowledge</a:t>
                      </a:r>
                      <a:r>
                        <a:rPr sz="1400" b="1" spc="15" dirty="0">
                          <a:solidFill>
                            <a:srgbClr val="335276"/>
                          </a:solidFill>
                          <a:latin typeface="Arial"/>
                          <a:cs typeface="Arial"/>
                        </a:rPr>
                        <a:t> </a:t>
                      </a:r>
                      <a:r>
                        <a:rPr sz="1400" b="1" spc="-5" dirty="0">
                          <a:solidFill>
                            <a:srgbClr val="335276"/>
                          </a:solidFill>
                          <a:latin typeface="Arial"/>
                          <a:cs typeface="Arial"/>
                        </a:rPr>
                        <a:t>of</a:t>
                      </a:r>
                      <a:r>
                        <a:rPr sz="1400" b="1" spc="-10" dirty="0">
                          <a:solidFill>
                            <a:srgbClr val="335276"/>
                          </a:solidFill>
                          <a:latin typeface="Arial"/>
                          <a:cs typeface="Arial"/>
                        </a:rPr>
                        <a:t> </a:t>
                      </a:r>
                      <a:r>
                        <a:rPr sz="1400" b="1" spc="-5" dirty="0">
                          <a:solidFill>
                            <a:srgbClr val="335276"/>
                          </a:solidFill>
                          <a:latin typeface="Arial"/>
                          <a:cs typeface="Arial"/>
                        </a:rPr>
                        <a:t>mathematics, science,</a:t>
                      </a:r>
                      <a:r>
                        <a:rPr sz="1400" b="1" spc="10" dirty="0">
                          <a:solidFill>
                            <a:srgbClr val="335276"/>
                          </a:solidFill>
                          <a:latin typeface="Arial"/>
                          <a:cs typeface="Arial"/>
                        </a:rPr>
                        <a:t> </a:t>
                      </a:r>
                      <a:r>
                        <a:rPr sz="1400" b="1" spc="-5" dirty="0">
                          <a:solidFill>
                            <a:srgbClr val="335276"/>
                          </a:solidFill>
                          <a:latin typeface="Arial"/>
                          <a:cs typeface="Arial"/>
                        </a:rPr>
                        <a:t>engineering</a:t>
                      </a:r>
                      <a:r>
                        <a:rPr sz="1400" b="1" spc="-15" dirty="0">
                          <a:solidFill>
                            <a:srgbClr val="335276"/>
                          </a:solidFill>
                          <a:latin typeface="Arial"/>
                          <a:cs typeface="Arial"/>
                        </a:rPr>
                        <a:t> </a:t>
                      </a:r>
                      <a:r>
                        <a:rPr sz="1400" b="1" spc="-5" dirty="0">
                          <a:solidFill>
                            <a:srgbClr val="335276"/>
                          </a:solidFill>
                          <a:latin typeface="Arial"/>
                          <a:cs typeface="Arial"/>
                        </a:rPr>
                        <a:t>fundamentals, </a:t>
                      </a:r>
                      <a:r>
                        <a:rPr sz="1400" b="1" dirty="0">
                          <a:solidFill>
                            <a:srgbClr val="335276"/>
                          </a:solidFill>
                          <a:latin typeface="Arial"/>
                          <a:cs typeface="Arial"/>
                        </a:rPr>
                        <a:t>and</a:t>
                      </a:r>
                      <a:endParaRPr sz="1400">
                        <a:latin typeface="Arial"/>
                        <a:cs typeface="Arial"/>
                      </a:endParaRPr>
                    </a:p>
                    <a:p>
                      <a:pPr marL="39370">
                        <a:lnSpc>
                          <a:spcPct val="100000"/>
                        </a:lnSpc>
                        <a:spcBef>
                          <a:spcPts val="95"/>
                        </a:spcBef>
                      </a:pPr>
                      <a:r>
                        <a:rPr sz="1400" b="1" spc="-10" dirty="0">
                          <a:solidFill>
                            <a:srgbClr val="335276"/>
                          </a:solidFill>
                          <a:latin typeface="Arial"/>
                          <a:cs typeface="Arial"/>
                        </a:rPr>
                        <a:t>an</a:t>
                      </a:r>
                      <a:r>
                        <a:rPr sz="1400" b="1" spc="-40" dirty="0">
                          <a:solidFill>
                            <a:srgbClr val="335276"/>
                          </a:solidFill>
                          <a:latin typeface="Arial"/>
                          <a:cs typeface="Arial"/>
                        </a:rPr>
                        <a:t> </a:t>
                      </a:r>
                      <a:r>
                        <a:rPr sz="1400" b="1" spc="-5" dirty="0">
                          <a:solidFill>
                            <a:srgbClr val="335276"/>
                          </a:solidFill>
                          <a:latin typeface="Arial"/>
                          <a:cs typeface="Arial"/>
                        </a:rPr>
                        <a:t>engineering</a:t>
                      </a:r>
                      <a:r>
                        <a:rPr sz="1400" b="1" spc="-55" dirty="0">
                          <a:solidFill>
                            <a:srgbClr val="335276"/>
                          </a:solidFill>
                          <a:latin typeface="Arial"/>
                          <a:cs typeface="Arial"/>
                        </a:rPr>
                        <a:t> </a:t>
                      </a:r>
                      <a:r>
                        <a:rPr sz="1400" b="1" spc="-5" dirty="0">
                          <a:solidFill>
                            <a:srgbClr val="335276"/>
                          </a:solidFill>
                          <a:latin typeface="Arial"/>
                          <a:cs typeface="Arial"/>
                        </a:rPr>
                        <a:t>specialization</a:t>
                      </a:r>
                      <a:r>
                        <a:rPr sz="1400" b="1" spc="-80" dirty="0">
                          <a:solidFill>
                            <a:srgbClr val="335276"/>
                          </a:solidFill>
                          <a:latin typeface="Arial"/>
                          <a:cs typeface="Arial"/>
                        </a:rPr>
                        <a:t> </a:t>
                      </a:r>
                      <a:r>
                        <a:rPr sz="1400" b="1" dirty="0">
                          <a:solidFill>
                            <a:srgbClr val="335276"/>
                          </a:solidFill>
                          <a:latin typeface="Arial"/>
                          <a:cs typeface="Arial"/>
                        </a:rPr>
                        <a:t>to</a:t>
                      </a:r>
                      <a:r>
                        <a:rPr sz="1400" b="1" spc="-65" dirty="0">
                          <a:solidFill>
                            <a:srgbClr val="335276"/>
                          </a:solidFill>
                          <a:latin typeface="Arial"/>
                          <a:cs typeface="Arial"/>
                        </a:rPr>
                        <a:t> </a:t>
                      </a:r>
                      <a:r>
                        <a:rPr sz="1400" b="1" spc="-5" dirty="0">
                          <a:solidFill>
                            <a:srgbClr val="335276"/>
                          </a:solidFill>
                          <a:latin typeface="Arial"/>
                          <a:cs typeface="Arial"/>
                        </a:rPr>
                        <a:t>the</a:t>
                      </a:r>
                      <a:r>
                        <a:rPr sz="1400" b="1" spc="-10" dirty="0">
                          <a:solidFill>
                            <a:srgbClr val="335276"/>
                          </a:solidFill>
                          <a:latin typeface="Arial"/>
                          <a:cs typeface="Arial"/>
                        </a:rPr>
                        <a:t> </a:t>
                      </a:r>
                      <a:r>
                        <a:rPr sz="1400" b="1" spc="-5" dirty="0">
                          <a:solidFill>
                            <a:srgbClr val="335276"/>
                          </a:solidFill>
                          <a:latin typeface="Arial"/>
                          <a:cs typeface="Arial"/>
                        </a:rPr>
                        <a:t>solution</a:t>
                      </a:r>
                      <a:r>
                        <a:rPr sz="1400" b="1" spc="-60" dirty="0">
                          <a:solidFill>
                            <a:srgbClr val="335276"/>
                          </a:solidFill>
                          <a:latin typeface="Arial"/>
                          <a:cs typeface="Arial"/>
                        </a:rPr>
                        <a:t> </a:t>
                      </a:r>
                      <a:r>
                        <a:rPr sz="1400" b="1" dirty="0">
                          <a:solidFill>
                            <a:srgbClr val="335276"/>
                          </a:solidFill>
                          <a:latin typeface="Arial"/>
                          <a:cs typeface="Arial"/>
                        </a:rPr>
                        <a:t>of</a:t>
                      </a:r>
                      <a:r>
                        <a:rPr sz="1400" b="1" spc="-60" dirty="0">
                          <a:solidFill>
                            <a:srgbClr val="335276"/>
                          </a:solidFill>
                          <a:latin typeface="Arial"/>
                          <a:cs typeface="Arial"/>
                        </a:rPr>
                        <a:t> </a:t>
                      </a:r>
                      <a:r>
                        <a:rPr sz="1400" b="1" spc="-5" dirty="0">
                          <a:solidFill>
                            <a:srgbClr val="335276"/>
                          </a:solidFill>
                          <a:latin typeface="Arial"/>
                          <a:cs typeface="Arial"/>
                        </a:rPr>
                        <a:t>complex</a:t>
                      </a:r>
                      <a:r>
                        <a:rPr sz="1400" b="1" spc="-35" dirty="0">
                          <a:solidFill>
                            <a:srgbClr val="335276"/>
                          </a:solidFill>
                          <a:latin typeface="Arial"/>
                          <a:cs typeface="Arial"/>
                        </a:rPr>
                        <a:t> </a:t>
                      </a:r>
                      <a:r>
                        <a:rPr sz="1400" b="1" spc="-5" dirty="0">
                          <a:solidFill>
                            <a:srgbClr val="335276"/>
                          </a:solidFill>
                          <a:latin typeface="Arial"/>
                          <a:cs typeface="Arial"/>
                        </a:rPr>
                        <a:t>engineering</a:t>
                      </a:r>
                      <a:r>
                        <a:rPr sz="1400" b="1" spc="-80" dirty="0">
                          <a:solidFill>
                            <a:srgbClr val="335276"/>
                          </a:solidFill>
                          <a:latin typeface="Arial"/>
                          <a:cs typeface="Arial"/>
                        </a:rPr>
                        <a:t> </a:t>
                      </a:r>
                      <a:r>
                        <a:rPr sz="1400" b="1" spc="-5" dirty="0">
                          <a:solidFill>
                            <a:srgbClr val="335276"/>
                          </a:solidFill>
                          <a:latin typeface="Arial"/>
                          <a:cs typeface="Arial"/>
                        </a:rPr>
                        <a:t>problems.</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extLst>
                  <a:ext uri="{0D108BD9-81ED-4DB2-BD59-A6C34878D82A}">
                    <a16:rowId xmlns:a16="http://schemas.microsoft.com/office/drawing/2014/main" val="10003"/>
                  </a:ext>
                </a:extLst>
              </a:tr>
              <a:tr h="722858">
                <a:tc>
                  <a:txBody>
                    <a:bodyPr/>
                    <a:lstStyle/>
                    <a:p>
                      <a:pPr marL="39370" algn="ctr">
                        <a:lnSpc>
                          <a:spcPts val="1580"/>
                        </a:lnSpc>
                      </a:pPr>
                      <a:r>
                        <a:rPr sz="1400" b="1" dirty="0">
                          <a:solidFill>
                            <a:srgbClr val="335276"/>
                          </a:solidFill>
                          <a:latin typeface="Arial"/>
                          <a:cs typeface="Arial"/>
                        </a:rPr>
                        <a:t>2</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580"/>
                        </a:lnSpc>
                      </a:pPr>
                      <a:r>
                        <a:rPr sz="1400" b="1" spc="-5" dirty="0">
                          <a:solidFill>
                            <a:srgbClr val="335276"/>
                          </a:solidFill>
                          <a:latin typeface="Arial"/>
                          <a:cs typeface="Arial"/>
                        </a:rPr>
                        <a:t>PO2</a:t>
                      </a:r>
                      <a:endParaRPr sz="14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580"/>
                        </a:lnSpc>
                      </a:pPr>
                      <a:r>
                        <a:rPr sz="1400" b="1" spc="-10" dirty="0">
                          <a:solidFill>
                            <a:srgbClr val="335276"/>
                          </a:solidFill>
                          <a:latin typeface="Arial"/>
                          <a:cs typeface="Arial"/>
                        </a:rPr>
                        <a:t>Problem</a:t>
                      </a:r>
                      <a:r>
                        <a:rPr sz="1400" b="1" spc="-75" dirty="0">
                          <a:solidFill>
                            <a:srgbClr val="335276"/>
                          </a:solidFill>
                          <a:latin typeface="Arial"/>
                          <a:cs typeface="Arial"/>
                        </a:rPr>
                        <a:t> </a:t>
                      </a:r>
                      <a:r>
                        <a:rPr sz="1400" b="1" spc="-5" dirty="0">
                          <a:solidFill>
                            <a:srgbClr val="335276"/>
                          </a:solidFill>
                          <a:latin typeface="Arial"/>
                          <a:cs typeface="Arial"/>
                        </a:rPr>
                        <a:t>analysis</a:t>
                      </a:r>
                      <a:endParaRPr sz="14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9370">
                        <a:lnSpc>
                          <a:spcPts val="1600"/>
                        </a:lnSpc>
                      </a:pPr>
                      <a:r>
                        <a:rPr sz="1400" b="1" dirty="0">
                          <a:solidFill>
                            <a:srgbClr val="335276"/>
                          </a:solidFill>
                          <a:latin typeface="Arial"/>
                          <a:cs typeface="Arial"/>
                        </a:rPr>
                        <a:t>I</a:t>
                      </a:r>
                      <a:r>
                        <a:rPr sz="1400" b="1" spc="-15" dirty="0">
                          <a:solidFill>
                            <a:srgbClr val="335276"/>
                          </a:solidFill>
                          <a:latin typeface="Arial"/>
                          <a:cs typeface="Arial"/>
                        </a:rPr>
                        <a:t>d</a:t>
                      </a:r>
                      <a:r>
                        <a:rPr sz="1400" b="1" spc="15" dirty="0">
                          <a:solidFill>
                            <a:srgbClr val="335276"/>
                          </a:solidFill>
                          <a:latin typeface="Arial"/>
                          <a:cs typeface="Arial"/>
                        </a:rPr>
                        <a:t>e</a:t>
                      </a:r>
                      <a:r>
                        <a:rPr sz="1400" b="1" spc="-15" dirty="0">
                          <a:solidFill>
                            <a:srgbClr val="335276"/>
                          </a:solidFill>
                          <a:latin typeface="Arial"/>
                          <a:cs typeface="Arial"/>
                        </a:rPr>
                        <a:t>n</a:t>
                      </a:r>
                      <a:r>
                        <a:rPr sz="1400" b="1" spc="15" dirty="0">
                          <a:solidFill>
                            <a:srgbClr val="335276"/>
                          </a:solidFill>
                          <a:latin typeface="Arial"/>
                          <a:cs typeface="Arial"/>
                        </a:rPr>
                        <a:t>t</a:t>
                      </a:r>
                      <a:r>
                        <a:rPr sz="1400" b="1" dirty="0">
                          <a:solidFill>
                            <a:srgbClr val="335276"/>
                          </a:solidFill>
                          <a:latin typeface="Arial"/>
                          <a:cs typeface="Arial"/>
                        </a:rPr>
                        <a:t>i</a:t>
                      </a:r>
                      <a:r>
                        <a:rPr sz="1400" b="1" spc="10" dirty="0">
                          <a:solidFill>
                            <a:srgbClr val="335276"/>
                          </a:solidFill>
                          <a:latin typeface="Arial"/>
                          <a:cs typeface="Arial"/>
                        </a:rPr>
                        <a:t>f</a:t>
                      </a:r>
                      <a:r>
                        <a:rPr sz="1400" b="1" spc="-35" dirty="0">
                          <a:solidFill>
                            <a:srgbClr val="335276"/>
                          </a:solidFill>
                          <a:latin typeface="Arial"/>
                          <a:cs typeface="Arial"/>
                        </a:rPr>
                        <a:t>y</a:t>
                      </a:r>
                      <a:r>
                        <a:rPr sz="1400" b="1" dirty="0">
                          <a:solidFill>
                            <a:srgbClr val="335276"/>
                          </a:solidFill>
                          <a:latin typeface="Arial"/>
                          <a:cs typeface="Arial"/>
                        </a:rPr>
                        <a:t>,</a:t>
                      </a:r>
                      <a:r>
                        <a:rPr sz="1400" b="1" spc="-25" dirty="0">
                          <a:solidFill>
                            <a:srgbClr val="335276"/>
                          </a:solidFill>
                          <a:latin typeface="Arial"/>
                          <a:cs typeface="Arial"/>
                        </a:rPr>
                        <a:t> </a:t>
                      </a:r>
                      <a:r>
                        <a:rPr sz="1400" b="1" spc="15" dirty="0">
                          <a:solidFill>
                            <a:srgbClr val="335276"/>
                          </a:solidFill>
                          <a:latin typeface="Arial"/>
                          <a:cs typeface="Arial"/>
                        </a:rPr>
                        <a:t>f</a:t>
                      </a:r>
                      <a:r>
                        <a:rPr sz="1400" b="1" spc="-15" dirty="0">
                          <a:solidFill>
                            <a:srgbClr val="335276"/>
                          </a:solidFill>
                          <a:latin typeface="Arial"/>
                          <a:cs typeface="Arial"/>
                        </a:rPr>
                        <a:t>o</a:t>
                      </a:r>
                      <a:r>
                        <a:rPr sz="1400" b="1" spc="5" dirty="0">
                          <a:solidFill>
                            <a:srgbClr val="335276"/>
                          </a:solidFill>
                          <a:latin typeface="Arial"/>
                          <a:cs typeface="Arial"/>
                        </a:rPr>
                        <a:t>rm</a:t>
                      </a:r>
                      <a:r>
                        <a:rPr sz="1400" b="1" spc="-15" dirty="0">
                          <a:solidFill>
                            <a:srgbClr val="335276"/>
                          </a:solidFill>
                          <a:latin typeface="Arial"/>
                          <a:cs typeface="Arial"/>
                        </a:rPr>
                        <a:t>u</a:t>
                      </a:r>
                      <a:r>
                        <a:rPr sz="1400" b="1" spc="15" dirty="0">
                          <a:solidFill>
                            <a:srgbClr val="335276"/>
                          </a:solidFill>
                          <a:latin typeface="Arial"/>
                          <a:cs typeface="Arial"/>
                        </a:rPr>
                        <a:t>l</a:t>
                      </a:r>
                      <a:r>
                        <a:rPr sz="1400" b="1" spc="-10" dirty="0">
                          <a:solidFill>
                            <a:srgbClr val="335276"/>
                          </a:solidFill>
                          <a:latin typeface="Arial"/>
                          <a:cs typeface="Arial"/>
                        </a:rPr>
                        <a:t>a</a:t>
                      </a:r>
                      <a:r>
                        <a:rPr sz="1400" b="1" spc="15" dirty="0">
                          <a:solidFill>
                            <a:srgbClr val="335276"/>
                          </a:solidFill>
                          <a:latin typeface="Arial"/>
                          <a:cs typeface="Arial"/>
                        </a:rPr>
                        <a:t>t</a:t>
                      </a:r>
                      <a:r>
                        <a:rPr sz="1400" b="1" spc="-10" dirty="0">
                          <a:solidFill>
                            <a:srgbClr val="335276"/>
                          </a:solidFill>
                          <a:latin typeface="Arial"/>
                          <a:cs typeface="Arial"/>
                        </a:rPr>
                        <a:t>e</a:t>
                      </a:r>
                      <a:r>
                        <a:rPr sz="1400" b="1" dirty="0">
                          <a:solidFill>
                            <a:srgbClr val="335276"/>
                          </a:solidFill>
                          <a:latin typeface="Arial"/>
                          <a:cs typeface="Arial"/>
                        </a:rPr>
                        <a:t>,</a:t>
                      </a:r>
                      <a:r>
                        <a:rPr sz="1400" b="1" spc="-100" dirty="0">
                          <a:solidFill>
                            <a:srgbClr val="335276"/>
                          </a:solidFill>
                          <a:latin typeface="Arial"/>
                          <a:cs typeface="Arial"/>
                        </a:rPr>
                        <a:t> </a:t>
                      </a:r>
                      <a:r>
                        <a:rPr sz="1400" b="1" spc="5" dirty="0">
                          <a:solidFill>
                            <a:srgbClr val="335276"/>
                          </a:solidFill>
                          <a:latin typeface="Arial"/>
                          <a:cs typeface="Arial"/>
                        </a:rPr>
                        <a:t>r</a:t>
                      </a:r>
                      <a:r>
                        <a:rPr sz="1400" b="1" spc="15" dirty="0">
                          <a:solidFill>
                            <a:srgbClr val="335276"/>
                          </a:solidFill>
                          <a:latin typeface="Arial"/>
                          <a:cs typeface="Arial"/>
                        </a:rPr>
                        <a:t>e</a:t>
                      </a:r>
                      <a:r>
                        <a:rPr sz="1400" b="1" spc="-10" dirty="0">
                          <a:solidFill>
                            <a:srgbClr val="335276"/>
                          </a:solidFill>
                          <a:latin typeface="Arial"/>
                          <a:cs typeface="Arial"/>
                        </a:rPr>
                        <a:t>v</a:t>
                      </a:r>
                      <a:r>
                        <a:rPr sz="1400" b="1" spc="15" dirty="0">
                          <a:solidFill>
                            <a:srgbClr val="335276"/>
                          </a:solidFill>
                          <a:latin typeface="Arial"/>
                          <a:cs typeface="Arial"/>
                        </a:rPr>
                        <a:t>i</a:t>
                      </a:r>
                      <a:r>
                        <a:rPr sz="1400" b="1" spc="-10" dirty="0">
                          <a:solidFill>
                            <a:srgbClr val="335276"/>
                          </a:solidFill>
                          <a:latin typeface="Arial"/>
                          <a:cs typeface="Arial"/>
                        </a:rPr>
                        <a:t>e</a:t>
                      </a:r>
                      <a:r>
                        <a:rPr sz="1400" b="1" dirty="0">
                          <a:solidFill>
                            <a:srgbClr val="335276"/>
                          </a:solidFill>
                          <a:latin typeface="Arial"/>
                          <a:cs typeface="Arial"/>
                        </a:rPr>
                        <a:t>w</a:t>
                      </a:r>
                      <a:r>
                        <a:rPr sz="1400" b="1" spc="-105" dirty="0">
                          <a:solidFill>
                            <a:srgbClr val="335276"/>
                          </a:solidFill>
                          <a:latin typeface="Arial"/>
                          <a:cs typeface="Arial"/>
                        </a:rPr>
                        <a:t> </a:t>
                      </a:r>
                      <a:r>
                        <a:rPr sz="1400" b="1" spc="5" dirty="0">
                          <a:solidFill>
                            <a:srgbClr val="335276"/>
                          </a:solidFill>
                          <a:latin typeface="Arial"/>
                          <a:cs typeface="Arial"/>
                        </a:rPr>
                        <a:t>r</a:t>
                      </a:r>
                      <a:r>
                        <a:rPr sz="1400" b="1" spc="15" dirty="0">
                          <a:solidFill>
                            <a:srgbClr val="335276"/>
                          </a:solidFill>
                          <a:latin typeface="Arial"/>
                          <a:cs typeface="Arial"/>
                        </a:rPr>
                        <a:t>e</a:t>
                      </a:r>
                      <a:r>
                        <a:rPr sz="1400" b="1" spc="-10" dirty="0">
                          <a:solidFill>
                            <a:srgbClr val="335276"/>
                          </a:solidFill>
                          <a:latin typeface="Arial"/>
                          <a:cs typeface="Arial"/>
                        </a:rPr>
                        <a:t>s</a:t>
                      </a:r>
                      <a:r>
                        <a:rPr sz="1400" b="1" spc="15" dirty="0">
                          <a:solidFill>
                            <a:srgbClr val="335276"/>
                          </a:solidFill>
                          <a:latin typeface="Arial"/>
                          <a:cs typeface="Arial"/>
                        </a:rPr>
                        <a:t>e</a:t>
                      </a:r>
                      <a:r>
                        <a:rPr sz="1400" b="1" spc="-10" dirty="0">
                          <a:solidFill>
                            <a:srgbClr val="335276"/>
                          </a:solidFill>
                          <a:latin typeface="Arial"/>
                          <a:cs typeface="Arial"/>
                        </a:rPr>
                        <a:t>a</a:t>
                      </a:r>
                      <a:r>
                        <a:rPr sz="1400" b="1" spc="5" dirty="0">
                          <a:solidFill>
                            <a:srgbClr val="335276"/>
                          </a:solidFill>
                          <a:latin typeface="Arial"/>
                          <a:cs typeface="Arial"/>
                        </a:rPr>
                        <a:t>r</a:t>
                      </a:r>
                      <a:r>
                        <a:rPr sz="1400" b="1" spc="15" dirty="0">
                          <a:solidFill>
                            <a:srgbClr val="335276"/>
                          </a:solidFill>
                          <a:latin typeface="Arial"/>
                          <a:cs typeface="Arial"/>
                        </a:rPr>
                        <a:t>c</a:t>
                      </a:r>
                      <a:r>
                        <a:rPr sz="1400" b="1" dirty="0">
                          <a:solidFill>
                            <a:srgbClr val="335276"/>
                          </a:solidFill>
                          <a:latin typeface="Arial"/>
                          <a:cs typeface="Arial"/>
                        </a:rPr>
                        <a:t>h</a:t>
                      </a:r>
                      <a:r>
                        <a:rPr sz="1400" b="1" spc="-105" dirty="0">
                          <a:solidFill>
                            <a:srgbClr val="335276"/>
                          </a:solidFill>
                          <a:latin typeface="Arial"/>
                          <a:cs typeface="Arial"/>
                        </a:rPr>
                        <a:t> </a:t>
                      </a:r>
                      <a:r>
                        <a:rPr sz="1400" b="1" dirty="0">
                          <a:solidFill>
                            <a:srgbClr val="335276"/>
                          </a:solidFill>
                          <a:latin typeface="Arial"/>
                          <a:cs typeface="Arial"/>
                        </a:rPr>
                        <a:t>l</a:t>
                      </a:r>
                      <a:r>
                        <a:rPr sz="1400" b="1" spc="15" dirty="0">
                          <a:solidFill>
                            <a:srgbClr val="335276"/>
                          </a:solidFill>
                          <a:latin typeface="Arial"/>
                          <a:cs typeface="Arial"/>
                        </a:rPr>
                        <a:t>i</a:t>
                      </a:r>
                      <a:r>
                        <a:rPr sz="1400" b="1" spc="-10" dirty="0">
                          <a:solidFill>
                            <a:srgbClr val="335276"/>
                          </a:solidFill>
                          <a:latin typeface="Arial"/>
                          <a:cs typeface="Arial"/>
                        </a:rPr>
                        <a:t>te</a:t>
                      </a:r>
                      <a:r>
                        <a:rPr sz="1400" b="1" spc="5" dirty="0">
                          <a:solidFill>
                            <a:srgbClr val="335276"/>
                          </a:solidFill>
                          <a:latin typeface="Arial"/>
                          <a:cs typeface="Arial"/>
                        </a:rPr>
                        <a:t>r</a:t>
                      </a:r>
                      <a:r>
                        <a:rPr sz="1400" b="1" spc="-10" dirty="0">
                          <a:solidFill>
                            <a:srgbClr val="335276"/>
                          </a:solidFill>
                          <a:latin typeface="Arial"/>
                          <a:cs typeface="Arial"/>
                        </a:rPr>
                        <a:t>a</a:t>
                      </a:r>
                      <a:r>
                        <a:rPr sz="1400" b="1" spc="15" dirty="0">
                          <a:solidFill>
                            <a:srgbClr val="335276"/>
                          </a:solidFill>
                          <a:latin typeface="Arial"/>
                          <a:cs typeface="Arial"/>
                        </a:rPr>
                        <a:t>t</a:t>
                      </a:r>
                      <a:r>
                        <a:rPr sz="1400" b="1" spc="-15" dirty="0">
                          <a:solidFill>
                            <a:srgbClr val="335276"/>
                          </a:solidFill>
                          <a:latin typeface="Arial"/>
                          <a:cs typeface="Arial"/>
                        </a:rPr>
                        <a:t>u</a:t>
                      </a:r>
                      <a:r>
                        <a:rPr sz="1400" b="1" spc="5" dirty="0">
                          <a:solidFill>
                            <a:srgbClr val="335276"/>
                          </a:solidFill>
                          <a:latin typeface="Arial"/>
                          <a:cs typeface="Arial"/>
                        </a:rPr>
                        <a:t>r</a:t>
                      </a:r>
                      <a:r>
                        <a:rPr sz="1400" b="1" spc="-10" dirty="0">
                          <a:solidFill>
                            <a:srgbClr val="335276"/>
                          </a:solidFill>
                          <a:latin typeface="Arial"/>
                          <a:cs typeface="Arial"/>
                        </a:rPr>
                        <a:t>e</a:t>
                      </a:r>
                      <a:r>
                        <a:rPr sz="1400" b="1" dirty="0">
                          <a:solidFill>
                            <a:srgbClr val="335276"/>
                          </a:solidFill>
                          <a:latin typeface="Arial"/>
                          <a:cs typeface="Arial"/>
                        </a:rPr>
                        <a:t>,</a:t>
                      </a:r>
                      <a:r>
                        <a:rPr sz="1400" b="1" spc="-80" dirty="0">
                          <a:solidFill>
                            <a:srgbClr val="335276"/>
                          </a:solidFill>
                          <a:latin typeface="Arial"/>
                          <a:cs typeface="Arial"/>
                        </a:rPr>
                        <a:t> </a:t>
                      </a:r>
                      <a:r>
                        <a:rPr sz="1400" b="1" spc="15" dirty="0">
                          <a:solidFill>
                            <a:srgbClr val="335276"/>
                          </a:solidFill>
                          <a:latin typeface="Arial"/>
                          <a:cs typeface="Arial"/>
                        </a:rPr>
                        <a:t>an</a:t>
                      </a:r>
                      <a:r>
                        <a:rPr sz="1400" b="1" dirty="0">
                          <a:solidFill>
                            <a:srgbClr val="335276"/>
                          </a:solidFill>
                          <a:latin typeface="Arial"/>
                          <a:cs typeface="Arial"/>
                        </a:rPr>
                        <a:t>d</a:t>
                      </a:r>
                      <a:r>
                        <a:rPr sz="1400" b="1" spc="-90" dirty="0">
                          <a:solidFill>
                            <a:srgbClr val="335276"/>
                          </a:solidFill>
                          <a:latin typeface="Arial"/>
                          <a:cs typeface="Arial"/>
                        </a:rPr>
                        <a:t> </a:t>
                      </a:r>
                      <a:r>
                        <a:rPr sz="1400" b="1" spc="15" dirty="0">
                          <a:solidFill>
                            <a:srgbClr val="335276"/>
                          </a:solidFill>
                          <a:latin typeface="Arial"/>
                          <a:cs typeface="Arial"/>
                        </a:rPr>
                        <a:t>a</a:t>
                      </a:r>
                      <a:r>
                        <a:rPr sz="1400" b="1" spc="-15" dirty="0">
                          <a:solidFill>
                            <a:srgbClr val="335276"/>
                          </a:solidFill>
                          <a:latin typeface="Arial"/>
                          <a:cs typeface="Arial"/>
                        </a:rPr>
                        <a:t>n</a:t>
                      </a:r>
                      <a:r>
                        <a:rPr sz="1400" b="1" spc="-10" dirty="0">
                          <a:solidFill>
                            <a:srgbClr val="335276"/>
                          </a:solidFill>
                          <a:latin typeface="Arial"/>
                          <a:cs typeface="Arial"/>
                        </a:rPr>
                        <a:t>a</a:t>
                      </a:r>
                      <a:r>
                        <a:rPr sz="1400" b="1" spc="40" dirty="0">
                          <a:solidFill>
                            <a:srgbClr val="335276"/>
                          </a:solidFill>
                          <a:latin typeface="Arial"/>
                          <a:cs typeface="Arial"/>
                        </a:rPr>
                        <a:t>l</a:t>
                      </a:r>
                      <a:r>
                        <a:rPr sz="1400" b="1" spc="-35" dirty="0">
                          <a:solidFill>
                            <a:srgbClr val="335276"/>
                          </a:solidFill>
                          <a:latin typeface="Arial"/>
                          <a:cs typeface="Arial"/>
                        </a:rPr>
                        <a:t>y</a:t>
                      </a:r>
                      <a:r>
                        <a:rPr sz="1400" b="1" spc="15" dirty="0">
                          <a:solidFill>
                            <a:srgbClr val="335276"/>
                          </a:solidFill>
                          <a:latin typeface="Arial"/>
                          <a:cs typeface="Arial"/>
                        </a:rPr>
                        <a:t>s</a:t>
                      </a:r>
                      <a:r>
                        <a:rPr sz="1400" b="1" dirty="0">
                          <a:solidFill>
                            <a:srgbClr val="335276"/>
                          </a:solidFill>
                          <a:latin typeface="Arial"/>
                          <a:cs typeface="Arial"/>
                        </a:rPr>
                        <a:t>e</a:t>
                      </a:r>
                      <a:r>
                        <a:rPr sz="1400" b="1" spc="-55" dirty="0">
                          <a:solidFill>
                            <a:srgbClr val="335276"/>
                          </a:solidFill>
                          <a:latin typeface="Arial"/>
                          <a:cs typeface="Arial"/>
                        </a:rPr>
                        <a:t> </a:t>
                      </a:r>
                      <a:r>
                        <a:rPr sz="1400" b="1" spc="-10" dirty="0">
                          <a:solidFill>
                            <a:srgbClr val="335276"/>
                          </a:solidFill>
                          <a:latin typeface="Arial"/>
                          <a:cs typeface="Arial"/>
                        </a:rPr>
                        <a:t>c</a:t>
                      </a:r>
                      <a:r>
                        <a:rPr sz="1400" b="1" spc="-15" dirty="0">
                          <a:solidFill>
                            <a:srgbClr val="335276"/>
                          </a:solidFill>
                          <a:latin typeface="Arial"/>
                          <a:cs typeface="Arial"/>
                        </a:rPr>
                        <a:t>o</a:t>
                      </a:r>
                      <a:r>
                        <a:rPr sz="1400" b="1" spc="30" dirty="0">
                          <a:solidFill>
                            <a:srgbClr val="335276"/>
                          </a:solidFill>
                          <a:latin typeface="Arial"/>
                          <a:cs typeface="Arial"/>
                        </a:rPr>
                        <a:t>m</a:t>
                      </a:r>
                      <a:r>
                        <a:rPr sz="1400" b="1" spc="-15" dirty="0">
                          <a:solidFill>
                            <a:srgbClr val="335276"/>
                          </a:solidFill>
                          <a:latin typeface="Arial"/>
                          <a:cs typeface="Arial"/>
                        </a:rPr>
                        <a:t>p</a:t>
                      </a:r>
                      <a:r>
                        <a:rPr sz="1400" b="1" dirty="0">
                          <a:solidFill>
                            <a:srgbClr val="335276"/>
                          </a:solidFill>
                          <a:latin typeface="Arial"/>
                          <a:cs typeface="Arial"/>
                        </a:rPr>
                        <a:t>l</a:t>
                      </a:r>
                      <a:r>
                        <a:rPr sz="1400" b="1" spc="10" dirty="0">
                          <a:solidFill>
                            <a:srgbClr val="335276"/>
                          </a:solidFill>
                          <a:latin typeface="Arial"/>
                          <a:cs typeface="Arial"/>
                        </a:rPr>
                        <a:t>e</a:t>
                      </a:r>
                      <a:r>
                        <a:rPr sz="1400" b="1" dirty="0">
                          <a:solidFill>
                            <a:srgbClr val="335276"/>
                          </a:solidFill>
                          <a:latin typeface="Arial"/>
                          <a:cs typeface="Arial"/>
                        </a:rPr>
                        <a:t>x</a:t>
                      </a:r>
                      <a:r>
                        <a:rPr sz="1400" b="1" spc="-55" dirty="0">
                          <a:solidFill>
                            <a:srgbClr val="335276"/>
                          </a:solidFill>
                          <a:latin typeface="Arial"/>
                          <a:cs typeface="Arial"/>
                        </a:rPr>
                        <a:t> </a:t>
                      </a:r>
                      <a:r>
                        <a:rPr sz="1400" b="1" spc="-10" dirty="0">
                          <a:solidFill>
                            <a:srgbClr val="335276"/>
                          </a:solidFill>
                          <a:latin typeface="Arial"/>
                          <a:cs typeface="Arial"/>
                        </a:rPr>
                        <a:t>e</a:t>
                      </a:r>
                      <a:r>
                        <a:rPr sz="1400" b="1" spc="10" dirty="0">
                          <a:solidFill>
                            <a:srgbClr val="335276"/>
                          </a:solidFill>
                          <a:latin typeface="Arial"/>
                          <a:cs typeface="Arial"/>
                        </a:rPr>
                        <a:t>n</a:t>
                      </a:r>
                      <a:r>
                        <a:rPr sz="1400" b="1" spc="-15" dirty="0">
                          <a:solidFill>
                            <a:srgbClr val="335276"/>
                          </a:solidFill>
                          <a:latin typeface="Arial"/>
                          <a:cs typeface="Arial"/>
                        </a:rPr>
                        <a:t>g</a:t>
                      </a:r>
                      <a:r>
                        <a:rPr sz="1400" b="1" spc="15" dirty="0">
                          <a:solidFill>
                            <a:srgbClr val="335276"/>
                          </a:solidFill>
                          <a:latin typeface="Arial"/>
                          <a:cs typeface="Arial"/>
                        </a:rPr>
                        <a:t>i</a:t>
                      </a:r>
                      <a:r>
                        <a:rPr sz="1400" b="1" spc="10" dirty="0">
                          <a:solidFill>
                            <a:srgbClr val="335276"/>
                          </a:solidFill>
                          <a:latin typeface="Arial"/>
                          <a:cs typeface="Arial"/>
                        </a:rPr>
                        <a:t>n</a:t>
                      </a:r>
                      <a:r>
                        <a:rPr sz="1400" b="1" spc="-10" dirty="0">
                          <a:solidFill>
                            <a:srgbClr val="335276"/>
                          </a:solidFill>
                          <a:latin typeface="Arial"/>
                          <a:cs typeface="Arial"/>
                        </a:rPr>
                        <a:t>ee</a:t>
                      </a:r>
                      <a:r>
                        <a:rPr sz="1400" b="1" spc="5" dirty="0">
                          <a:solidFill>
                            <a:srgbClr val="335276"/>
                          </a:solidFill>
                          <a:latin typeface="Arial"/>
                          <a:cs typeface="Arial"/>
                        </a:rPr>
                        <a:t>r</a:t>
                      </a:r>
                      <a:r>
                        <a:rPr sz="1400" b="1" dirty="0">
                          <a:solidFill>
                            <a:srgbClr val="335276"/>
                          </a:solidFill>
                          <a:latin typeface="Arial"/>
                          <a:cs typeface="Arial"/>
                        </a:rPr>
                        <a:t>i</a:t>
                      </a:r>
                      <a:r>
                        <a:rPr sz="1400" b="1" spc="5" dirty="0">
                          <a:solidFill>
                            <a:srgbClr val="335276"/>
                          </a:solidFill>
                          <a:latin typeface="Arial"/>
                          <a:cs typeface="Arial"/>
                        </a:rPr>
                        <a:t>n</a:t>
                      </a:r>
                      <a:r>
                        <a:rPr sz="1400" b="1" dirty="0">
                          <a:solidFill>
                            <a:srgbClr val="335276"/>
                          </a:solidFill>
                          <a:latin typeface="Arial"/>
                          <a:cs typeface="Arial"/>
                        </a:rPr>
                        <a:t>g</a:t>
                      </a:r>
                      <a:endParaRPr sz="1400">
                        <a:latin typeface="Arial"/>
                        <a:cs typeface="Arial"/>
                      </a:endParaRPr>
                    </a:p>
                    <a:p>
                      <a:pPr marL="39370" marR="808990">
                        <a:lnSpc>
                          <a:spcPts val="1800"/>
                        </a:lnSpc>
                        <a:spcBef>
                          <a:spcPts val="55"/>
                        </a:spcBef>
                      </a:pPr>
                      <a:r>
                        <a:rPr sz="1400" b="1" spc="-5" dirty="0">
                          <a:solidFill>
                            <a:srgbClr val="335276"/>
                          </a:solidFill>
                          <a:latin typeface="Arial"/>
                          <a:cs typeface="Arial"/>
                        </a:rPr>
                        <a:t>problems reaching substantiated</a:t>
                      </a:r>
                      <a:r>
                        <a:rPr sz="1400" b="1" spc="15" dirty="0">
                          <a:solidFill>
                            <a:srgbClr val="335276"/>
                          </a:solidFill>
                          <a:latin typeface="Arial"/>
                          <a:cs typeface="Arial"/>
                        </a:rPr>
                        <a:t> </a:t>
                      </a:r>
                      <a:r>
                        <a:rPr sz="1400" b="1" spc="-10" dirty="0">
                          <a:solidFill>
                            <a:srgbClr val="335276"/>
                          </a:solidFill>
                          <a:latin typeface="Arial"/>
                          <a:cs typeface="Arial"/>
                        </a:rPr>
                        <a:t>conclusions</a:t>
                      </a:r>
                      <a:r>
                        <a:rPr sz="1400" b="1" spc="20" dirty="0">
                          <a:solidFill>
                            <a:srgbClr val="335276"/>
                          </a:solidFill>
                          <a:latin typeface="Arial"/>
                          <a:cs typeface="Arial"/>
                        </a:rPr>
                        <a:t> </a:t>
                      </a:r>
                      <a:r>
                        <a:rPr sz="1400" b="1" spc="-5" dirty="0">
                          <a:solidFill>
                            <a:srgbClr val="335276"/>
                          </a:solidFill>
                          <a:latin typeface="Arial"/>
                          <a:cs typeface="Arial"/>
                        </a:rPr>
                        <a:t>using</a:t>
                      </a:r>
                      <a:r>
                        <a:rPr sz="1400" b="1" spc="15" dirty="0">
                          <a:solidFill>
                            <a:srgbClr val="335276"/>
                          </a:solidFill>
                          <a:latin typeface="Arial"/>
                          <a:cs typeface="Arial"/>
                        </a:rPr>
                        <a:t> </a:t>
                      </a:r>
                      <a:r>
                        <a:rPr sz="1400" b="1" spc="-10" dirty="0">
                          <a:solidFill>
                            <a:srgbClr val="335276"/>
                          </a:solidFill>
                          <a:latin typeface="Arial"/>
                          <a:cs typeface="Arial"/>
                        </a:rPr>
                        <a:t>first</a:t>
                      </a:r>
                      <a:r>
                        <a:rPr sz="1400" b="1" spc="20" dirty="0">
                          <a:solidFill>
                            <a:srgbClr val="335276"/>
                          </a:solidFill>
                          <a:latin typeface="Arial"/>
                          <a:cs typeface="Arial"/>
                        </a:rPr>
                        <a:t> </a:t>
                      </a:r>
                      <a:r>
                        <a:rPr sz="1400" b="1" spc="-10" dirty="0">
                          <a:solidFill>
                            <a:srgbClr val="335276"/>
                          </a:solidFill>
                          <a:latin typeface="Arial"/>
                          <a:cs typeface="Arial"/>
                        </a:rPr>
                        <a:t>principles</a:t>
                      </a:r>
                      <a:r>
                        <a:rPr sz="1400" b="1" spc="25" dirty="0">
                          <a:solidFill>
                            <a:srgbClr val="335276"/>
                          </a:solidFill>
                          <a:latin typeface="Arial"/>
                          <a:cs typeface="Arial"/>
                        </a:rPr>
                        <a:t> </a:t>
                      </a:r>
                      <a:r>
                        <a:rPr sz="1400" b="1" spc="-15" dirty="0">
                          <a:solidFill>
                            <a:srgbClr val="335276"/>
                          </a:solidFill>
                          <a:latin typeface="Arial"/>
                          <a:cs typeface="Arial"/>
                        </a:rPr>
                        <a:t>of </a:t>
                      </a:r>
                      <a:r>
                        <a:rPr sz="1400" b="1" spc="-375" dirty="0">
                          <a:solidFill>
                            <a:srgbClr val="335276"/>
                          </a:solidFill>
                          <a:latin typeface="Arial"/>
                          <a:cs typeface="Arial"/>
                        </a:rPr>
                        <a:t> </a:t>
                      </a:r>
                      <a:r>
                        <a:rPr sz="1400" b="1" spc="-5" dirty="0">
                          <a:solidFill>
                            <a:srgbClr val="335276"/>
                          </a:solidFill>
                          <a:latin typeface="Arial"/>
                          <a:cs typeface="Arial"/>
                        </a:rPr>
                        <a:t>mathematics,</a:t>
                      </a:r>
                      <a:r>
                        <a:rPr sz="1400" b="1" spc="-35" dirty="0">
                          <a:solidFill>
                            <a:srgbClr val="335276"/>
                          </a:solidFill>
                          <a:latin typeface="Arial"/>
                          <a:cs typeface="Arial"/>
                        </a:rPr>
                        <a:t> </a:t>
                      </a:r>
                      <a:r>
                        <a:rPr sz="1400" b="1" spc="-5" dirty="0">
                          <a:solidFill>
                            <a:srgbClr val="335276"/>
                          </a:solidFill>
                          <a:latin typeface="Arial"/>
                          <a:cs typeface="Arial"/>
                        </a:rPr>
                        <a:t>natural</a:t>
                      </a:r>
                      <a:r>
                        <a:rPr sz="1400" b="1" spc="-30" dirty="0">
                          <a:solidFill>
                            <a:srgbClr val="335276"/>
                          </a:solidFill>
                          <a:latin typeface="Arial"/>
                          <a:cs typeface="Arial"/>
                        </a:rPr>
                        <a:t> </a:t>
                      </a:r>
                      <a:r>
                        <a:rPr sz="1400" b="1" spc="-5" dirty="0">
                          <a:solidFill>
                            <a:srgbClr val="335276"/>
                          </a:solidFill>
                          <a:latin typeface="Arial"/>
                          <a:cs typeface="Arial"/>
                        </a:rPr>
                        <a:t>sciences,</a:t>
                      </a:r>
                      <a:r>
                        <a:rPr sz="1400" b="1" spc="-30" dirty="0">
                          <a:solidFill>
                            <a:srgbClr val="335276"/>
                          </a:solidFill>
                          <a:latin typeface="Arial"/>
                          <a:cs typeface="Arial"/>
                        </a:rPr>
                        <a:t> </a:t>
                      </a:r>
                      <a:r>
                        <a:rPr sz="1400" b="1" dirty="0">
                          <a:solidFill>
                            <a:srgbClr val="335276"/>
                          </a:solidFill>
                          <a:latin typeface="Arial"/>
                          <a:cs typeface="Arial"/>
                        </a:rPr>
                        <a:t>and</a:t>
                      </a:r>
                      <a:r>
                        <a:rPr sz="1400" b="1" spc="5" dirty="0">
                          <a:solidFill>
                            <a:srgbClr val="335276"/>
                          </a:solidFill>
                          <a:latin typeface="Arial"/>
                          <a:cs typeface="Arial"/>
                        </a:rPr>
                        <a:t> </a:t>
                      </a:r>
                      <a:r>
                        <a:rPr sz="1400" b="1" spc="-5" dirty="0">
                          <a:solidFill>
                            <a:srgbClr val="335276"/>
                          </a:solidFill>
                          <a:latin typeface="Arial"/>
                          <a:cs typeface="Arial"/>
                        </a:rPr>
                        <a:t>engineering</a:t>
                      </a:r>
                      <a:r>
                        <a:rPr sz="1400" b="1" spc="-55" dirty="0">
                          <a:solidFill>
                            <a:srgbClr val="335276"/>
                          </a:solidFill>
                          <a:latin typeface="Arial"/>
                          <a:cs typeface="Arial"/>
                        </a:rPr>
                        <a:t> </a:t>
                      </a:r>
                      <a:r>
                        <a:rPr sz="1400" b="1" spc="-10" dirty="0">
                          <a:solidFill>
                            <a:srgbClr val="335276"/>
                          </a:solidFill>
                          <a:latin typeface="Arial"/>
                          <a:cs typeface="Arial"/>
                        </a:rPr>
                        <a:t>sciences.</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extLst>
                  <a:ext uri="{0D108BD9-81ED-4DB2-BD59-A6C34878D82A}">
                    <a16:rowId xmlns:a16="http://schemas.microsoft.com/office/drawing/2014/main" val="10004"/>
                  </a:ext>
                </a:extLst>
              </a:tr>
              <a:tr h="896518">
                <a:tc>
                  <a:txBody>
                    <a:bodyPr/>
                    <a:lstStyle/>
                    <a:p>
                      <a:pPr marL="39370" algn="ctr">
                        <a:lnSpc>
                          <a:spcPts val="1575"/>
                        </a:lnSpc>
                      </a:pPr>
                      <a:r>
                        <a:rPr sz="1400" b="1" dirty="0">
                          <a:solidFill>
                            <a:srgbClr val="335276"/>
                          </a:solidFill>
                          <a:latin typeface="Arial"/>
                          <a:cs typeface="Arial"/>
                        </a:rPr>
                        <a:t>3</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575"/>
                        </a:lnSpc>
                      </a:pPr>
                      <a:r>
                        <a:rPr sz="1400" b="1" spc="-5" dirty="0">
                          <a:solidFill>
                            <a:srgbClr val="335276"/>
                          </a:solidFill>
                          <a:latin typeface="Arial"/>
                          <a:cs typeface="Arial"/>
                        </a:rPr>
                        <a:t>PO3</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600"/>
                        </a:lnSpc>
                      </a:pPr>
                      <a:r>
                        <a:rPr sz="1400" b="1" spc="-10" dirty="0">
                          <a:solidFill>
                            <a:srgbClr val="335276"/>
                          </a:solidFill>
                          <a:latin typeface="Arial"/>
                          <a:cs typeface="Arial"/>
                        </a:rPr>
                        <a:t>Design/development</a:t>
                      </a:r>
                      <a:r>
                        <a:rPr sz="1400" b="1" spc="-40" dirty="0">
                          <a:solidFill>
                            <a:srgbClr val="335276"/>
                          </a:solidFill>
                          <a:latin typeface="Arial"/>
                          <a:cs typeface="Arial"/>
                        </a:rPr>
                        <a:t> </a:t>
                      </a:r>
                      <a:r>
                        <a:rPr sz="1400" b="1" spc="5" dirty="0">
                          <a:solidFill>
                            <a:srgbClr val="335276"/>
                          </a:solidFill>
                          <a:latin typeface="Arial"/>
                          <a:cs typeface="Arial"/>
                        </a:rPr>
                        <a:t>of</a:t>
                      </a:r>
                      <a:endParaRPr sz="1400">
                        <a:latin typeface="Arial"/>
                        <a:cs typeface="Arial"/>
                      </a:endParaRPr>
                    </a:p>
                    <a:p>
                      <a:pPr marL="36195">
                        <a:lnSpc>
                          <a:spcPct val="100000"/>
                        </a:lnSpc>
                        <a:spcBef>
                          <a:spcPts val="95"/>
                        </a:spcBef>
                      </a:pPr>
                      <a:r>
                        <a:rPr sz="1400" b="1" spc="-10" dirty="0">
                          <a:solidFill>
                            <a:srgbClr val="335276"/>
                          </a:solidFill>
                          <a:latin typeface="Arial"/>
                          <a:cs typeface="Arial"/>
                        </a:rPr>
                        <a:t>solutions</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9370">
                        <a:lnSpc>
                          <a:spcPts val="1600"/>
                        </a:lnSpc>
                      </a:pPr>
                      <a:r>
                        <a:rPr sz="1400" b="1" spc="-10" dirty="0">
                          <a:solidFill>
                            <a:srgbClr val="335276"/>
                          </a:solidFill>
                          <a:latin typeface="Arial"/>
                          <a:cs typeface="Arial"/>
                        </a:rPr>
                        <a:t>Design</a:t>
                      </a:r>
                      <a:r>
                        <a:rPr sz="1400" b="1" spc="15" dirty="0">
                          <a:solidFill>
                            <a:srgbClr val="335276"/>
                          </a:solidFill>
                          <a:latin typeface="Arial"/>
                          <a:cs typeface="Arial"/>
                        </a:rPr>
                        <a:t> </a:t>
                      </a:r>
                      <a:r>
                        <a:rPr sz="1400" b="1" spc="-5" dirty="0">
                          <a:solidFill>
                            <a:srgbClr val="335276"/>
                          </a:solidFill>
                          <a:latin typeface="Arial"/>
                          <a:cs typeface="Arial"/>
                        </a:rPr>
                        <a:t>solutions </a:t>
                      </a:r>
                      <a:r>
                        <a:rPr sz="1400" b="1" spc="-10" dirty="0">
                          <a:solidFill>
                            <a:srgbClr val="335276"/>
                          </a:solidFill>
                          <a:latin typeface="Arial"/>
                          <a:cs typeface="Arial"/>
                        </a:rPr>
                        <a:t>for</a:t>
                      </a:r>
                      <a:r>
                        <a:rPr sz="1400" b="1" spc="10" dirty="0">
                          <a:solidFill>
                            <a:srgbClr val="335276"/>
                          </a:solidFill>
                          <a:latin typeface="Arial"/>
                          <a:cs typeface="Arial"/>
                        </a:rPr>
                        <a:t> </a:t>
                      </a:r>
                      <a:r>
                        <a:rPr sz="1400" b="1" spc="-5" dirty="0">
                          <a:solidFill>
                            <a:srgbClr val="335276"/>
                          </a:solidFill>
                          <a:latin typeface="Arial"/>
                          <a:cs typeface="Arial"/>
                        </a:rPr>
                        <a:t>complex engineering</a:t>
                      </a:r>
                      <a:r>
                        <a:rPr sz="1400" b="1" spc="-10" dirty="0">
                          <a:solidFill>
                            <a:srgbClr val="335276"/>
                          </a:solidFill>
                          <a:latin typeface="Arial"/>
                          <a:cs typeface="Arial"/>
                        </a:rPr>
                        <a:t> </a:t>
                      </a:r>
                      <a:r>
                        <a:rPr sz="1400" b="1" spc="-5" dirty="0">
                          <a:solidFill>
                            <a:srgbClr val="335276"/>
                          </a:solidFill>
                          <a:latin typeface="Arial"/>
                          <a:cs typeface="Arial"/>
                        </a:rPr>
                        <a:t>problems</a:t>
                      </a:r>
                      <a:r>
                        <a:rPr sz="1400" b="1" spc="20" dirty="0">
                          <a:solidFill>
                            <a:srgbClr val="335276"/>
                          </a:solidFill>
                          <a:latin typeface="Arial"/>
                          <a:cs typeface="Arial"/>
                        </a:rPr>
                        <a:t> </a:t>
                      </a:r>
                      <a:r>
                        <a:rPr sz="1400" b="1" spc="-10" dirty="0">
                          <a:solidFill>
                            <a:srgbClr val="335276"/>
                          </a:solidFill>
                          <a:latin typeface="Arial"/>
                          <a:cs typeface="Arial"/>
                        </a:rPr>
                        <a:t>and</a:t>
                      </a:r>
                      <a:r>
                        <a:rPr sz="1400" b="1" spc="10" dirty="0">
                          <a:solidFill>
                            <a:srgbClr val="335276"/>
                          </a:solidFill>
                          <a:latin typeface="Arial"/>
                          <a:cs typeface="Arial"/>
                        </a:rPr>
                        <a:t> </a:t>
                      </a:r>
                      <a:r>
                        <a:rPr sz="1400" b="1" dirty="0">
                          <a:solidFill>
                            <a:srgbClr val="335276"/>
                          </a:solidFill>
                          <a:latin typeface="Arial"/>
                          <a:cs typeface="Arial"/>
                        </a:rPr>
                        <a:t>design</a:t>
                      </a:r>
                      <a:r>
                        <a:rPr sz="1400" b="1" spc="15" dirty="0">
                          <a:solidFill>
                            <a:srgbClr val="335276"/>
                          </a:solidFill>
                          <a:latin typeface="Arial"/>
                          <a:cs typeface="Arial"/>
                        </a:rPr>
                        <a:t> </a:t>
                      </a:r>
                      <a:r>
                        <a:rPr sz="1400" b="1" spc="-10" dirty="0">
                          <a:solidFill>
                            <a:srgbClr val="335276"/>
                          </a:solidFill>
                          <a:latin typeface="Arial"/>
                          <a:cs typeface="Arial"/>
                        </a:rPr>
                        <a:t>system</a:t>
                      </a:r>
                      <a:endParaRPr sz="1400">
                        <a:latin typeface="Arial"/>
                        <a:cs typeface="Arial"/>
                      </a:endParaRPr>
                    </a:p>
                    <a:p>
                      <a:pPr marL="39370" marR="341630">
                        <a:lnSpc>
                          <a:spcPct val="105100"/>
                        </a:lnSpc>
                        <a:spcBef>
                          <a:spcPts val="10"/>
                        </a:spcBef>
                      </a:pPr>
                      <a:r>
                        <a:rPr sz="1400" b="1" spc="-5" dirty="0">
                          <a:solidFill>
                            <a:srgbClr val="335276"/>
                          </a:solidFill>
                          <a:latin typeface="Arial"/>
                          <a:cs typeface="Arial"/>
                        </a:rPr>
                        <a:t>components</a:t>
                      </a:r>
                      <a:r>
                        <a:rPr sz="1400" b="1" spc="10" dirty="0">
                          <a:solidFill>
                            <a:srgbClr val="335276"/>
                          </a:solidFill>
                          <a:latin typeface="Arial"/>
                          <a:cs typeface="Arial"/>
                        </a:rPr>
                        <a:t> </a:t>
                      </a:r>
                      <a:r>
                        <a:rPr sz="1400" b="1" spc="-15" dirty="0">
                          <a:solidFill>
                            <a:srgbClr val="335276"/>
                          </a:solidFill>
                          <a:latin typeface="Arial"/>
                          <a:cs typeface="Arial"/>
                        </a:rPr>
                        <a:t>or</a:t>
                      </a:r>
                      <a:r>
                        <a:rPr sz="1400" b="1" spc="5" dirty="0">
                          <a:solidFill>
                            <a:srgbClr val="335276"/>
                          </a:solidFill>
                          <a:latin typeface="Arial"/>
                          <a:cs typeface="Arial"/>
                        </a:rPr>
                        <a:t> </a:t>
                      </a:r>
                      <a:r>
                        <a:rPr sz="1400" b="1" spc="-5" dirty="0">
                          <a:solidFill>
                            <a:srgbClr val="335276"/>
                          </a:solidFill>
                          <a:latin typeface="Arial"/>
                          <a:cs typeface="Arial"/>
                        </a:rPr>
                        <a:t>processes</a:t>
                      </a:r>
                      <a:r>
                        <a:rPr sz="1400" b="1" spc="10" dirty="0">
                          <a:solidFill>
                            <a:srgbClr val="335276"/>
                          </a:solidFill>
                          <a:latin typeface="Arial"/>
                          <a:cs typeface="Arial"/>
                        </a:rPr>
                        <a:t> </a:t>
                      </a:r>
                      <a:r>
                        <a:rPr sz="1400" b="1" spc="-10" dirty="0">
                          <a:solidFill>
                            <a:srgbClr val="335276"/>
                          </a:solidFill>
                          <a:latin typeface="Arial"/>
                          <a:cs typeface="Arial"/>
                        </a:rPr>
                        <a:t>that </a:t>
                      </a:r>
                      <a:r>
                        <a:rPr sz="1400" b="1" dirty="0">
                          <a:solidFill>
                            <a:srgbClr val="335276"/>
                          </a:solidFill>
                          <a:latin typeface="Arial"/>
                          <a:cs typeface="Arial"/>
                        </a:rPr>
                        <a:t>meet</a:t>
                      </a:r>
                      <a:r>
                        <a:rPr sz="1400" b="1" spc="10" dirty="0">
                          <a:solidFill>
                            <a:srgbClr val="335276"/>
                          </a:solidFill>
                          <a:latin typeface="Arial"/>
                          <a:cs typeface="Arial"/>
                        </a:rPr>
                        <a:t> </a:t>
                      </a:r>
                      <a:r>
                        <a:rPr sz="1400" b="1" spc="-15" dirty="0">
                          <a:solidFill>
                            <a:srgbClr val="335276"/>
                          </a:solidFill>
                          <a:latin typeface="Arial"/>
                          <a:cs typeface="Arial"/>
                        </a:rPr>
                        <a:t>the</a:t>
                      </a:r>
                      <a:r>
                        <a:rPr sz="1400" b="1" spc="10" dirty="0">
                          <a:solidFill>
                            <a:srgbClr val="335276"/>
                          </a:solidFill>
                          <a:latin typeface="Arial"/>
                          <a:cs typeface="Arial"/>
                        </a:rPr>
                        <a:t> </a:t>
                      </a:r>
                      <a:r>
                        <a:rPr sz="1400" b="1" spc="-5" dirty="0">
                          <a:solidFill>
                            <a:srgbClr val="335276"/>
                          </a:solidFill>
                          <a:latin typeface="Arial"/>
                          <a:cs typeface="Arial"/>
                        </a:rPr>
                        <a:t>specified</a:t>
                      </a:r>
                      <a:r>
                        <a:rPr sz="1400" b="1" spc="-15" dirty="0">
                          <a:solidFill>
                            <a:srgbClr val="335276"/>
                          </a:solidFill>
                          <a:latin typeface="Arial"/>
                          <a:cs typeface="Arial"/>
                        </a:rPr>
                        <a:t> </a:t>
                      </a:r>
                      <a:r>
                        <a:rPr sz="1400" b="1" spc="-10" dirty="0">
                          <a:solidFill>
                            <a:srgbClr val="335276"/>
                          </a:solidFill>
                          <a:latin typeface="Arial"/>
                          <a:cs typeface="Arial"/>
                        </a:rPr>
                        <a:t>needs</a:t>
                      </a:r>
                      <a:r>
                        <a:rPr sz="1400" b="1" spc="10" dirty="0">
                          <a:solidFill>
                            <a:srgbClr val="335276"/>
                          </a:solidFill>
                          <a:latin typeface="Arial"/>
                          <a:cs typeface="Arial"/>
                        </a:rPr>
                        <a:t> </a:t>
                      </a:r>
                      <a:r>
                        <a:rPr sz="1400" b="1" spc="-5" dirty="0">
                          <a:solidFill>
                            <a:srgbClr val="335276"/>
                          </a:solidFill>
                          <a:latin typeface="Arial"/>
                          <a:cs typeface="Arial"/>
                        </a:rPr>
                        <a:t>with</a:t>
                      </a:r>
                      <a:r>
                        <a:rPr sz="1400" b="1" spc="5" dirty="0">
                          <a:solidFill>
                            <a:srgbClr val="335276"/>
                          </a:solidFill>
                          <a:latin typeface="Arial"/>
                          <a:cs typeface="Arial"/>
                        </a:rPr>
                        <a:t> </a:t>
                      </a:r>
                      <a:r>
                        <a:rPr sz="1400" b="1" spc="-5" dirty="0">
                          <a:solidFill>
                            <a:srgbClr val="335276"/>
                          </a:solidFill>
                          <a:latin typeface="Arial"/>
                          <a:cs typeface="Arial"/>
                        </a:rPr>
                        <a:t>appropriate </a:t>
                      </a:r>
                      <a:r>
                        <a:rPr sz="1400" b="1" dirty="0">
                          <a:solidFill>
                            <a:srgbClr val="335276"/>
                          </a:solidFill>
                          <a:latin typeface="Arial"/>
                          <a:cs typeface="Arial"/>
                        </a:rPr>
                        <a:t> </a:t>
                      </a:r>
                      <a:r>
                        <a:rPr sz="1400" b="1" spc="-10" dirty="0">
                          <a:solidFill>
                            <a:srgbClr val="335276"/>
                          </a:solidFill>
                          <a:latin typeface="Arial"/>
                          <a:cs typeface="Arial"/>
                        </a:rPr>
                        <a:t>consideration</a:t>
                      </a:r>
                      <a:r>
                        <a:rPr sz="1400" b="1" spc="-80" dirty="0">
                          <a:solidFill>
                            <a:srgbClr val="335276"/>
                          </a:solidFill>
                          <a:latin typeface="Arial"/>
                          <a:cs typeface="Arial"/>
                        </a:rPr>
                        <a:t> </a:t>
                      </a:r>
                      <a:r>
                        <a:rPr sz="1400" b="1" spc="-5" dirty="0">
                          <a:solidFill>
                            <a:srgbClr val="335276"/>
                          </a:solidFill>
                          <a:latin typeface="Arial"/>
                          <a:cs typeface="Arial"/>
                        </a:rPr>
                        <a:t>for</a:t>
                      </a:r>
                      <a:r>
                        <a:rPr sz="1400" b="1" spc="-45" dirty="0">
                          <a:solidFill>
                            <a:srgbClr val="335276"/>
                          </a:solidFill>
                          <a:latin typeface="Arial"/>
                          <a:cs typeface="Arial"/>
                        </a:rPr>
                        <a:t> </a:t>
                      </a:r>
                      <a:r>
                        <a:rPr sz="1400" b="1" spc="-5" dirty="0">
                          <a:solidFill>
                            <a:srgbClr val="335276"/>
                          </a:solidFill>
                          <a:latin typeface="Arial"/>
                          <a:cs typeface="Arial"/>
                        </a:rPr>
                        <a:t>the</a:t>
                      </a:r>
                      <a:r>
                        <a:rPr sz="1400" b="1" spc="-35" dirty="0">
                          <a:solidFill>
                            <a:srgbClr val="335276"/>
                          </a:solidFill>
                          <a:latin typeface="Arial"/>
                          <a:cs typeface="Arial"/>
                        </a:rPr>
                        <a:t> </a:t>
                      </a:r>
                      <a:r>
                        <a:rPr sz="1400" b="1" spc="-5" dirty="0">
                          <a:solidFill>
                            <a:srgbClr val="335276"/>
                          </a:solidFill>
                          <a:latin typeface="Arial"/>
                          <a:cs typeface="Arial"/>
                        </a:rPr>
                        <a:t>public</a:t>
                      </a:r>
                      <a:r>
                        <a:rPr sz="1400" b="1" spc="-55" dirty="0">
                          <a:solidFill>
                            <a:srgbClr val="335276"/>
                          </a:solidFill>
                          <a:latin typeface="Arial"/>
                          <a:cs typeface="Arial"/>
                        </a:rPr>
                        <a:t> </a:t>
                      </a:r>
                      <a:r>
                        <a:rPr sz="1400" b="1" spc="-5" dirty="0">
                          <a:solidFill>
                            <a:srgbClr val="335276"/>
                          </a:solidFill>
                          <a:latin typeface="Arial"/>
                          <a:cs typeface="Arial"/>
                        </a:rPr>
                        <a:t>health</a:t>
                      </a:r>
                      <a:r>
                        <a:rPr sz="1400" b="1" spc="-80" dirty="0">
                          <a:solidFill>
                            <a:srgbClr val="335276"/>
                          </a:solidFill>
                          <a:latin typeface="Arial"/>
                          <a:cs typeface="Arial"/>
                        </a:rPr>
                        <a:t> </a:t>
                      </a:r>
                      <a:r>
                        <a:rPr sz="1400" b="1" spc="-5" dirty="0">
                          <a:solidFill>
                            <a:srgbClr val="335276"/>
                          </a:solidFill>
                          <a:latin typeface="Arial"/>
                          <a:cs typeface="Arial"/>
                        </a:rPr>
                        <a:t>and</a:t>
                      </a:r>
                      <a:r>
                        <a:rPr sz="1400" b="1" spc="-40" dirty="0">
                          <a:solidFill>
                            <a:srgbClr val="335276"/>
                          </a:solidFill>
                          <a:latin typeface="Arial"/>
                          <a:cs typeface="Arial"/>
                        </a:rPr>
                        <a:t> </a:t>
                      </a:r>
                      <a:r>
                        <a:rPr sz="1400" b="1" spc="-10" dirty="0">
                          <a:solidFill>
                            <a:srgbClr val="335276"/>
                          </a:solidFill>
                          <a:latin typeface="Arial"/>
                          <a:cs typeface="Arial"/>
                        </a:rPr>
                        <a:t>safety,</a:t>
                      </a:r>
                      <a:r>
                        <a:rPr sz="1400" b="1" spc="-5" dirty="0">
                          <a:solidFill>
                            <a:srgbClr val="335276"/>
                          </a:solidFill>
                          <a:latin typeface="Arial"/>
                          <a:cs typeface="Arial"/>
                        </a:rPr>
                        <a:t> and</a:t>
                      </a:r>
                      <a:r>
                        <a:rPr sz="1400" b="1" spc="-40" dirty="0">
                          <a:solidFill>
                            <a:srgbClr val="335276"/>
                          </a:solidFill>
                          <a:latin typeface="Arial"/>
                          <a:cs typeface="Arial"/>
                        </a:rPr>
                        <a:t> </a:t>
                      </a:r>
                      <a:r>
                        <a:rPr sz="1400" b="1" spc="-5" dirty="0">
                          <a:solidFill>
                            <a:srgbClr val="335276"/>
                          </a:solidFill>
                          <a:latin typeface="Arial"/>
                          <a:cs typeface="Arial"/>
                        </a:rPr>
                        <a:t>the</a:t>
                      </a:r>
                      <a:r>
                        <a:rPr sz="1400" b="1" spc="-55" dirty="0">
                          <a:solidFill>
                            <a:srgbClr val="335276"/>
                          </a:solidFill>
                          <a:latin typeface="Arial"/>
                          <a:cs typeface="Arial"/>
                        </a:rPr>
                        <a:t> </a:t>
                      </a:r>
                      <a:r>
                        <a:rPr sz="1400" b="1" spc="-5" dirty="0">
                          <a:solidFill>
                            <a:srgbClr val="335276"/>
                          </a:solidFill>
                          <a:latin typeface="Arial"/>
                          <a:cs typeface="Arial"/>
                        </a:rPr>
                        <a:t>cultural,</a:t>
                      </a:r>
                      <a:r>
                        <a:rPr sz="1400" b="1" spc="-55" dirty="0">
                          <a:solidFill>
                            <a:srgbClr val="335276"/>
                          </a:solidFill>
                          <a:latin typeface="Arial"/>
                          <a:cs typeface="Arial"/>
                        </a:rPr>
                        <a:t> </a:t>
                      </a:r>
                      <a:r>
                        <a:rPr sz="1400" b="1" spc="-5" dirty="0">
                          <a:solidFill>
                            <a:srgbClr val="335276"/>
                          </a:solidFill>
                          <a:latin typeface="Arial"/>
                          <a:cs typeface="Arial"/>
                        </a:rPr>
                        <a:t>societal,</a:t>
                      </a:r>
                      <a:r>
                        <a:rPr sz="1400" b="1" spc="-55" dirty="0">
                          <a:solidFill>
                            <a:srgbClr val="335276"/>
                          </a:solidFill>
                          <a:latin typeface="Arial"/>
                          <a:cs typeface="Arial"/>
                        </a:rPr>
                        <a:t> </a:t>
                      </a:r>
                      <a:r>
                        <a:rPr sz="1400" b="1" spc="-5" dirty="0">
                          <a:solidFill>
                            <a:srgbClr val="335276"/>
                          </a:solidFill>
                          <a:latin typeface="Arial"/>
                          <a:cs typeface="Arial"/>
                        </a:rPr>
                        <a:t>and </a:t>
                      </a:r>
                      <a:r>
                        <a:rPr sz="1400" b="1" spc="-375" dirty="0">
                          <a:solidFill>
                            <a:srgbClr val="335276"/>
                          </a:solidFill>
                          <a:latin typeface="Arial"/>
                          <a:cs typeface="Arial"/>
                        </a:rPr>
                        <a:t> </a:t>
                      </a:r>
                      <a:r>
                        <a:rPr sz="1400" b="1" spc="-45" dirty="0">
                          <a:solidFill>
                            <a:srgbClr val="335276"/>
                          </a:solidFill>
                          <a:latin typeface="Arial"/>
                          <a:cs typeface="Arial"/>
                        </a:rPr>
                        <a:t>environmental</a:t>
                      </a:r>
                      <a:r>
                        <a:rPr sz="1400" b="1" spc="20" dirty="0">
                          <a:solidFill>
                            <a:srgbClr val="335276"/>
                          </a:solidFill>
                          <a:latin typeface="Arial"/>
                          <a:cs typeface="Arial"/>
                        </a:rPr>
                        <a:t> </a:t>
                      </a:r>
                      <a:r>
                        <a:rPr sz="1400" b="1" spc="-40" dirty="0">
                          <a:solidFill>
                            <a:srgbClr val="335276"/>
                          </a:solidFill>
                          <a:latin typeface="Arial"/>
                          <a:cs typeface="Arial"/>
                        </a:rPr>
                        <a:t>considerations.</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extLst>
                  <a:ext uri="{0D108BD9-81ED-4DB2-BD59-A6C34878D82A}">
                    <a16:rowId xmlns:a16="http://schemas.microsoft.com/office/drawing/2014/main" val="10005"/>
                  </a:ext>
                </a:extLst>
              </a:tr>
              <a:tr h="722629">
                <a:tc>
                  <a:txBody>
                    <a:bodyPr/>
                    <a:lstStyle/>
                    <a:p>
                      <a:pPr marL="39370" algn="ctr">
                        <a:lnSpc>
                          <a:spcPts val="1575"/>
                        </a:lnSpc>
                      </a:pPr>
                      <a:r>
                        <a:rPr sz="1400" b="1" dirty="0">
                          <a:solidFill>
                            <a:srgbClr val="335276"/>
                          </a:solidFill>
                          <a:latin typeface="Arial"/>
                          <a:cs typeface="Arial"/>
                        </a:rPr>
                        <a:t>4</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575"/>
                        </a:lnSpc>
                      </a:pPr>
                      <a:r>
                        <a:rPr sz="1400" b="1" spc="-5" dirty="0">
                          <a:solidFill>
                            <a:srgbClr val="335276"/>
                          </a:solidFill>
                          <a:latin typeface="Arial"/>
                          <a:cs typeface="Arial"/>
                        </a:rPr>
                        <a:t>PO4</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600"/>
                        </a:lnSpc>
                      </a:pPr>
                      <a:r>
                        <a:rPr sz="1400" b="1" dirty="0">
                          <a:solidFill>
                            <a:srgbClr val="335276"/>
                          </a:solidFill>
                          <a:latin typeface="Arial"/>
                          <a:cs typeface="Arial"/>
                        </a:rPr>
                        <a:t>C</a:t>
                      </a:r>
                      <a:r>
                        <a:rPr sz="1400" b="1" spc="-10" dirty="0">
                          <a:solidFill>
                            <a:srgbClr val="335276"/>
                          </a:solidFill>
                          <a:latin typeface="Arial"/>
                          <a:cs typeface="Arial"/>
                        </a:rPr>
                        <a:t>o</a:t>
                      </a:r>
                      <a:r>
                        <a:rPr sz="1400" b="1" spc="10" dirty="0">
                          <a:solidFill>
                            <a:srgbClr val="335276"/>
                          </a:solidFill>
                          <a:latin typeface="Arial"/>
                          <a:cs typeface="Arial"/>
                        </a:rPr>
                        <a:t>nd</a:t>
                      </a:r>
                      <a:r>
                        <a:rPr sz="1400" b="1" spc="-15" dirty="0">
                          <a:solidFill>
                            <a:srgbClr val="335276"/>
                          </a:solidFill>
                          <a:latin typeface="Arial"/>
                          <a:cs typeface="Arial"/>
                        </a:rPr>
                        <a:t>u</a:t>
                      </a:r>
                      <a:r>
                        <a:rPr sz="1400" b="1" spc="-10" dirty="0">
                          <a:solidFill>
                            <a:srgbClr val="335276"/>
                          </a:solidFill>
                          <a:latin typeface="Arial"/>
                          <a:cs typeface="Arial"/>
                        </a:rPr>
                        <a:t>c</a:t>
                      </a:r>
                      <a:r>
                        <a:rPr sz="1400" b="1" dirty="0">
                          <a:solidFill>
                            <a:srgbClr val="335276"/>
                          </a:solidFill>
                          <a:latin typeface="Arial"/>
                          <a:cs typeface="Arial"/>
                        </a:rPr>
                        <a:t>t</a:t>
                      </a:r>
                      <a:r>
                        <a:rPr sz="1400" b="1" spc="-85" dirty="0">
                          <a:solidFill>
                            <a:srgbClr val="335276"/>
                          </a:solidFill>
                          <a:latin typeface="Arial"/>
                          <a:cs typeface="Arial"/>
                        </a:rPr>
                        <a:t> </a:t>
                      </a:r>
                      <a:r>
                        <a:rPr sz="1400" b="1" spc="15" dirty="0">
                          <a:solidFill>
                            <a:srgbClr val="335276"/>
                          </a:solidFill>
                          <a:latin typeface="Arial"/>
                          <a:cs typeface="Arial"/>
                        </a:rPr>
                        <a:t>i</a:t>
                      </a:r>
                      <a:r>
                        <a:rPr sz="1400" b="1" spc="10" dirty="0">
                          <a:solidFill>
                            <a:srgbClr val="335276"/>
                          </a:solidFill>
                          <a:latin typeface="Arial"/>
                          <a:cs typeface="Arial"/>
                        </a:rPr>
                        <a:t>n</a:t>
                      </a:r>
                      <a:r>
                        <a:rPr sz="1400" b="1" spc="-35" dirty="0">
                          <a:solidFill>
                            <a:srgbClr val="335276"/>
                          </a:solidFill>
                          <a:latin typeface="Arial"/>
                          <a:cs typeface="Arial"/>
                        </a:rPr>
                        <a:t>v</a:t>
                      </a:r>
                      <a:r>
                        <a:rPr sz="1400" b="1" spc="15" dirty="0">
                          <a:solidFill>
                            <a:srgbClr val="335276"/>
                          </a:solidFill>
                          <a:latin typeface="Arial"/>
                          <a:cs typeface="Arial"/>
                        </a:rPr>
                        <a:t>e</a:t>
                      </a:r>
                      <a:r>
                        <a:rPr sz="1400" b="1" spc="-10" dirty="0">
                          <a:solidFill>
                            <a:srgbClr val="335276"/>
                          </a:solidFill>
                          <a:latin typeface="Arial"/>
                          <a:cs typeface="Arial"/>
                        </a:rPr>
                        <a:t>s</a:t>
                      </a:r>
                      <a:r>
                        <a:rPr sz="1400" b="1" spc="15" dirty="0">
                          <a:solidFill>
                            <a:srgbClr val="335276"/>
                          </a:solidFill>
                          <a:latin typeface="Arial"/>
                          <a:cs typeface="Arial"/>
                        </a:rPr>
                        <a:t>t</a:t>
                      </a:r>
                      <a:r>
                        <a:rPr sz="1400" b="1" dirty="0">
                          <a:solidFill>
                            <a:srgbClr val="335276"/>
                          </a:solidFill>
                          <a:latin typeface="Arial"/>
                          <a:cs typeface="Arial"/>
                        </a:rPr>
                        <a:t>i</a:t>
                      </a:r>
                      <a:r>
                        <a:rPr sz="1400" b="1" spc="5" dirty="0">
                          <a:solidFill>
                            <a:srgbClr val="335276"/>
                          </a:solidFill>
                          <a:latin typeface="Arial"/>
                          <a:cs typeface="Arial"/>
                        </a:rPr>
                        <a:t>g</a:t>
                      </a:r>
                      <a:r>
                        <a:rPr sz="1400" b="1" spc="-10" dirty="0">
                          <a:solidFill>
                            <a:srgbClr val="335276"/>
                          </a:solidFill>
                          <a:latin typeface="Arial"/>
                          <a:cs typeface="Arial"/>
                        </a:rPr>
                        <a:t>at</a:t>
                      </a:r>
                      <a:r>
                        <a:rPr sz="1400" b="1" spc="15" dirty="0">
                          <a:solidFill>
                            <a:srgbClr val="335276"/>
                          </a:solidFill>
                          <a:latin typeface="Arial"/>
                          <a:cs typeface="Arial"/>
                        </a:rPr>
                        <a:t>i</a:t>
                      </a:r>
                      <a:r>
                        <a:rPr sz="1400" b="1" spc="-15" dirty="0">
                          <a:solidFill>
                            <a:srgbClr val="335276"/>
                          </a:solidFill>
                          <a:latin typeface="Arial"/>
                          <a:cs typeface="Arial"/>
                        </a:rPr>
                        <a:t>o</a:t>
                      </a:r>
                      <a:r>
                        <a:rPr sz="1400" b="1" spc="10" dirty="0">
                          <a:solidFill>
                            <a:srgbClr val="335276"/>
                          </a:solidFill>
                          <a:latin typeface="Arial"/>
                          <a:cs typeface="Arial"/>
                        </a:rPr>
                        <a:t>n</a:t>
                      </a:r>
                      <a:r>
                        <a:rPr sz="1400" b="1" dirty="0">
                          <a:solidFill>
                            <a:srgbClr val="335276"/>
                          </a:solidFill>
                          <a:latin typeface="Arial"/>
                          <a:cs typeface="Arial"/>
                        </a:rPr>
                        <a:t>s</a:t>
                      </a:r>
                      <a:r>
                        <a:rPr sz="1400" b="1" spc="-75" dirty="0">
                          <a:solidFill>
                            <a:srgbClr val="335276"/>
                          </a:solidFill>
                          <a:latin typeface="Arial"/>
                          <a:cs typeface="Arial"/>
                        </a:rPr>
                        <a:t> </a:t>
                      </a:r>
                      <a:r>
                        <a:rPr sz="1400" b="1" spc="-15" dirty="0">
                          <a:solidFill>
                            <a:srgbClr val="335276"/>
                          </a:solidFill>
                          <a:latin typeface="Arial"/>
                          <a:cs typeface="Arial"/>
                        </a:rPr>
                        <a:t>of</a:t>
                      </a:r>
                      <a:endParaRPr sz="1400">
                        <a:latin typeface="Arial"/>
                        <a:cs typeface="Arial"/>
                      </a:endParaRPr>
                    </a:p>
                    <a:p>
                      <a:pPr marL="36195">
                        <a:lnSpc>
                          <a:spcPct val="100000"/>
                        </a:lnSpc>
                        <a:spcBef>
                          <a:spcPts val="95"/>
                        </a:spcBef>
                      </a:pPr>
                      <a:r>
                        <a:rPr sz="1400" b="1" spc="-5" dirty="0">
                          <a:solidFill>
                            <a:srgbClr val="335276"/>
                          </a:solidFill>
                          <a:latin typeface="Arial"/>
                          <a:cs typeface="Arial"/>
                        </a:rPr>
                        <a:t>complex</a:t>
                      </a:r>
                      <a:r>
                        <a:rPr sz="1400" b="1" spc="-60" dirty="0">
                          <a:solidFill>
                            <a:srgbClr val="335276"/>
                          </a:solidFill>
                          <a:latin typeface="Arial"/>
                          <a:cs typeface="Arial"/>
                        </a:rPr>
                        <a:t> </a:t>
                      </a:r>
                      <a:r>
                        <a:rPr sz="1400" b="1" spc="-10" dirty="0">
                          <a:solidFill>
                            <a:srgbClr val="335276"/>
                          </a:solidFill>
                          <a:latin typeface="Arial"/>
                          <a:cs typeface="Arial"/>
                        </a:rPr>
                        <a:t>problems</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9370">
                        <a:lnSpc>
                          <a:spcPts val="1600"/>
                        </a:lnSpc>
                      </a:pPr>
                      <a:r>
                        <a:rPr sz="1400" b="1" spc="-10" dirty="0">
                          <a:solidFill>
                            <a:srgbClr val="335276"/>
                          </a:solidFill>
                          <a:latin typeface="Arial"/>
                          <a:cs typeface="Arial"/>
                        </a:rPr>
                        <a:t>Use</a:t>
                      </a:r>
                      <a:r>
                        <a:rPr sz="1400" b="1" spc="-65" dirty="0">
                          <a:solidFill>
                            <a:srgbClr val="335276"/>
                          </a:solidFill>
                          <a:latin typeface="Arial"/>
                          <a:cs typeface="Arial"/>
                        </a:rPr>
                        <a:t> </a:t>
                      </a:r>
                      <a:r>
                        <a:rPr sz="1400" b="1" spc="-5" dirty="0">
                          <a:solidFill>
                            <a:srgbClr val="335276"/>
                          </a:solidFill>
                          <a:latin typeface="Arial"/>
                          <a:cs typeface="Arial"/>
                        </a:rPr>
                        <a:t>research-based</a:t>
                      </a:r>
                      <a:r>
                        <a:rPr sz="1400" b="1" spc="-60" dirty="0">
                          <a:solidFill>
                            <a:srgbClr val="335276"/>
                          </a:solidFill>
                          <a:latin typeface="Arial"/>
                          <a:cs typeface="Arial"/>
                        </a:rPr>
                        <a:t> </a:t>
                      </a:r>
                      <a:r>
                        <a:rPr sz="1400" b="1" spc="-5" dirty="0">
                          <a:solidFill>
                            <a:srgbClr val="335276"/>
                          </a:solidFill>
                          <a:latin typeface="Arial"/>
                          <a:cs typeface="Arial"/>
                        </a:rPr>
                        <a:t>knowledge</a:t>
                      </a:r>
                      <a:r>
                        <a:rPr sz="1400" b="1" spc="-55" dirty="0">
                          <a:solidFill>
                            <a:srgbClr val="335276"/>
                          </a:solidFill>
                          <a:latin typeface="Arial"/>
                          <a:cs typeface="Arial"/>
                        </a:rPr>
                        <a:t> </a:t>
                      </a:r>
                      <a:r>
                        <a:rPr sz="1400" b="1" spc="-5" dirty="0">
                          <a:solidFill>
                            <a:srgbClr val="335276"/>
                          </a:solidFill>
                          <a:latin typeface="Arial"/>
                          <a:cs typeface="Arial"/>
                        </a:rPr>
                        <a:t>and</a:t>
                      </a:r>
                      <a:r>
                        <a:rPr sz="1400" b="1" spc="-60" dirty="0">
                          <a:solidFill>
                            <a:srgbClr val="335276"/>
                          </a:solidFill>
                          <a:latin typeface="Arial"/>
                          <a:cs typeface="Arial"/>
                        </a:rPr>
                        <a:t> </a:t>
                      </a:r>
                      <a:r>
                        <a:rPr sz="1400" b="1" dirty="0">
                          <a:solidFill>
                            <a:srgbClr val="335276"/>
                          </a:solidFill>
                          <a:latin typeface="Arial"/>
                          <a:cs typeface="Arial"/>
                        </a:rPr>
                        <a:t>research</a:t>
                      </a:r>
                      <a:r>
                        <a:rPr sz="1400" b="1" spc="-85" dirty="0">
                          <a:solidFill>
                            <a:srgbClr val="335276"/>
                          </a:solidFill>
                          <a:latin typeface="Arial"/>
                          <a:cs typeface="Arial"/>
                        </a:rPr>
                        <a:t> </a:t>
                      </a:r>
                      <a:r>
                        <a:rPr sz="1400" b="1" spc="-5" dirty="0">
                          <a:solidFill>
                            <a:srgbClr val="335276"/>
                          </a:solidFill>
                          <a:latin typeface="Arial"/>
                          <a:cs typeface="Arial"/>
                        </a:rPr>
                        <a:t>methods</a:t>
                      </a:r>
                      <a:r>
                        <a:rPr sz="1400" b="1" spc="-75" dirty="0">
                          <a:solidFill>
                            <a:srgbClr val="335276"/>
                          </a:solidFill>
                          <a:latin typeface="Arial"/>
                          <a:cs typeface="Arial"/>
                        </a:rPr>
                        <a:t> </a:t>
                      </a:r>
                      <a:r>
                        <a:rPr sz="1400" b="1" spc="-5" dirty="0">
                          <a:solidFill>
                            <a:srgbClr val="335276"/>
                          </a:solidFill>
                          <a:latin typeface="Arial"/>
                          <a:cs typeface="Arial"/>
                        </a:rPr>
                        <a:t>including</a:t>
                      </a:r>
                      <a:r>
                        <a:rPr sz="1400" b="1" spc="-55" dirty="0">
                          <a:solidFill>
                            <a:srgbClr val="335276"/>
                          </a:solidFill>
                          <a:latin typeface="Arial"/>
                          <a:cs typeface="Arial"/>
                        </a:rPr>
                        <a:t> </a:t>
                      </a:r>
                      <a:r>
                        <a:rPr sz="1400" b="1" spc="-5" dirty="0">
                          <a:solidFill>
                            <a:srgbClr val="335276"/>
                          </a:solidFill>
                          <a:latin typeface="Arial"/>
                          <a:cs typeface="Arial"/>
                        </a:rPr>
                        <a:t>design</a:t>
                      </a:r>
                      <a:r>
                        <a:rPr sz="1400" b="1" spc="-65" dirty="0">
                          <a:solidFill>
                            <a:srgbClr val="335276"/>
                          </a:solidFill>
                          <a:latin typeface="Arial"/>
                          <a:cs typeface="Arial"/>
                        </a:rPr>
                        <a:t> </a:t>
                      </a:r>
                      <a:r>
                        <a:rPr sz="1400" b="1" spc="5" dirty="0">
                          <a:solidFill>
                            <a:srgbClr val="335276"/>
                          </a:solidFill>
                          <a:latin typeface="Arial"/>
                          <a:cs typeface="Arial"/>
                        </a:rPr>
                        <a:t>of</a:t>
                      </a:r>
                      <a:endParaRPr sz="1400" dirty="0">
                        <a:latin typeface="Arial"/>
                        <a:cs typeface="Arial"/>
                      </a:endParaRPr>
                    </a:p>
                    <a:p>
                      <a:pPr marL="39370" marR="845185">
                        <a:lnSpc>
                          <a:spcPts val="1800"/>
                        </a:lnSpc>
                        <a:spcBef>
                          <a:spcPts val="55"/>
                        </a:spcBef>
                      </a:pPr>
                      <a:r>
                        <a:rPr sz="1400" b="1" spc="-5" dirty="0">
                          <a:solidFill>
                            <a:srgbClr val="335276"/>
                          </a:solidFill>
                          <a:latin typeface="Arial"/>
                          <a:cs typeface="Arial"/>
                        </a:rPr>
                        <a:t>experiments,</a:t>
                      </a:r>
                      <a:r>
                        <a:rPr sz="1400" b="1" spc="-15" dirty="0">
                          <a:solidFill>
                            <a:srgbClr val="335276"/>
                          </a:solidFill>
                          <a:latin typeface="Arial"/>
                          <a:cs typeface="Arial"/>
                        </a:rPr>
                        <a:t> </a:t>
                      </a:r>
                      <a:r>
                        <a:rPr sz="1400" b="1" spc="-5" dirty="0">
                          <a:solidFill>
                            <a:srgbClr val="335276"/>
                          </a:solidFill>
                          <a:latin typeface="Arial"/>
                          <a:cs typeface="Arial"/>
                        </a:rPr>
                        <a:t>analysis</a:t>
                      </a:r>
                      <a:r>
                        <a:rPr sz="1400" b="1" spc="5" dirty="0">
                          <a:solidFill>
                            <a:srgbClr val="335276"/>
                          </a:solidFill>
                          <a:latin typeface="Arial"/>
                          <a:cs typeface="Arial"/>
                        </a:rPr>
                        <a:t> </a:t>
                      </a:r>
                      <a:r>
                        <a:rPr sz="1400" b="1" spc="-5" dirty="0">
                          <a:solidFill>
                            <a:srgbClr val="335276"/>
                          </a:solidFill>
                          <a:latin typeface="Arial"/>
                          <a:cs typeface="Arial"/>
                        </a:rPr>
                        <a:t>and</a:t>
                      </a:r>
                      <a:r>
                        <a:rPr sz="1400" b="1" spc="5" dirty="0">
                          <a:solidFill>
                            <a:srgbClr val="335276"/>
                          </a:solidFill>
                          <a:latin typeface="Arial"/>
                          <a:cs typeface="Arial"/>
                        </a:rPr>
                        <a:t> </a:t>
                      </a:r>
                      <a:r>
                        <a:rPr sz="1400" b="1" spc="-5" dirty="0">
                          <a:solidFill>
                            <a:srgbClr val="335276"/>
                          </a:solidFill>
                          <a:latin typeface="Arial"/>
                          <a:cs typeface="Arial"/>
                        </a:rPr>
                        <a:t>interpretation</a:t>
                      </a:r>
                      <a:r>
                        <a:rPr sz="1400" b="1" dirty="0">
                          <a:solidFill>
                            <a:srgbClr val="335276"/>
                          </a:solidFill>
                          <a:latin typeface="Arial"/>
                          <a:cs typeface="Arial"/>
                        </a:rPr>
                        <a:t> </a:t>
                      </a:r>
                      <a:r>
                        <a:rPr sz="1400" b="1" spc="-15" dirty="0">
                          <a:solidFill>
                            <a:srgbClr val="335276"/>
                          </a:solidFill>
                          <a:latin typeface="Arial"/>
                          <a:cs typeface="Arial"/>
                        </a:rPr>
                        <a:t>of</a:t>
                      </a:r>
                      <a:r>
                        <a:rPr sz="1400" b="1" spc="10" dirty="0">
                          <a:solidFill>
                            <a:srgbClr val="335276"/>
                          </a:solidFill>
                          <a:latin typeface="Arial"/>
                          <a:cs typeface="Arial"/>
                        </a:rPr>
                        <a:t> </a:t>
                      </a:r>
                      <a:r>
                        <a:rPr sz="1400" b="1" spc="-10" dirty="0">
                          <a:solidFill>
                            <a:srgbClr val="335276"/>
                          </a:solidFill>
                          <a:latin typeface="Arial"/>
                          <a:cs typeface="Arial"/>
                        </a:rPr>
                        <a:t>data,</a:t>
                      </a:r>
                      <a:r>
                        <a:rPr sz="1400" b="1" spc="15" dirty="0">
                          <a:solidFill>
                            <a:srgbClr val="335276"/>
                          </a:solidFill>
                          <a:latin typeface="Arial"/>
                          <a:cs typeface="Arial"/>
                        </a:rPr>
                        <a:t> </a:t>
                      </a:r>
                      <a:r>
                        <a:rPr sz="1400" b="1" spc="-10" dirty="0">
                          <a:solidFill>
                            <a:srgbClr val="335276"/>
                          </a:solidFill>
                          <a:latin typeface="Arial"/>
                          <a:cs typeface="Arial"/>
                        </a:rPr>
                        <a:t>and</a:t>
                      </a:r>
                      <a:r>
                        <a:rPr sz="1400" b="1" spc="5" dirty="0">
                          <a:solidFill>
                            <a:srgbClr val="335276"/>
                          </a:solidFill>
                          <a:latin typeface="Arial"/>
                          <a:cs typeface="Arial"/>
                        </a:rPr>
                        <a:t> </a:t>
                      </a:r>
                      <a:r>
                        <a:rPr sz="1400" b="1" spc="-5" dirty="0">
                          <a:solidFill>
                            <a:srgbClr val="335276"/>
                          </a:solidFill>
                          <a:latin typeface="Arial"/>
                          <a:cs typeface="Arial"/>
                        </a:rPr>
                        <a:t>synthesis</a:t>
                      </a:r>
                      <a:r>
                        <a:rPr sz="1400" b="1" spc="-10" dirty="0">
                          <a:solidFill>
                            <a:srgbClr val="335276"/>
                          </a:solidFill>
                          <a:latin typeface="Arial"/>
                          <a:cs typeface="Arial"/>
                        </a:rPr>
                        <a:t> </a:t>
                      </a:r>
                      <a:r>
                        <a:rPr sz="1400" b="1" spc="-5" dirty="0">
                          <a:solidFill>
                            <a:srgbClr val="335276"/>
                          </a:solidFill>
                          <a:latin typeface="Arial"/>
                          <a:cs typeface="Arial"/>
                        </a:rPr>
                        <a:t>of</a:t>
                      </a:r>
                      <a:r>
                        <a:rPr sz="1400" b="1" spc="10" dirty="0">
                          <a:solidFill>
                            <a:srgbClr val="335276"/>
                          </a:solidFill>
                          <a:latin typeface="Arial"/>
                          <a:cs typeface="Arial"/>
                        </a:rPr>
                        <a:t> </a:t>
                      </a:r>
                      <a:r>
                        <a:rPr sz="1400" b="1" spc="-5" dirty="0">
                          <a:solidFill>
                            <a:srgbClr val="335276"/>
                          </a:solidFill>
                          <a:latin typeface="Arial"/>
                          <a:cs typeface="Arial"/>
                        </a:rPr>
                        <a:t>the </a:t>
                      </a:r>
                      <a:r>
                        <a:rPr sz="1400" b="1" spc="-375" dirty="0">
                          <a:solidFill>
                            <a:srgbClr val="335276"/>
                          </a:solidFill>
                          <a:latin typeface="Arial"/>
                          <a:cs typeface="Arial"/>
                        </a:rPr>
                        <a:t> </a:t>
                      </a:r>
                      <a:r>
                        <a:rPr sz="1400" b="1" spc="-5" dirty="0">
                          <a:solidFill>
                            <a:srgbClr val="335276"/>
                          </a:solidFill>
                          <a:latin typeface="Arial"/>
                          <a:cs typeface="Arial"/>
                        </a:rPr>
                        <a:t>information</a:t>
                      </a:r>
                      <a:r>
                        <a:rPr sz="1400" b="1" spc="-65" dirty="0">
                          <a:solidFill>
                            <a:srgbClr val="335276"/>
                          </a:solidFill>
                          <a:latin typeface="Arial"/>
                          <a:cs typeface="Arial"/>
                        </a:rPr>
                        <a:t> </a:t>
                      </a:r>
                      <a:r>
                        <a:rPr sz="1400" b="1" spc="-10" dirty="0">
                          <a:solidFill>
                            <a:srgbClr val="335276"/>
                          </a:solidFill>
                          <a:latin typeface="Arial"/>
                          <a:cs typeface="Arial"/>
                        </a:rPr>
                        <a:t>to</a:t>
                      </a:r>
                      <a:r>
                        <a:rPr sz="1400" b="1" spc="-20" dirty="0">
                          <a:solidFill>
                            <a:srgbClr val="335276"/>
                          </a:solidFill>
                          <a:latin typeface="Arial"/>
                          <a:cs typeface="Arial"/>
                        </a:rPr>
                        <a:t> </a:t>
                      </a:r>
                      <a:r>
                        <a:rPr sz="1400" b="1" spc="-10" dirty="0">
                          <a:solidFill>
                            <a:srgbClr val="335276"/>
                          </a:solidFill>
                          <a:latin typeface="Arial"/>
                          <a:cs typeface="Arial"/>
                        </a:rPr>
                        <a:t>provide</a:t>
                      </a:r>
                      <a:r>
                        <a:rPr sz="1400" b="1" spc="40" dirty="0">
                          <a:solidFill>
                            <a:srgbClr val="335276"/>
                          </a:solidFill>
                          <a:latin typeface="Arial"/>
                          <a:cs typeface="Arial"/>
                        </a:rPr>
                        <a:t> </a:t>
                      </a:r>
                      <a:r>
                        <a:rPr sz="1400" b="1" spc="-5" dirty="0">
                          <a:solidFill>
                            <a:srgbClr val="335276"/>
                          </a:solidFill>
                          <a:latin typeface="Arial"/>
                          <a:cs typeface="Arial"/>
                        </a:rPr>
                        <a:t>valid</a:t>
                      </a:r>
                      <a:r>
                        <a:rPr sz="1400" b="1" spc="-15" dirty="0">
                          <a:solidFill>
                            <a:srgbClr val="335276"/>
                          </a:solidFill>
                          <a:latin typeface="Arial"/>
                          <a:cs typeface="Arial"/>
                        </a:rPr>
                        <a:t> </a:t>
                      </a:r>
                      <a:r>
                        <a:rPr sz="1400" b="1" spc="-5" dirty="0">
                          <a:solidFill>
                            <a:srgbClr val="335276"/>
                          </a:solidFill>
                          <a:latin typeface="Arial"/>
                          <a:cs typeface="Arial"/>
                        </a:rPr>
                        <a:t>conclusions.</a:t>
                      </a:r>
                      <a:endParaRPr sz="1400" dirty="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extLst>
                  <a:ext uri="{0D108BD9-81ED-4DB2-BD59-A6C34878D82A}">
                    <a16:rowId xmlns:a16="http://schemas.microsoft.com/office/drawing/2014/main" val="10006"/>
                  </a:ext>
                </a:extLst>
              </a:tr>
              <a:tr h="725805">
                <a:tc>
                  <a:txBody>
                    <a:bodyPr/>
                    <a:lstStyle/>
                    <a:p>
                      <a:pPr marL="39370" algn="ctr">
                        <a:lnSpc>
                          <a:spcPts val="1575"/>
                        </a:lnSpc>
                      </a:pPr>
                      <a:r>
                        <a:rPr sz="1400" b="1" dirty="0">
                          <a:solidFill>
                            <a:srgbClr val="335276"/>
                          </a:solidFill>
                          <a:latin typeface="Arial"/>
                          <a:cs typeface="Arial"/>
                        </a:rPr>
                        <a:t>5</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575"/>
                        </a:lnSpc>
                      </a:pPr>
                      <a:r>
                        <a:rPr sz="1400" b="1" spc="-5" dirty="0">
                          <a:solidFill>
                            <a:srgbClr val="335276"/>
                          </a:solidFill>
                          <a:latin typeface="Arial"/>
                          <a:cs typeface="Arial"/>
                        </a:rPr>
                        <a:t>PO5</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575"/>
                        </a:lnSpc>
                      </a:pPr>
                      <a:r>
                        <a:rPr sz="1400" b="1" spc="15" dirty="0">
                          <a:solidFill>
                            <a:srgbClr val="335276"/>
                          </a:solidFill>
                          <a:latin typeface="Arial"/>
                          <a:cs typeface="Arial"/>
                        </a:rPr>
                        <a:t>M</a:t>
                      </a:r>
                      <a:r>
                        <a:rPr sz="1400" b="1" spc="-15" dirty="0">
                          <a:solidFill>
                            <a:srgbClr val="335276"/>
                          </a:solidFill>
                          <a:latin typeface="Arial"/>
                          <a:cs typeface="Arial"/>
                        </a:rPr>
                        <a:t>od</a:t>
                      </a:r>
                      <a:r>
                        <a:rPr sz="1400" b="1" spc="-10" dirty="0">
                          <a:solidFill>
                            <a:srgbClr val="335276"/>
                          </a:solidFill>
                          <a:latin typeface="Arial"/>
                          <a:cs typeface="Arial"/>
                        </a:rPr>
                        <a:t>e</a:t>
                      </a:r>
                      <a:r>
                        <a:rPr sz="1400" b="1" spc="30" dirty="0">
                          <a:solidFill>
                            <a:srgbClr val="335276"/>
                          </a:solidFill>
                          <a:latin typeface="Arial"/>
                          <a:cs typeface="Arial"/>
                        </a:rPr>
                        <a:t>r</a:t>
                      </a:r>
                      <a:r>
                        <a:rPr sz="1400" b="1" dirty="0">
                          <a:solidFill>
                            <a:srgbClr val="335276"/>
                          </a:solidFill>
                          <a:latin typeface="Arial"/>
                          <a:cs typeface="Arial"/>
                        </a:rPr>
                        <a:t>n</a:t>
                      </a:r>
                      <a:r>
                        <a:rPr sz="1400" b="1" spc="-85" dirty="0">
                          <a:solidFill>
                            <a:srgbClr val="335276"/>
                          </a:solidFill>
                          <a:latin typeface="Arial"/>
                          <a:cs typeface="Arial"/>
                        </a:rPr>
                        <a:t> </a:t>
                      </a:r>
                      <a:r>
                        <a:rPr sz="1400" b="1" spc="-10" dirty="0">
                          <a:solidFill>
                            <a:srgbClr val="335276"/>
                          </a:solidFill>
                          <a:latin typeface="Arial"/>
                          <a:cs typeface="Arial"/>
                        </a:rPr>
                        <a:t>t</a:t>
                      </a:r>
                      <a:r>
                        <a:rPr sz="1400" b="1" spc="10" dirty="0">
                          <a:solidFill>
                            <a:srgbClr val="335276"/>
                          </a:solidFill>
                          <a:latin typeface="Arial"/>
                          <a:cs typeface="Arial"/>
                        </a:rPr>
                        <a:t>o</a:t>
                      </a:r>
                      <a:r>
                        <a:rPr sz="1400" b="1" spc="-15" dirty="0">
                          <a:solidFill>
                            <a:srgbClr val="335276"/>
                          </a:solidFill>
                          <a:latin typeface="Arial"/>
                          <a:cs typeface="Arial"/>
                        </a:rPr>
                        <a:t>o</a:t>
                      </a:r>
                      <a:r>
                        <a:rPr sz="1400" b="1" dirty="0">
                          <a:solidFill>
                            <a:srgbClr val="335276"/>
                          </a:solidFill>
                          <a:latin typeface="Arial"/>
                          <a:cs typeface="Arial"/>
                        </a:rPr>
                        <a:t>l</a:t>
                      </a:r>
                      <a:r>
                        <a:rPr sz="1400" b="1" spc="-10" dirty="0">
                          <a:solidFill>
                            <a:srgbClr val="335276"/>
                          </a:solidFill>
                          <a:latin typeface="Arial"/>
                          <a:cs typeface="Arial"/>
                        </a:rPr>
                        <a:t> </a:t>
                      </a:r>
                      <a:r>
                        <a:rPr sz="1400" b="1" spc="-15" dirty="0">
                          <a:solidFill>
                            <a:srgbClr val="335276"/>
                          </a:solidFill>
                          <a:latin typeface="Arial"/>
                          <a:cs typeface="Arial"/>
                        </a:rPr>
                        <a:t>u</a:t>
                      </a:r>
                      <a:r>
                        <a:rPr sz="1400" b="1" spc="-10" dirty="0">
                          <a:solidFill>
                            <a:srgbClr val="335276"/>
                          </a:solidFill>
                          <a:latin typeface="Arial"/>
                          <a:cs typeface="Arial"/>
                        </a:rPr>
                        <a:t>s</a:t>
                      </a:r>
                      <a:r>
                        <a:rPr sz="1400" b="1" spc="15" dirty="0">
                          <a:solidFill>
                            <a:srgbClr val="335276"/>
                          </a:solidFill>
                          <a:latin typeface="Arial"/>
                          <a:cs typeface="Arial"/>
                        </a:rPr>
                        <a:t>a</a:t>
                      </a:r>
                      <a:r>
                        <a:rPr sz="1400" b="1" spc="-15" dirty="0">
                          <a:solidFill>
                            <a:srgbClr val="335276"/>
                          </a:solidFill>
                          <a:latin typeface="Arial"/>
                          <a:cs typeface="Arial"/>
                        </a:rPr>
                        <a:t>g</a:t>
                      </a:r>
                      <a:r>
                        <a:rPr sz="1400" b="1" dirty="0">
                          <a:solidFill>
                            <a:srgbClr val="335276"/>
                          </a:solidFill>
                          <a:latin typeface="Arial"/>
                          <a:cs typeface="Arial"/>
                        </a:rPr>
                        <a:t>e</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9370">
                        <a:lnSpc>
                          <a:spcPts val="1600"/>
                        </a:lnSpc>
                      </a:pPr>
                      <a:r>
                        <a:rPr sz="1400" b="1" spc="-5" dirty="0">
                          <a:solidFill>
                            <a:srgbClr val="335276"/>
                          </a:solidFill>
                          <a:latin typeface="Arial"/>
                          <a:cs typeface="Arial"/>
                        </a:rPr>
                        <a:t>Create,</a:t>
                      </a:r>
                      <a:r>
                        <a:rPr sz="1400" b="1" spc="-60" dirty="0">
                          <a:solidFill>
                            <a:srgbClr val="335276"/>
                          </a:solidFill>
                          <a:latin typeface="Arial"/>
                          <a:cs typeface="Arial"/>
                        </a:rPr>
                        <a:t> </a:t>
                      </a:r>
                      <a:r>
                        <a:rPr sz="1400" b="1" spc="-10" dirty="0">
                          <a:solidFill>
                            <a:srgbClr val="335276"/>
                          </a:solidFill>
                          <a:latin typeface="Arial"/>
                          <a:cs typeface="Arial"/>
                        </a:rPr>
                        <a:t>select,</a:t>
                      </a:r>
                      <a:r>
                        <a:rPr sz="1400" b="1" spc="-55" dirty="0">
                          <a:solidFill>
                            <a:srgbClr val="335276"/>
                          </a:solidFill>
                          <a:latin typeface="Arial"/>
                          <a:cs typeface="Arial"/>
                        </a:rPr>
                        <a:t> </a:t>
                      </a:r>
                      <a:r>
                        <a:rPr sz="1400" b="1" spc="-5" dirty="0">
                          <a:solidFill>
                            <a:srgbClr val="335276"/>
                          </a:solidFill>
                          <a:latin typeface="Arial"/>
                          <a:cs typeface="Arial"/>
                        </a:rPr>
                        <a:t>and</a:t>
                      </a:r>
                      <a:r>
                        <a:rPr sz="1400" b="1" spc="-65" dirty="0">
                          <a:solidFill>
                            <a:srgbClr val="335276"/>
                          </a:solidFill>
                          <a:latin typeface="Arial"/>
                          <a:cs typeface="Arial"/>
                        </a:rPr>
                        <a:t> </a:t>
                      </a:r>
                      <a:r>
                        <a:rPr sz="1400" b="1" dirty="0">
                          <a:solidFill>
                            <a:srgbClr val="335276"/>
                          </a:solidFill>
                          <a:latin typeface="Arial"/>
                          <a:cs typeface="Arial"/>
                        </a:rPr>
                        <a:t>apply</a:t>
                      </a:r>
                      <a:r>
                        <a:rPr sz="1400" b="1" spc="-80" dirty="0">
                          <a:solidFill>
                            <a:srgbClr val="335276"/>
                          </a:solidFill>
                          <a:latin typeface="Arial"/>
                          <a:cs typeface="Arial"/>
                        </a:rPr>
                        <a:t> </a:t>
                      </a:r>
                      <a:r>
                        <a:rPr sz="1400" b="1" spc="-5" dirty="0">
                          <a:solidFill>
                            <a:srgbClr val="335276"/>
                          </a:solidFill>
                          <a:latin typeface="Arial"/>
                          <a:cs typeface="Arial"/>
                        </a:rPr>
                        <a:t>appropriate</a:t>
                      </a:r>
                      <a:r>
                        <a:rPr sz="1400" b="1" spc="-55" dirty="0">
                          <a:solidFill>
                            <a:srgbClr val="335276"/>
                          </a:solidFill>
                          <a:latin typeface="Arial"/>
                          <a:cs typeface="Arial"/>
                        </a:rPr>
                        <a:t> </a:t>
                      </a:r>
                      <a:r>
                        <a:rPr sz="1400" b="1" spc="-5" dirty="0">
                          <a:solidFill>
                            <a:srgbClr val="335276"/>
                          </a:solidFill>
                          <a:latin typeface="Arial"/>
                          <a:cs typeface="Arial"/>
                        </a:rPr>
                        <a:t>techniques,</a:t>
                      </a:r>
                      <a:r>
                        <a:rPr sz="1400" b="1" spc="-50" dirty="0">
                          <a:solidFill>
                            <a:srgbClr val="335276"/>
                          </a:solidFill>
                          <a:latin typeface="Arial"/>
                          <a:cs typeface="Arial"/>
                        </a:rPr>
                        <a:t> </a:t>
                      </a:r>
                      <a:r>
                        <a:rPr sz="1400" b="1" spc="-5" dirty="0">
                          <a:solidFill>
                            <a:srgbClr val="335276"/>
                          </a:solidFill>
                          <a:latin typeface="Arial"/>
                          <a:cs typeface="Arial"/>
                        </a:rPr>
                        <a:t>resources,</a:t>
                      </a:r>
                      <a:r>
                        <a:rPr sz="1400" b="1" spc="-80" dirty="0">
                          <a:solidFill>
                            <a:srgbClr val="335276"/>
                          </a:solidFill>
                          <a:latin typeface="Arial"/>
                          <a:cs typeface="Arial"/>
                        </a:rPr>
                        <a:t> </a:t>
                      </a:r>
                      <a:r>
                        <a:rPr sz="1400" b="1" spc="-5" dirty="0">
                          <a:solidFill>
                            <a:srgbClr val="335276"/>
                          </a:solidFill>
                          <a:latin typeface="Arial"/>
                          <a:cs typeface="Arial"/>
                        </a:rPr>
                        <a:t>and</a:t>
                      </a:r>
                      <a:r>
                        <a:rPr sz="1400" b="1" spc="-65" dirty="0">
                          <a:solidFill>
                            <a:srgbClr val="335276"/>
                          </a:solidFill>
                          <a:latin typeface="Arial"/>
                          <a:cs typeface="Arial"/>
                        </a:rPr>
                        <a:t> </a:t>
                      </a:r>
                      <a:r>
                        <a:rPr sz="1400" b="1" spc="-5" dirty="0">
                          <a:solidFill>
                            <a:srgbClr val="335276"/>
                          </a:solidFill>
                          <a:latin typeface="Arial"/>
                          <a:cs typeface="Arial"/>
                        </a:rPr>
                        <a:t>modern</a:t>
                      </a:r>
                      <a:endParaRPr sz="1400">
                        <a:latin typeface="Arial"/>
                        <a:cs typeface="Arial"/>
                      </a:endParaRPr>
                    </a:p>
                    <a:p>
                      <a:pPr marL="39370" marR="660400">
                        <a:lnSpc>
                          <a:spcPts val="1800"/>
                        </a:lnSpc>
                        <a:spcBef>
                          <a:spcPts val="55"/>
                        </a:spcBef>
                      </a:pPr>
                      <a:r>
                        <a:rPr sz="1400" b="1" spc="-5" dirty="0">
                          <a:solidFill>
                            <a:srgbClr val="335276"/>
                          </a:solidFill>
                          <a:latin typeface="Arial"/>
                          <a:cs typeface="Arial"/>
                        </a:rPr>
                        <a:t>engineering</a:t>
                      </a:r>
                      <a:r>
                        <a:rPr sz="1400" b="1" spc="-15" dirty="0">
                          <a:solidFill>
                            <a:srgbClr val="335276"/>
                          </a:solidFill>
                          <a:latin typeface="Arial"/>
                          <a:cs typeface="Arial"/>
                        </a:rPr>
                        <a:t> </a:t>
                      </a:r>
                      <a:r>
                        <a:rPr sz="1400" b="1" spc="-10" dirty="0">
                          <a:solidFill>
                            <a:srgbClr val="335276"/>
                          </a:solidFill>
                          <a:latin typeface="Arial"/>
                          <a:cs typeface="Arial"/>
                        </a:rPr>
                        <a:t>and</a:t>
                      </a:r>
                      <a:r>
                        <a:rPr sz="1400" b="1" spc="15" dirty="0">
                          <a:solidFill>
                            <a:srgbClr val="335276"/>
                          </a:solidFill>
                          <a:latin typeface="Arial"/>
                          <a:cs typeface="Arial"/>
                        </a:rPr>
                        <a:t> </a:t>
                      </a:r>
                      <a:r>
                        <a:rPr sz="1400" b="1" spc="-10" dirty="0">
                          <a:solidFill>
                            <a:srgbClr val="335276"/>
                          </a:solidFill>
                          <a:latin typeface="Arial"/>
                          <a:cs typeface="Arial"/>
                        </a:rPr>
                        <a:t>IT</a:t>
                      </a:r>
                      <a:r>
                        <a:rPr sz="1400" b="1" spc="15" dirty="0">
                          <a:solidFill>
                            <a:srgbClr val="335276"/>
                          </a:solidFill>
                          <a:latin typeface="Arial"/>
                          <a:cs typeface="Arial"/>
                        </a:rPr>
                        <a:t> </a:t>
                      </a:r>
                      <a:r>
                        <a:rPr sz="1400" b="1" spc="-5" dirty="0">
                          <a:solidFill>
                            <a:srgbClr val="335276"/>
                          </a:solidFill>
                          <a:latin typeface="Arial"/>
                          <a:cs typeface="Arial"/>
                        </a:rPr>
                        <a:t>tools</a:t>
                      </a:r>
                      <a:r>
                        <a:rPr sz="1400" b="1" spc="-15" dirty="0">
                          <a:solidFill>
                            <a:srgbClr val="335276"/>
                          </a:solidFill>
                          <a:latin typeface="Arial"/>
                          <a:cs typeface="Arial"/>
                        </a:rPr>
                        <a:t> </a:t>
                      </a:r>
                      <a:r>
                        <a:rPr sz="1400" b="1" spc="-5" dirty="0">
                          <a:solidFill>
                            <a:srgbClr val="335276"/>
                          </a:solidFill>
                          <a:latin typeface="Arial"/>
                          <a:cs typeface="Arial"/>
                        </a:rPr>
                        <a:t>including</a:t>
                      </a:r>
                      <a:r>
                        <a:rPr sz="1400" b="1" spc="15" dirty="0">
                          <a:solidFill>
                            <a:srgbClr val="335276"/>
                          </a:solidFill>
                          <a:latin typeface="Arial"/>
                          <a:cs typeface="Arial"/>
                        </a:rPr>
                        <a:t> </a:t>
                      </a:r>
                      <a:r>
                        <a:rPr sz="1400" b="1" spc="-10" dirty="0">
                          <a:solidFill>
                            <a:srgbClr val="335276"/>
                          </a:solidFill>
                          <a:latin typeface="Arial"/>
                          <a:cs typeface="Arial"/>
                        </a:rPr>
                        <a:t>prediction</a:t>
                      </a:r>
                      <a:r>
                        <a:rPr sz="1400" b="1" spc="10" dirty="0">
                          <a:solidFill>
                            <a:srgbClr val="335276"/>
                          </a:solidFill>
                          <a:latin typeface="Arial"/>
                          <a:cs typeface="Arial"/>
                        </a:rPr>
                        <a:t> </a:t>
                      </a:r>
                      <a:r>
                        <a:rPr sz="1400" b="1" spc="-5" dirty="0">
                          <a:solidFill>
                            <a:srgbClr val="335276"/>
                          </a:solidFill>
                          <a:latin typeface="Arial"/>
                          <a:cs typeface="Arial"/>
                        </a:rPr>
                        <a:t>and</a:t>
                      </a:r>
                      <a:r>
                        <a:rPr sz="1400" b="1" spc="-10" dirty="0">
                          <a:solidFill>
                            <a:srgbClr val="335276"/>
                          </a:solidFill>
                          <a:latin typeface="Arial"/>
                          <a:cs typeface="Arial"/>
                        </a:rPr>
                        <a:t> </a:t>
                      </a:r>
                      <a:r>
                        <a:rPr sz="1400" b="1" spc="-5" dirty="0">
                          <a:solidFill>
                            <a:srgbClr val="335276"/>
                          </a:solidFill>
                          <a:latin typeface="Arial"/>
                          <a:cs typeface="Arial"/>
                        </a:rPr>
                        <a:t>modelling</a:t>
                      </a:r>
                      <a:r>
                        <a:rPr sz="1400" b="1" spc="-15" dirty="0">
                          <a:solidFill>
                            <a:srgbClr val="335276"/>
                          </a:solidFill>
                          <a:latin typeface="Arial"/>
                          <a:cs typeface="Arial"/>
                        </a:rPr>
                        <a:t> </a:t>
                      </a:r>
                      <a:r>
                        <a:rPr sz="1400" b="1" dirty="0">
                          <a:solidFill>
                            <a:srgbClr val="335276"/>
                          </a:solidFill>
                          <a:latin typeface="Arial"/>
                          <a:cs typeface="Arial"/>
                        </a:rPr>
                        <a:t>to</a:t>
                      </a:r>
                      <a:r>
                        <a:rPr sz="1400" b="1" spc="10" dirty="0">
                          <a:solidFill>
                            <a:srgbClr val="335276"/>
                          </a:solidFill>
                          <a:latin typeface="Arial"/>
                          <a:cs typeface="Arial"/>
                        </a:rPr>
                        <a:t> </a:t>
                      </a:r>
                      <a:r>
                        <a:rPr sz="1400" b="1" spc="-5" dirty="0">
                          <a:solidFill>
                            <a:srgbClr val="335276"/>
                          </a:solidFill>
                          <a:latin typeface="Arial"/>
                          <a:cs typeface="Arial"/>
                        </a:rPr>
                        <a:t>complex </a:t>
                      </a:r>
                      <a:r>
                        <a:rPr sz="1400" b="1" spc="-375" dirty="0">
                          <a:solidFill>
                            <a:srgbClr val="335276"/>
                          </a:solidFill>
                          <a:latin typeface="Arial"/>
                          <a:cs typeface="Arial"/>
                        </a:rPr>
                        <a:t> </a:t>
                      </a:r>
                      <a:r>
                        <a:rPr sz="1400" b="1" spc="-5" dirty="0">
                          <a:solidFill>
                            <a:srgbClr val="335276"/>
                          </a:solidFill>
                          <a:latin typeface="Arial"/>
                          <a:cs typeface="Arial"/>
                        </a:rPr>
                        <a:t>engineering</a:t>
                      </a:r>
                      <a:r>
                        <a:rPr sz="1400" b="1" spc="-80" dirty="0">
                          <a:solidFill>
                            <a:srgbClr val="335276"/>
                          </a:solidFill>
                          <a:latin typeface="Arial"/>
                          <a:cs typeface="Arial"/>
                        </a:rPr>
                        <a:t> </a:t>
                      </a:r>
                      <a:r>
                        <a:rPr sz="1400" b="1" spc="-5" dirty="0">
                          <a:solidFill>
                            <a:srgbClr val="335276"/>
                          </a:solidFill>
                          <a:latin typeface="Arial"/>
                          <a:cs typeface="Arial"/>
                        </a:rPr>
                        <a:t>activities</a:t>
                      </a:r>
                      <a:r>
                        <a:rPr sz="1400" b="1" spc="-55" dirty="0">
                          <a:solidFill>
                            <a:srgbClr val="335276"/>
                          </a:solidFill>
                          <a:latin typeface="Arial"/>
                          <a:cs typeface="Arial"/>
                        </a:rPr>
                        <a:t> </a:t>
                      </a:r>
                      <a:r>
                        <a:rPr sz="1400" b="1" spc="-5" dirty="0">
                          <a:solidFill>
                            <a:srgbClr val="335276"/>
                          </a:solidFill>
                          <a:latin typeface="Arial"/>
                          <a:cs typeface="Arial"/>
                        </a:rPr>
                        <a:t>with</a:t>
                      </a:r>
                      <a:r>
                        <a:rPr sz="1400" b="1" spc="-40" dirty="0">
                          <a:solidFill>
                            <a:srgbClr val="335276"/>
                          </a:solidFill>
                          <a:latin typeface="Arial"/>
                          <a:cs typeface="Arial"/>
                        </a:rPr>
                        <a:t> </a:t>
                      </a:r>
                      <a:r>
                        <a:rPr sz="1400" b="1" spc="-10" dirty="0">
                          <a:solidFill>
                            <a:srgbClr val="335276"/>
                          </a:solidFill>
                          <a:latin typeface="Arial"/>
                          <a:cs typeface="Arial"/>
                        </a:rPr>
                        <a:t>an</a:t>
                      </a:r>
                      <a:r>
                        <a:rPr sz="1400" b="1" spc="-20" dirty="0">
                          <a:solidFill>
                            <a:srgbClr val="335276"/>
                          </a:solidFill>
                          <a:latin typeface="Arial"/>
                          <a:cs typeface="Arial"/>
                        </a:rPr>
                        <a:t> </a:t>
                      </a:r>
                      <a:r>
                        <a:rPr sz="1400" b="1" spc="-5" dirty="0">
                          <a:solidFill>
                            <a:srgbClr val="335276"/>
                          </a:solidFill>
                          <a:latin typeface="Arial"/>
                          <a:cs typeface="Arial"/>
                        </a:rPr>
                        <a:t>understanding</a:t>
                      </a:r>
                      <a:r>
                        <a:rPr sz="1400" b="1" spc="-55" dirty="0">
                          <a:solidFill>
                            <a:srgbClr val="335276"/>
                          </a:solidFill>
                          <a:latin typeface="Arial"/>
                          <a:cs typeface="Arial"/>
                        </a:rPr>
                        <a:t> </a:t>
                      </a:r>
                      <a:r>
                        <a:rPr sz="1400" b="1" spc="-15" dirty="0">
                          <a:solidFill>
                            <a:srgbClr val="335276"/>
                          </a:solidFill>
                          <a:latin typeface="Arial"/>
                          <a:cs typeface="Arial"/>
                        </a:rPr>
                        <a:t>of</a:t>
                      </a:r>
                      <a:r>
                        <a:rPr sz="1400" b="1" spc="-35" dirty="0">
                          <a:solidFill>
                            <a:srgbClr val="335276"/>
                          </a:solidFill>
                          <a:latin typeface="Arial"/>
                          <a:cs typeface="Arial"/>
                        </a:rPr>
                        <a:t> </a:t>
                      </a:r>
                      <a:r>
                        <a:rPr sz="1400" b="1" spc="-5" dirty="0">
                          <a:solidFill>
                            <a:srgbClr val="335276"/>
                          </a:solidFill>
                          <a:latin typeface="Arial"/>
                          <a:cs typeface="Arial"/>
                        </a:rPr>
                        <a:t>the</a:t>
                      </a:r>
                      <a:r>
                        <a:rPr sz="1400" b="1" spc="-10" dirty="0">
                          <a:solidFill>
                            <a:srgbClr val="335276"/>
                          </a:solidFill>
                          <a:latin typeface="Arial"/>
                          <a:cs typeface="Arial"/>
                        </a:rPr>
                        <a:t> </a:t>
                      </a:r>
                      <a:r>
                        <a:rPr sz="1400" b="1" spc="-5" dirty="0">
                          <a:solidFill>
                            <a:srgbClr val="335276"/>
                          </a:solidFill>
                          <a:latin typeface="Arial"/>
                          <a:cs typeface="Arial"/>
                        </a:rPr>
                        <a:t>limitations.</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extLst>
                  <a:ext uri="{0D108BD9-81ED-4DB2-BD59-A6C34878D82A}">
                    <a16:rowId xmlns:a16="http://schemas.microsoft.com/office/drawing/2014/main" val="10007"/>
                  </a:ext>
                </a:extLst>
              </a:tr>
              <a:tr h="722630">
                <a:tc>
                  <a:txBody>
                    <a:bodyPr/>
                    <a:lstStyle/>
                    <a:p>
                      <a:pPr marL="39370" algn="ctr">
                        <a:lnSpc>
                          <a:spcPts val="1575"/>
                        </a:lnSpc>
                      </a:pPr>
                      <a:r>
                        <a:rPr sz="1400" b="1" dirty="0">
                          <a:solidFill>
                            <a:srgbClr val="335276"/>
                          </a:solidFill>
                          <a:latin typeface="Arial"/>
                          <a:cs typeface="Arial"/>
                        </a:rPr>
                        <a:t>6</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575"/>
                        </a:lnSpc>
                      </a:pPr>
                      <a:r>
                        <a:rPr sz="1400" b="1" spc="-5" dirty="0">
                          <a:solidFill>
                            <a:srgbClr val="335276"/>
                          </a:solidFill>
                          <a:latin typeface="Arial"/>
                          <a:cs typeface="Arial"/>
                        </a:rPr>
                        <a:t>PO6</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6195">
                        <a:lnSpc>
                          <a:spcPts val="1575"/>
                        </a:lnSpc>
                      </a:pPr>
                      <a:r>
                        <a:rPr sz="1400" b="1" spc="-10" dirty="0">
                          <a:solidFill>
                            <a:srgbClr val="335276"/>
                          </a:solidFill>
                          <a:latin typeface="Arial"/>
                          <a:cs typeface="Arial"/>
                        </a:rPr>
                        <a:t>The</a:t>
                      </a:r>
                      <a:r>
                        <a:rPr sz="1400" b="1" spc="-70" dirty="0">
                          <a:solidFill>
                            <a:srgbClr val="335276"/>
                          </a:solidFill>
                          <a:latin typeface="Arial"/>
                          <a:cs typeface="Arial"/>
                        </a:rPr>
                        <a:t> </a:t>
                      </a:r>
                      <a:r>
                        <a:rPr sz="1400" b="1" spc="-10" dirty="0">
                          <a:solidFill>
                            <a:srgbClr val="335276"/>
                          </a:solidFill>
                          <a:latin typeface="Arial"/>
                          <a:cs typeface="Arial"/>
                        </a:rPr>
                        <a:t>engineer</a:t>
                      </a:r>
                      <a:r>
                        <a:rPr sz="1400" b="1" spc="-20" dirty="0">
                          <a:solidFill>
                            <a:srgbClr val="335276"/>
                          </a:solidFill>
                          <a:latin typeface="Arial"/>
                          <a:cs typeface="Arial"/>
                        </a:rPr>
                        <a:t> </a:t>
                      </a:r>
                      <a:r>
                        <a:rPr sz="1400" b="1" spc="-5" dirty="0">
                          <a:solidFill>
                            <a:srgbClr val="335276"/>
                          </a:solidFill>
                          <a:latin typeface="Arial"/>
                          <a:cs typeface="Arial"/>
                        </a:rPr>
                        <a:t>and</a:t>
                      </a:r>
                      <a:r>
                        <a:rPr sz="1400" b="1" spc="-25" dirty="0">
                          <a:solidFill>
                            <a:srgbClr val="335276"/>
                          </a:solidFill>
                          <a:latin typeface="Arial"/>
                          <a:cs typeface="Arial"/>
                        </a:rPr>
                        <a:t> </a:t>
                      </a:r>
                      <a:r>
                        <a:rPr sz="1400" b="1" spc="-5" dirty="0">
                          <a:solidFill>
                            <a:srgbClr val="335276"/>
                          </a:solidFill>
                          <a:latin typeface="Arial"/>
                          <a:cs typeface="Arial"/>
                        </a:rPr>
                        <a:t>society</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a:txBody>
                    <a:bodyPr/>
                    <a:lstStyle/>
                    <a:p>
                      <a:pPr marL="39370">
                        <a:lnSpc>
                          <a:spcPts val="1600"/>
                        </a:lnSpc>
                      </a:pPr>
                      <a:r>
                        <a:rPr sz="1400" b="1" spc="-5" dirty="0">
                          <a:solidFill>
                            <a:srgbClr val="335276"/>
                          </a:solidFill>
                          <a:latin typeface="Arial"/>
                          <a:cs typeface="Arial"/>
                        </a:rPr>
                        <a:t>Apply</a:t>
                      </a:r>
                      <a:r>
                        <a:rPr sz="1400" b="1" spc="-15" dirty="0">
                          <a:solidFill>
                            <a:srgbClr val="335276"/>
                          </a:solidFill>
                          <a:latin typeface="Arial"/>
                          <a:cs typeface="Arial"/>
                        </a:rPr>
                        <a:t> </a:t>
                      </a:r>
                      <a:r>
                        <a:rPr sz="1400" b="1" spc="-5" dirty="0">
                          <a:solidFill>
                            <a:srgbClr val="335276"/>
                          </a:solidFill>
                          <a:latin typeface="Arial"/>
                          <a:cs typeface="Arial"/>
                        </a:rPr>
                        <a:t>reasoning</a:t>
                      </a:r>
                      <a:r>
                        <a:rPr sz="1400" b="1" spc="10" dirty="0">
                          <a:solidFill>
                            <a:srgbClr val="335276"/>
                          </a:solidFill>
                          <a:latin typeface="Arial"/>
                          <a:cs typeface="Arial"/>
                        </a:rPr>
                        <a:t> </a:t>
                      </a:r>
                      <a:r>
                        <a:rPr sz="1400" b="1" spc="-5" dirty="0">
                          <a:solidFill>
                            <a:srgbClr val="335276"/>
                          </a:solidFill>
                          <a:latin typeface="Arial"/>
                          <a:cs typeface="Arial"/>
                        </a:rPr>
                        <a:t>informed</a:t>
                      </a:r>
                      <a:r>
                        <a:rPr sz="1400" b="1" spc="35" dirty="0">
                          <a:solidFill>
                            <a:srgbClr val="335276"/>
                          </a:solidFill>
                          <a:latin typeface="Arial"/>
                          <a:cs typeface="Arial"/>
                        </a:rPr>
                        <a:t> </a:t>
                      </a:r>
                      <a:r>
                        <a:rPr sz="1400" b="1" dirty="0">
                          <a:solidFill>
                            <a:srgbClr val="335276"/>
                          </a:solidFill>
                          <a:latin typeface="Arial"/>
                          <a:cs typeface="Arial"/>
                        </a:rPr>
                        <a:t>by</a:t>
                      </a:r>
                      <a:r>
                        <a:rPr sz="1400" b="1" spc="15" dirty="0">
                          <a:solidFill>
                            <a:srgbClr val="335276"/>
                          </a:solidFill>
                          <a:latin typeface="Arial"/>
                          <a:cs typeface="Arial"/>
                        </a:rPr>
                        <a:t> </a:t>
                      </a:r>
                      <a:r>
                        <a:rPr sz="1400" b="1" spc="-5" dirty="0">
                          <a:solidFill>
                            <a:srgbClr val="335276"/>
                          </a:solidFill>
                          <a:latin typeface="Arial"/>
                          <a:cs typeface="Arial"/>
                        </a:rPr>
                        <a:t>the</a:t>
                      </a:r>
                      <a:r>
                        <a:rPr sz="1400" b="1" spc="15" dirty="0">
                          <a:solidFill>
                            <a:srgbClr val="335276"/>
                          </a:solidFill>
                          <a:latin typeface="Arial"/>
                          <a:cs typeface="Arial"/>
                        </a:rPr>
                        <a:t> </a:t>
                      </a:r>
                      <a:r>
                        <a:rPr sz="1400" b="1" spc="-5" dirty="0">
                          <a:solidFill>
                            <a:srgbClr val="335276"/>
                          </a:solidFill>
                          <a:latin typeface="Arial"/>
                          <a:cs typeface="Arial"/>
                        </a:rPr>
                        <a:t>contextual</a:t>
                      </a:r>
                      <a:r>
                        <a:rPr sz="1400" b="1" spc="15" dirty="0">
                          <a:solidFill>
                            <a:srgbClr val="335276"/>
                          </a:solidFill>
                          <a:latin typeface="Arial"/>
                          <a:cs typeface="Arial"/>
                        </a:rPr>
                        <a:t> </a:t>
                      </a:r>
                      <a:r>
                        <a:rPr sz="1400" b="1" spc="-5" dirty="0">
                          <a:solidFill>
                            <a:srgbClr val="335276"/>
                          </a:solidFill>
                          <a:latin typeface="Arial"/>
                          <a:cs typeface="Arial"/>
                        </a:rPr>
                        <a:t>knowledge</a:t>
                      </a:r>
                      <a:r>
                        <a:rPr sz="1400" b="1" spc="15" dirty="0">
                          <a:solidFill>
                            <a:srgbClr val="335276"/>
                          </a:solidFill>
                          <a:latin typeface="Arial"/>
                          <a:cs typeface="Arial"/>
                        </a:rPr>
                        <a:t> </a:t>
                      </a:r>
                      <a:r>
                        <a:rPr sz="1400" b="1" dirty="0">
                          <a:solidFill>
                            <a:srgbClr val="335276"/>
                          </a:solidFill>
                          <a:latin typeface="Arial"/>
                          <a:cs typeface="Arial"/>
                        </a:rPr>
                        <a:t>to</a:t>
                      </a:r>
                      <a:r>
                        <a:rPr sz="1400" b="1" spc="10" dirty="0">
                          <a:solidFill>
                            <a:srgbClr val="335276"/>
                          </a:solidFill>
                          <a:latin typeface="Arial"/>
                          <a:cs typeface="Arial"/>
                        </a:rPr>
                        <a:t> </a:t>
                      </a:r>
                      <a:r>
                        <a:rPr sz="1400" b="1" spc="-5" dirty="0">
                          <a:solidFill>
                            <a:srgbClr val="335276"/>
                          </a:solidFill>
                          <a:latin typeface="Arial"/>
                          <a:cs typeface="Arial"/>
                        </a:rPr>
                        <a:t>assess</a:t>
                      </a:r>
                      <a:r>
                        <a:rPr sz="1400" b="1" spc="15" dirty="0">
                          <a:solidFill>
                            <a:srgbClr val="335276"/>
                          </a:solidFill>
                          <a:latin typeface="Arial"/>
                          <a:cs typeface="Arial"/>
                        </a:rPr>
                        <a:t> </a:t>
                      </a:r>
                      <a:r>
                        <a:rPr sz="1400" b="1" spc="-5" dirty="0">
                          <a:solidFill>
                            <a:srgbClr val="335276"/>
                          </a:solidFill>
                          <a:latin typeface="Arial"/>
                          <a:cs typeface="Arial"/>
                        </a:rPr>
                        <a:t>societal,</a:t>
                      </a:r>
                      <a:endParaRPr sz="1400">
                        <a:latin typeface="Arial"/>
                        <a:cs typeface="Arial"/>
                      </a:endParaRPr>
                    </a:p>
                    <a:p>
                      <a:pPr marL="39370" marR="374015">
                        <a:lnSpc>
                          <a:spcPct val="107100"/>
                        </a:lnSpc>
                      </a:pPr>
                      <a:r>
                        <a:rPr sz="1400" b="1" spc="-10" dirty="0">
                          <a:solidFill>
                            <a:srgbClr val="335276"/>
                          </a:solidFill>
                          <a:latin typeface="Arial"/>
                          <a:cs typeface="Arial"/>
                        </a:rPr>
                        <a:t>health,</a:t>
                      </a:r>
                      <a:r>
                        <a:rPr sz="1400" b="1" spc="-55" dirty="0">
                          <a:solidFill>
                            <a:srgbClr val="335276"/>
                          </a:solidFill>
                          <a:latin typeface="Arial"/>
                          <a:cs typeface="Arial"/>
                        </a:rPr>
                        <a:t> </a:t>
                      </a:r>
                      <a:r>
                        <a:rPr sz="1400" b="1" spc="-10" dirty="0">
                          <a:solidFill>
                            <a:srgbClr val="335276"/>
                          </a:solidFill>
                          <a:latin typeface="Arial"/>
                          <a:cs typeface="Arial"/>
                        </a:rPr>
                        <a:t>safety,</a:t>
                      </a:r>
                      <a:r>
                        <a:rPr sz="1400" b="1" spc="-5" dirty="0">
                          <a:solidFill>
                            <a:srgbClr val="335276"/>
                          </a:solidFill>
                          <a:latin typeface="Arial"/>
                          <a:cs typeface="Arial"/>
                        </a:rPr>
                        <a:t> </a:t>
                      </a:r>
                      <a:r>
                        <a:rPr sz="1400" b="1" spc="-10" dirty="0">
                          <a:solidFill>
                            <a:srgbClr val="335276"/>
                          </a:solidFill>
                          <a:latin typeface="Arial"/>
                          <a:cs typeface="Arial"/>
                        </a:rPr>
                        <a:t>legal</a:t>
                      </a:r>
                      <a:r>
                        <a:rPr sz="1400" b="1" spc="-50" dirty="0">
                          <a:solidFill>
                            <a:srgbClr val="335276"/>
                          </a:solidFill>
                          <a:latin typeface="Arial"/>
                          <a:cs typeface="Arial"/>
                        </a:rPr>
                        <a:t> </a:t>
                      </a:r>
                      <a:r>
                        <a:rPr sz="1400" b="1" dirty="0">
                          <a:solidFill>
                            <a:srgbClr val="335276"/>
                          </a:solidFill>
                          <a:latin typeface="Arial"/>
                          <a:cs typeface="Arial"/>
                        </a:rPr>
                        <a:t>and</a:t>
                      </a:r>
                      <a:r>
                        <a:rPr sz="1400" b="1" spc="-35" dirty="0">
                          <a:solidFill>
                            <a:srgbClr val="335276"/>
                          </a:solidFill>
                          <a:latin typeface="Arial"/>
                          <a:cs typeface="Arial"/>
                        </a:rPr>
                        <a:t> </a:t>
                      </a:r>
                      <a:r>
                        <a:rPr sz="1400" b="1" spc="-5" dirty="0">
                          <a:solidFill>
                            <a:srgbClr val="335276"/>
                          </a:solidFill>
                          <a:latin typeface="Arial"/>
                          <a:cs typeface="Arial"/>
                        </a:rPr>
                        <a:t>cultural</a:t>
                      </a:r>
                      <a:r>
                        <a:rPr sz="1400" b="1" spc="-50" dirty="0">
                          <a:solidFill>
                            <a:srgbClr val="335276"/>
                          </a:solidFill>
                          <a:latin typeface="Arial"/>
                          <a:cs typeface="Arial"/>
                        </a:rPr>
                        <a:t> </a:t>
                      </a:r>
                      <a:r>
                        <a:rPr sz="1400" b="1" spc="-5" dirty="0">
                          <a:solidFill>
                            <a:srgbClr val="335276"/>
                          </a:solidFill>
                          <a:latin typeface="Arial"/>
                          <a:cs typeface="Arial"/>
                        </a:rPr>
                        <a:t>issues</a:t>
                      </a:r>
                      <a:r>
                        <a:rPr sz="1400" b="1" spc="-25" dirty="0">
                          <a:solidFill>
                            <a:srgbClr val="335276"/>
                          </a:solidFill>
                          <a:latin typeface="Arial"/>
                          <a:cs typeface="Arial"/>
                        </a:rPr>
                        <a:t> </a:t>
                      </a:r>
                      <a:r>
                        <a:rPr sz="1400" b="1" spc="-5" dirty="0">
                          <a:solidFill>
                            <a:srgbClr val="335276"/>
                          </a:solidFill>
                          <a:latin typeface="Arial"/>
                          <a:cs typeface="Arial"/>
                        </a:rPr>
                        <a:t>and</a:t>
                      </a:r>
                      <a:r>
                        <a:rPr sz="1400" b="1" spc="-35" dirty="0">
                          <a:solidFill>
                            <a:srgbClr val="335276"/>
                          </a:solidFill>
                          <a:latin typeface="Arial"/>
                          <a:cs typeface="Arial"/>
                        </a:rPr>
                        <a:t> </a:t>
                      </a:r>
                      <a:r>
                        <a:rPr sz="1400" b="1" spc="-5" dirty="0">
                          <a:solidFill>
                            <a:srgbClr val="335276"/>
                          </a:solidFill>
                          <a:latin typeface="Arial"/>
                          <a:cs typeface="Arial"/>
                        </a:rPr>
                        <a:t>the </a:t>
                      </a:r>
                      <a:r>
                        <a:rPr sz="1400" b="1" spc="-10" dirty="0">
                          <a:solidFill>
                            <a:srgbClr val="335276"/>
                          </a:solidFill>
                          <a:latin typeface="Arial"/>
                          <a:cs typeface="Arial"/>
                        </a:rPr>
                        <a:t>consequent</a:t>
                      </a:r>
                      <a:r>
                        <a:rPr sz="1400" b="1" spc="-50" dirty="0">
                          <a:solidFill>
                            <a:srgbClr val="335276"/>
                          </a:solidFill>
                          <a:latin typeface="Arial"/>
                          <a:cs typeface="Arial"/>
                        </a:rPr>
                        <a:t> </a:t>
                      </a:r>
                      <a:r>
                        <a:rPr sz="1400" b="1" spc="-5" dirty="0">
                          <a:solidFill>
                            <a:srgbClr val="335276"/>
                          </a:solidFill>
                          <a:latin typeface="Arial"/>
                          <a:cs typeface="Arial"/>
                        </a:rPr>
                        <a:t>responsibilities </a:t>
                      </a:r>
                      <a:r>
                        <a:rPr sz="1400" b="1" spc="-375" dirty="0">
                          <a:solidFill>
                            <a:srgbClr val="335276"/>
                          </a:solidFill>
                          <a:latin typeface="Arial"/>
                          <a:cs typeface="Arial"/>
                        </a:rPr>
                        <a:t> </a:t>
                      </a:r>
                      <a:r>
                        <a:rPr sz="1400" b="1" spc="-5" dirty="0">
                          <a:solidFill>
                            <a:srgbClr val="335276"/>
                          </a:solidFill>
                          <a:latin typeface="Arial"/>
                          <a:cs typeface="Arial"/>
                        </a:rPr>
                        <a:t>relevant</a:t>
                      </a:r>
                      <a:r>
                        <a:rPr sz="1400" b="1" spc="-35" dirty="0">
                          <a:solidFill>
                            <a:srgbClr val="335276"/>
                          </a:solidFill>
                          <a:latin typeface="Arial"/>
                          <a:cs typeface="Arial"/>
                        </a:rPr>
                        <a:t> </a:t>
                      </a:r>
                      <a:r>
                        <a:rPr sz="1400" b="1" spc="-10" dirty="0">
                          <a:solidFill>
                            <a:srgbClr val="335276"/>
                          </a:solidFill>
                          <a:latin typeface="Arial"/>
                          <a:cs typeface="Arial"/>
                        </a:rPr>
                        <a:t>to</a:t>
                      </a:r>
                      <a:r>
                        <a:rPr sz="1400" b="1" spc="5" dirty="0">
                          <a:solidFill>
                            <a:srgbClr val="335276"/>
                          </a:solidFill>
                          <a:latin typeface="Arial"/>
                          <a:cs typeface="Arial"/>
                        </a:rPr>
                        <a:t> </a:t>
                      </a:r>
                      <a:r>
                        <a:rPr sz="1400" b="1" spc="-5" dirty="0">
                          <a:solidFill>
                            <a:srgbClr val="335276"/>
                          </a:solidFill>
                          <a:latin typeface="Arial"/>
                          <a:cs typeface="Arial"/>
                        </a:rPr>
                        <a:t>the</a:t>
                      </a:r>
                      <a:r>
                        <a:rPr sz="1400" b="1" spc="-10" dirty="0">
                          <a:solidFill>
                            <a:srgbClr val="335276"/>
                          </a:solidFill>
                          <a:latin typeface="Arial"/>
                          <a:cs typeface="Arial"/>
                        </a:rPr>
                        <a:t> professional</a:t>
                      </a:r>
                      <a:r>
                        <a:rPr sz="1400" b="1" spc="-5" dirty="0">
                          <a:solidFill>
                            <a:srgbClr val="335276"/>
                          </a:solidFill>
                          <a:latin typeface="Arial"/>
                          <a:cs typeface="Arial"/>
                        </a:rPr>
                        <a:t> </a:t>
                      </a:r>
                      <a:r>
                        <a:rPr sz="1400" b="1" spc="-10" dirty="0">
                          <a:solidFill>
                            <a:srgbClr val="335276"/>
                          </a:solidFill>
                          <a:latin typeface="Arial"/>
                          <a:cs typeface="Arial"/>
                        </a:rPr>
                        <a:t>engineering</a:t>
                      </a:r>
                      <a:r>
                        <a:rPr sz="1400" b="1" spc="15" dirty="0">
                          <a:solidFill>
                            <a:srgbClr val="335276"/>
                          </a:solidFill>
                          <a:latin typeface="Arial"/>
                          <a:cs typeface="Arial"/>
                        </a:rPr>
                        <a:t> </a:t>
                      </a:r>
                      <a:r>
                        <a:rPr sz="1400" b="1" spc="-10" dirty="0">
                          <a:solidFill>
                            <a:srgbClr val="335276"/>
                          </a:solidFill>
                          <a:latin typeface="Arial"/>
                          <a:cs typeface="Arial"/>
                        </a:rPr>
                        <a:t>practice.</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extLst>
                  <a:ext uri="{0D108BD9-81ED-4DB2-BD59-A6C34878D82A}">
                    <a16:rowId xmlns:a16="http://schemas.microsoft.com/office/drawing/2014/main" val="10008"/>
                  </a:ext>
                </a:extLst>
              </a:tr>
              <a:tr h="902842">
                <a:tc rowSpan="2">
                  <a:txBody>
                    <a:bodyPr/>
                    <a:lstStyle/>
                    <a:p>
                      <a:pPr marL="36195">
                        <a:lnSpc>
                          <a:spcPts val="1575"/>
                        </a:lnSpc>
                      </a:pPr>
                      <a:r>
                        <a:rPr sz="1400" b="1" dirty="0">
                          <a:solidFill>
                            <a:srgbClr val="335276"/>
                          </a:solidFill>
                          <a:latin typeface="Arial"/>
                          <a:cs typeface="Arial"/>
                        </a:rPr>
                        <a:t>7</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marL="36195">
                        <a:lnSpc>
                          <a:spcPts val="1575"/>
                        </a:lnSpc>
                      </a:pPr>
                      <a:r>
                        <a:rPr sz="1400" b="1" spc="-5" dirty="0">
                          <a:solidFill>
                            <a:srgbClr val="335276"/>
                          </a:solidFill>
                          <a:latin typeface="Arial"/>
                          <a:cs typeface="Arial"/>
                        </a:rPr>
                        <a:t>PO7</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marL="36195">
                        <a:lnSpc>
                          <a:spcPts val="1600"/>
                        </a:lnSpc>
                      </a:pPr>
                      <a:r>
                        <a:rPr sz="1400" b="1" spc="-15" dirty="0">
                          <a:solidFill>
                            <a:srgbClr val="335276"/>
                          </a:solidFill>
                          <a:latin typeface="Arial"/>
                          <a:cs typeface="Arial"/>
                        </a:rPr>
                        <a:t>Environment</a:t>
                      </a:r>
                      <a:r>
                        <a:rPr sz="1400" b="1" spc="-40" dirty="0">
                          <a:solidFill>
                            <a:srgbClr val="335276"/>
                          </a:solidFill>
                          <a:latin typeface="Arial"/>
                          <a:cs typeface="Arial"/>
                        </a:rPr>
                        <a:t> </a:t>
                      </a:r>
                      <a:r>
                        <a:rPr sz="1400" b="1" spc="-15" dirty="0">
                          <a:solidFill>
                            <a:srgbClr val="335276"/>
                          </a:solidFill>
                          <a:latin typeface="Arial"/>
                          <a:cs typeface="Arial"/>
                        </a:rPr>
                        <a:t>and</a:t>
                      </a:r>
                      <a:endParaRPr sz="1400">
                        <a:latin typeface="Arial"/>
                        <a:cs typeface="Arial"/>
                      </a:endParaRPr>
                    </a:p>
                    <a:p>
                      <a:pPr marL="36195">
                        <a:lnSpc>
                          <a:spcPct val="100000"/>
                        </a:lnSpc>
                        <a:spcBef>
                          <a:spcPts val="120"/>
                        </a:spcBef>
                      </a:pPr>
                      <a:r>
                        <a:rPr sz="1400" b="1" spc="-5" dirty="0">
                          <a:solidFill>
                            <a:srgbClr val="335276"/>
                          </a:solidFill>
                          <a:latin typeface="Arial"/>
                          <a:cs typeface="Arial"/>
                        </a:rPr>
                        <a:t>sustainability</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marL="39370">
                        <a:lnSpc>
                          <a:spcPts val="1600"/>
                        </a:lnSpc>
                      </a:pPr>
                      <a:r>
                        <a:rPr sz="1400" b="1" spc="-5" dirty="0">
                          <a:solidFill>
                            <a:srgbClr val="335276"/>
                          </a:solidFill>
                          <a:latin typeface="Arial"/>
                          <a:cs typeface="Arial"/>
                        </a:rPr>
                        <a:t>Understand</a:t>
                      </a:r>
                      <a:r>
                        <a:rPr sz="1400" b="1" spc="-65" dirty="0">
                          <a:solidFill>
                            <a:srgbClr val="335276"/>
                          </a:solidFill>
                          <a:latin typeface="Arial"/>
                          <a:cs typeface="Arial"/>
                        </a:rPr>
                        <a:t> </a:t>
                      </a:r>
                      <a:r>
                        <a:rPr sz="1400" b="1" spc="-5" dirty="0">
                          <a:solidFill>
                            <a:srgbClr val="335276"/>
                          </a:solidFill>
                          <a:latin typeface="Arial"/>
                          <a:cs typeface="Arial"/>
                        </a:rPr>
                        <a:t>the</a:t>
                      </a:r>
                      <a:r>
                        <a:rPr sz="1400" b="1" spc="-60" dirty="0">
                          <a:solidFill>
                            <a:srgbClr val="335276"/>
                          </a:solidFill>
                          <a:latin typeface="Arial"/>
                          <a:cs typeface="Arial"/>
                        </a:rPr>
                        <a:t> </a:t>
                      </a:r>
                      <a:r>
                        <a:rPr sz="1400" b="1" spc="-5" dirty="0">
                          <a:solidFill>
                            <a:srgbClr val="335276"/>
                          </a:solidFill>
                          <a:latin typeface="Arial"/>
                          <a:cs typeface="Arial"/>
                        </a:rPr>
                        <a:t>impact</a:t>
                      </a:r>
                      <a:r>
                        <a:rPr sz="1400" b="1" spc="-60" dirty="0">
                          <a:solidFill>
                            <a:srgbClr val="335276"/>
                          </a:solidFill>
                          <a:latin typeface="Arial"/>
                          <a:cs typeface="Arial"/>
                        </a:rPr>
                        <a:t> </a:t>
                      </a:r>
                      <a:r>
                        <a:rPr sz="1400" b="1" dirty="0">
                          <a:solidFill>
                            <a:srgbClr val="335276"/>
                          </a:solidFill>
                          <a:latin typeface="Arial"/>
                          <a:cs typeface="Arial"/>
                        </a:rPr>
                        <a:t>of</a:t>
                      </a:r>
                      <a:r>
                        <a:rPr sz="1400" b="1" spc="-65" dirty="0">
                          <a:solidFill>
                            <a:srgbClr val="335276"/>
                          </a:solidFill>
                          <a:latin typeface="Arial"/>
                          <a:cs typeface="Arial"/>
                        </a:rPr>
                        <a:t> </a:t>
                      </a:r>
                      <a:r>
                        <a:rPr sz="1400" b="1" spc="-5" dirty="0">
                          <a:solidFill>
                            <a:srgbClr val="335276"/>
                          </a:solidFill>
                          <a:latin typeface="Arial"/>
                          <a:cs typeface="Arial"/>
                        </a:rPr>
                        <a:t>the</a:t>
                      </a:r>
                      <a:r>
                        <a:rPr sz="1400" b="1" spc="-35" dirty="0">
                          <a:solidFill>
                            <a:srgbClr val="335276"/>
                          </a:solidFill>
                          <a:latin typeface="Arial"/>
                          <a:cs typeface="Arial"/>
                        </a:rPr>
                        <a:t> </a:t>
                      </a:r>
                      <a:r>
                        <a:rPr sz="1400" b="1" spc="-5" dirty="0">
                          <a:solidFill>
                            <a:srgbClr val="335276"/>
                          </a:solidFill>
                          <a:latin typeface="Arial"/>
                          <a:cs typeface="Arial"/>
                        </a:rPr>
                        <a:t>professional</a:t>
                      </a:r>
                      <a:r>
                        <a:rPr sz="1400" b="1" spc="-50" dirty="0">
                          <a:solidFill>
                            <a:srgbClr val="335276"/>
                          </a:solidFill>
                          <a:latin typeface="Arial"/>
                          <a:cs typeface="Arial"/>
                        </a:rPr>
                        <a:t> </a:t>
                      </a:r>
                      <a:r>
                        <a:rPr sz="1400" b="1" spc="-5" dirty="0">
                          <a:solidFill>
                            <a:srgbClr val="335276"/>
                          </a:solidFill>
                          <a:latin typeface="Arial"/>
                          <a:cs typeface="Arial"/>
                        </a:rPr>
                        <a:t>engineering</a:t>
                      </a:r>
                      <a:r>
                        <a:rPr sz="1400" b="1" spc="-55" dirty="0">
                          <a:solidFill>
                            <a:srgbClr val="335276"/>
                          </a:solidFill>
                          <a:latin typeface="Arial"/>
                          <a:cs typeface="Arial"/>
                        </a:rPr>
                        <a:t> </a:t>
                      </a:r>
                      <a:r>
                        <a:rPr sz="1400" b="1" spc="-5" dirty="0">
                          <a:solidFill>
                            <a:srgbClr val="335276"/>
                          </a:solidFill>
                          <a:latin typeface="Arial"/>
                          <a:cs typeface="Arial"/>
                        </a:rPr>
                        <a:t>solutions</a:t>
                      </a:r>
                      <a:r>
                        <a:rPr sz="1400" b="1" spc="-75" dirty="0">
                          <a:solidFill>
                            <a:srgbClr val="335276"/>
                          </a:solidFill>
                          <a:latin typeface="Arial"/>
                          <a:cs typeface="Arial"/>
                        </a:rPr>
                        <a:t> </a:t>
                      </a:r>
                      <a:r>
                        <a:rPr sz="1400" b="1" spc="5" dirty="0">
                          <a:solidFill>
                            <a:srgbClr val="335276"/>
                          </a:solidFill>
                          <a:latin typeface="Arial"/>
                          <a:cs typeface="Arial"/>
                        </a:rPr>
                        <a:t>in</a:t>
                      </a:r>
                      <a:r>
                        <a:rPr sz="1400" b="1" spc="-65" dirty="0">
                          <a:solidFill>
                            <a:srgbClr val="335276"/>
                          </a:solidFill>
                          <a:latin typeface="Arial"/>
                          <a:cs typeface="Arial"/>
                        </a:rPr>
                        <a:t> </a:t>
                      </a:r>
                      <a:r>
                        <a:rPr sz="1400" b="1" spc="-5" dirty="0">
                          <a:solidFill>
                            <a:srgbClr val="335276"/>
                          </a:solidFill>
                          <a:latin typeface="Arial"/>
                          <a:cs typeface="Arial"/>
                        </a:rPr>
                        <a:t>societal</a:t>
                      </a:r>
                      <a:r>
                        <a:rPr sz="1400" b="1" spc="-50" dirty="0">
                          <a:solidFill>
                            <a:srgbClr val="335276"/>
                          </a:solidFill>
                          <a:latin typeface="Arial"/>
                          <a:cs typeface="Arial"/>
                        </a:rPr>
                        <a:t> </a:t>
                      </a:r>
                      <a:r>
                        <a:rPr sz="1400" b="1" spc="-5" dirty="0">
                          <a:solidFill>
                            <a:srgbClr val="335276"/>
                          </a:solidFill>
                          <a:latin typeface="Arial"/>
                          <a:cs typeface="Arial"/>
                        </a:rPr>
                        <a:t>and</a:t>
                      </a:r>
                      <a:endParaRPr sz="1400">
                        <a:latin typeface="Arial"/>
                        <a:cs typeface="Arial"/>
                      </a:endParaRPr>
                    </a:p>
                    <a:p>
                      <a:pPr marL="39370" marR="508000">
                        <a:lnSpc>
                          <a:spcPct val="107100"/>
                        </a:lnSpc>
                      </a:pPr>
                      <a:r>
                        <a:rPr sz="1400" b="1" spc="-5" dirty="0">
                          <a:solidFill>
                            <a:srgbClr val="335276"/>
                          </a:solidFill>
                          <a:latin typeface="Arial"/>
                          <a:cs typeface="Arial"/>
                        </a:rPr>
                        <a:t>environmental</a:t>
                      </a:r>
                      <a:r>
                        <a:rPr sz="1400" b="1" spc="-10" dirty="0">
                          <a:solidFill>
                            <a:srgbClr val="335276"/>
                          </a:solidFill>
                          <a:latin typeface="Arial"/>
                          <a:cs typeface="Arial"/>
                        </a:rPr>
                        <a:t> </a:t>
                      </a:r>
                      <a:r>
                        <a:rPr sz="1400" b="1" spc="-5" dirty="0">
                          <a:solidFill>
                            <a:srgbClr val="335276"/>
                          </a:solidFill>
                          <a:latin typeface="Arial"/>
                          <a:cs typeface="Arial"/>
                        </a:rPr>
                        <a:t>contexts,</a:t>
                      </a:r>
                      <a:r>
                        <a:rPr sz="1400" b="1" spc="15" dirty="0">
                          <a:solidFill>
                            <a:srgbClr val="335276"/>
                          </a:solidFill>
                          <a:latin typeface="Arial"/>
                          <a:cs typeface="Arial"/>
                        </a:rPr>
                        <a:t> </a:t>
                      </a:r>
                      <a:r>
                        <a:rPr sz="1400" b="1" spc="-5" dirty="0">
                          <a:solidFill>
                            <a:srgbClr val="335276"/>
                          </a:solidFill>
                          <a:latin typeface="Arial"/>
                          <a:cs typeface="Arial"/>
                        </a:rPr>
                        <a:t>and</a:t>
                      </a:r>
                      <a:r>
                        <a:rPr sz="1400" b="1" spc="5" dirty="0">
                          <a:solidFill>
                            <a:srgbClr val="335276"/>
                          </a:solidFill>
                          <a:latin typeface="Arial"/>
                          <a:cs typeface="Arial"/>
                        </a:rPr>
                        <a:t> </a:t>
                      </a:r>
                      <a:r>
                        <a:rPr sz="1400" b="1" spc="-10" dirty="0">
                          <a:solidFill>
                            <a:srgbClr val="335276"/>
                          </a:solidFill>
                          <a:latin typeface="Arial"/>
                          <a:cs typeface="Arial"/>
                        </a:rPr>
                        <a:t>demonstrate</a:t>
                      </a:r>
                      <a:r>
                        <a:rPr sz="1400" b="1" spc="-5" dirty="0">
                          <a:solidFill>
                            <a:srgbClr val="335276"/>
                          </a:solidFill>
                          <a:latin typeface="Arial"/>
                          <a:cs typeface="Arial"/>
                        </a:rPr>
                        <a:t> </a:t>
                      </a:r>
                      <a:r>
                        <a:rPr sz="1400" b="1" dirty="0">
                          <a:solidFill>
                            <a:srgbClr val="335276"/>
                          </a:solidFill>
                          <a:latin typeface="Arial"/>
                          <a:cs typeface="Arial"/>
                        </a:rPr>
                        <a:t>the</a:t>
                      </a:r>
                      <a:r>
                        <a:rPr sz="1400" b="1" spc="-5" dirty="0">
                          <a:solidFill>
                            <a:srgbClr val="335276"/>
                          </a:solidFill>
                          <a:latin typeface="Arial"/>
                          <a:cs typeface="Arial"/>
                        </a:rPr>
                        <a:t> knowledge</a:t>
                      </a:r>
                      <a:r>
                        <a:rPr sz="1400" b="1" spc="10" dirty="0">
                          <a:solidFill>
                            <a:srgbClr val="335276"/>
                          </a:solidFill>
                          <a:latin typeface="Arial"/>
                          <a:cs typeface="Arial"/>
                        </a:rPr>
                        <a:t> </a:t>
                      </a:r>
                      <a:r>
                        <a:rPr sz="1400" b="1" spc="-5" dirty="0">
                          <a:solidFill>
                            <a:srgbClr val="335276"/>
                          </a:solidFill>
                          <a:latin typeface="Arial"/>
                          <a:cs typeface="Arial"/>
                        </a:rPr>
                        <a:t>of, and</a:t>
                      </a:r>
                      <a:r>
                        <a:rPr sz="1400" b="1" spc="15" dirty="0">
                          <a:solidFill>
                            <a:srgbClr val="335276"/>
                          </a:solidFill>
                          <a:latin typeface="Arial"/>
                          <a:cs typeface="Arial"/>
                        </a:rPr>
                        <a:t> </a:t>
                      </a:r>
                      <a:r>
                        <a:rPr sz="1400" b="1" spc="-5" dirty="0">
                          <a:solidFill>
                            <a:srgbClr val="335276"/>
                          </a:solidFill>
                          <a:latin typeface="Arial"/>
                          <a:cs typeface="Arial"/>
                        </a:rPr>
                        <a:t>need</a:t>
                      </a:r>
                      <a:r>
                        <a:rPr sz="1400" b="1" spc="-15" dirty="0">
                          <a:solidFill>
                            <a:srgbClr val="335276"/>
                          </a:solidFill>
                          <a:latin typeface="Arial"/>
                          <a:cs typeface="Arial"/>
                        </a:rPr>
                        <a:t> </a:t>
                      </a:r>
                      <a:r>
                        <a:rPr sz="1400" b="1" dirty="0">
                          <a:solidFill>
                            <a:srgbClr val="335276"/>
                          </a:solidFill>
                          <a:latin typeface="Arial"/>
                          <a:cs typeface="Arial"/>
                        </a:rPr>
                        <a:t>for </a:t>
                      </a:r>
                      <a:r>
                        <a:rPr sz="1400" b="1" spc="-370" dirty="0">
                          <a:solidFill>
                            <a:srgbClr val="335276"/>
                          </a:solidFill>
                          <a:latin typeface="Arial"/>
                          <a:cs typeface="Arial"/>
                        </a:rPr>
                        <a:t> </a:t>
                      </a:r>
                      <a:r>
                        <a:rPr sz="1400" b="1" spc="-5" dirty="0">
                          <a:solidFill>
                            <a:srgbClr val="335276"/>
                          </a:solidFill>
                          <a:latin typeface="Arial"/>
                          <a:cs typeface="Arial"/>
                        </a:rPr>
                        <a:t>sustainable</a:t>
                      </a:r>
                      <a:endParaRPr sz="1400">
                        <a:latin typeface="Arial"/>
                        <a:cs typeface="Arial"/>
                      </a:endParaRPr>
                    </a:p>
                    <a:p>
                      <a:pPr marL="88265">
                        <a:lnSpc>
                          <a:spcPct val="100000"/>
                        </a:lnSpc>
                        <a:spcBef>
                          <a:spcPts val="25"/>
                        </a:spcBef>
                      </a:pPr>
                      <a:r>
                        <a:rPr sz="1400" b="1" spc="-10" dirty="0">
                          <a:solidFill>
                            <a:srgbClr val="335276"/>
                          </a:solidFill>
                          <a:latin typeface="Arial"/>
                          <a:cs typeface="Arial"/>
                        </a:rPr>
                        <a:t>development.</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9050">
                      <a:solidFill>
                        <a:srgbClr val="83992A"/>
                      </a:solidFill>
                      <a:prstDash val="solid"/>
                    </a:lnB>
                    <a:solidFill>
                      <a:srgbClr val="A9DDC5"/>
                    </a:solidFill>
                  </a:tcPr>
                </a:tc>
                <a:tc rowSpan="2">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extLst>
                  <a:ext uri="{0D108BD9-81ED-4DB2-BD59-A6C34878D82A}">
                    <a16:rowId xmlns:a16="http://schemas.microsoft.com/office/drawing/2014/main" val="10009"/>
                  </a:ext>
                </a:extLst>
              </a:tr>
              <a:tr h="94488">
                <a:tc vMerge="1">
                  <a:txBody>
                    <a:bodyPr/>
                    <a:lstStyle/>
                    <a:p>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2700">
                      <a:solidFill>
                        <a:srgbClr val="FFFFFF"/>
                      </a:solidFill>
                      <a:prstDash val="solid"/>
                    </a:lnB>
                    <a:solidFill>
                      <a:srgbClr val="A9DDC5"/>
                    </a:solidFill>
                  </a:tcPr>
                </a:tc>
                <a:tc>
                  <a:txBody>
                    <a:bodyPr/>
                    <a:lstStyle/>
                    <a:p>
                      <a:pPr>
                        <a:lnSpc>
                          <a:spcPct val="100000"/>
                        </a:lnSpc>
                      </a:pPr>
                      <a:endParaRPr sz="400">
                        <a:latin typeface="Times New Roman"/>
                        <a:cs typeface="Times New Roman"/>
                      </a:endParaRPr>
                    </a:p>
                  </a:txBody>
                  <a:tcPr marL="0" marR="0" marT="0" marB="0">
                    <a:lnL w="19050">
                      <a:solidFill>
                        <a:srgbClr val="83992A"/>
                      </a:solidFill>
                      <a:prstDash val="solid"/>
                    </a:lnL>
                    <a:lnR w="12700">
                      <a:solidFill>
                        <a:srgbClr val="FFFFFF"/>
                      </a:solidFill>
                      <a:prstDash val="solid"/>
                    </a:lnR>
                    <a:lnT w="19050">
                      <a:solidFill>
                        <a:srgbClr val="83992A"/>
                      </a:solidFill>
                      <a:prstDash val="solid"/>
                    </a:lnT>
                    <a:lnB w="12700">
                      <a:solidFill>
                        <a:srgbClr val="FFFFFF"/>
                      </a:solidFill>
                      <a:prstDash val="solid"/>
                    </a:lnB>
                    <a:solidFill>
                      <a:srgbClr val="A9DDC5"/>
                    </a:solidFill>
                  </a:tcPr>
                </a:tc>
                <a:tc>
                  <a:txBody>
                    <a:bodyPr/>
                    <a:lstStyle/>
                    <a:p>
                      <a:pPr>
                        <a:lnSpc>
                          <a:spcPct val="100000"/>
                        </a:lnSpc>
                      </a:pPr>
                      <a:endParaRPr sz="400">
                        <a:latin typeface="Times New Roman"/>
                        <a:cs typeface="Times New Roman"/>
                      </a:endParaRPr>
                    </a:p>
                  </a:txBody>
                  <a:tcPr marL="0" marR="0" marT="0" marB="0">
                    <a:lnL w="12700">
                      <a:solidFill>
                        <a:srgbClr val="FFFFFF"/>
                      </a:solidFill>
                      <a:prstDash val="solid"/>
                    </a:lnL>
                    <a:lnR w="12700">
                      <a:solidFill>
                        <a:srgbClr val="FFFFFF"/>
                      </a:solidFill>
                      <a:prstDash val="solid"/>
                    </a:lnR>
                    <a:lnT w="19050">
                      <a:solidFill>
                        <a:srgbClr val="83992A"/>
                      </a:solidFill>
                      <a:prstDash val="solid"/>
                    </a:lnT>
                    <a:lnB w="12700">
                      <a:solidFill>
                        <a:srgbClr val="FFFFFF"/>
                      </a:solidFill>
                      <a:prstDash val="solid"/>
                    </a:lnB>
                    <a:solidFill>
                      <a:srgbClr val="A9DDC5"/>
                    </a:solidFill>
                  </a:tcPr>
                </a:tc>
                <a:tc>
                  <a:txBody>
                    <a:bodyPr/>
                    <a:lstStyle/>
                    <a:p>
                      <a:pPr>
                        <a:lnSpc>
                          <a:spcPct val="100000"/>
                        </a:lnSpc>
                      </a:pPr>
                      <a:endParaRPr sz="400">
                        <a:latin typeface="Times New Roman"/>
                        <a:cs typeface="Times New Roman"/>
                      </a:endParaRPr>
                    </a:p>
                  </a:txBody>
                  <a:tcPr marL="0" marR="0" marT="0" marB="0">
                    <a:lnL w="12700">
                      <a:solidFill>
                        <a:srgbClr val="FFFFFF"/>
                      </a:solidFill>
                      <a:prstDash val="solid"/>
                    </a:lnL>
                    <a:lnR w="12700">
                      <a:solidFill>
                        <a:srgbClr val="FFFFFF"/>
                      </a:solidFill>
                      <a:prstDash val="solid"/>
                    </a:lnR>
                    <a:lnT w="19050">
                      <a:solidFill>
                        <a:srgbClr val="83992A"/>
                      </a:solidFill>
                      <a:prstDash val="solid"/>
                    </a:lnT>
                    <a:lnB w="12700">
                      <a:solidFill>
                        <a:srgbClr val="FFFFFF"/>
                      </a:solidFill>
                      <a:prstDash val="solid"/>
                    </a:lnB>
                    <a:solidFill>
                      <a:srgbClr val="A9DDC5"/>
                    </a:solidFill>
                  </a:tcPr>
                </a:tc>
                <a:tc>
                  <a:txBody>
                    <a:bodyPr/>
                    <a:lstStyle/>
                    <a:p>
                      <a:pPr>
                        <a:lnSpc>
                          <a:spcPct val="100000"/>
                        </a:lnSpc>
                      </a:pPr>
                      <a:endParaRPr sz="400" dirty="0">
                        <a:latin typeface="Times New Roman"/>
                        <a:cs typeface="Times New Roman"/>
                      </a:endParaRPr>
                    </a:p>
                  </a:txBody>
                  <a:tcPr marL="0" marR="0" marT="0" marB="0">
                    <a:lnL w="12700">
                      <a:solidFill>
                        <a:srgbClr val="FFFFFF"/>
                      </a:solidFill>
                      <a:prstDash val="solid"/>
                    </a:lnL>
                    <a:lnR w="19050">
                      <a:solidFill>
                        <a:srgbClr val="83992A"/>
                      </a:solidFill>
                      <a:prstDash val="solid"/>
                    </a:lnR>
                    <a:lnT w="19050">
                      <a:solidFill>
                        <a:srgbClr val="83992A"/>
                      </a:solidFill>
                      <a:prstDash val="solid"/>
                    </a:lnT>
                    <a:lnB w="12700">
                      <a:solidFill>
                        <a:srgbClr val="FFFFFF"/>
                      </a:solidFill>
                      <a:prstDash val="solid"/>
                    </a:lnB>
                    <a:solidFill>
                      <a:srgbClr val="A9DDC5"/>
                    </a:solidFill>
                  </a:tcPr>
                </a:tc>
                <a:tc vMerge="1">
                  <a:txBody>
                    <a:bodyPr/>
                    <a:lstStyle/>
                    <a:p>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2" cstate="print"/>
            <a:stretch>
              <a:fillRect/>
            </a:stretch>
          </p:blipFill>
          <p:spPr>
            <a:xfrm>
              <a:off x="0" y="3154679"/>
              <a:ext cx="762000" cy="605154"/>
            </a:xfrm>
            <a:prstGeom prst="rect">
              <a:avLst/>
            </a:prstGeom>
          </p:spPr>
        </p:pic>
        <p:pic>
          <p:nvPicPr>
            <p:cNvPr id="4" name="object 4"/>
            <p:cNvPicPr/>
            <p:nvPr/>
          </p:nvPicPr>
          <p:blipFill>
            <a:blip r:embed="rId3" cstate="print"/>
            <a:stretch>
              <a:fillRect/>
            </a:stretch>
          </p:blipFill>
          <p:spPr>
            <a:xfrm>
              <a:off x="11437619" y="3154679"/>
              <a:ext cx="754379" cy="605154"/>
            </a:xfrm>
            <a:prstGeom prst="rect">
              <a:avLst/>
            </a:prstGeom>
          </p:spPr>
        </p:pic>
      </p:grpSp>
      <p:graphicFrame>
        <p:nvGraphicFramePr>
          <p:cNvPr id="5" name="object 5"/>
          <p:cNvGraphicFramePr>
            <a:graphicFrameLocks noGrp="1"/>
          </p:cNvGraphicFramePr>
          <p:nvPr>
            <p:extLst>
              <p:ext uri="{D42A27DB-BD31-4B8C-83A1-F6EECF244321}">
                <p14:modId xmlns:p14="http://schemas.microsoft.com/office/powerpoint/2010/main" val="1631127508"/>
              </p:ext>
            </p:extLst>
          </p:nvPr>
        </p:nvGraphicFramePr>
        <p:xfrm>
          <a:off x="377952" y="625120"/>
          <a:ext cx="11209654" cy="5607760"/>
        </p:xfrm>
        <a:graphic>
          <a:graphicData uri="http://schemas.openxmlformats.org/drawingml/2006/table">
            <a:tbl>
              <a:tblPr firstRow="1" bandRow="1">
                <a:tableStyleId>{2D5ABB26-0587-4C30-8999-92F81FD0307C}</a:tableStyleId>
              </a:tblPr>
              <a:tblGrid>
                <a:gridCol w="386323">
                  <a:extLst>
                    <a:ext uri="{9D8B030D-6E8A-4147-A177-3AD203B41FA5}">
                      <a16:colId xmlns:a16="http://schemas.microsoft.com/office/drawing/2014/main" val="20000"/>
                    </a:ext>
                  </a:extLst>
                </a:gridCol>
                <a:gridCol w="330592">
                  <a:extLst>
                    <a:ext uri="{9D8B030D-6E8A-4147-A177-3AD203B41FA5}">
                      <a16:colId xmlns:a16="http://schemas.microsoft.com/office/drawing/2014/main" val="20001"/>
                    </a:ext>
                  </a:extLst>
                </a:gridCol>
                <a:gridCol w="1252855">
                  <a:extLst>
                    <a:ext uri="{9D8B030D-6E8A-4147-A177-3AD203B41FA5}">
                      <a16:colId xmlns:a16="http://schemas.microsoft.com/office/drawing/2014/main" val="20002"/>
                    </a:ext>
                  </a:extLst>
                </a:gridCol>
                <a:gridCol w="2383790">
                  <a:extLst>
                    <a:ext uri="{9D8B030D-6E8A-4147-A177-3AD203B41FA5}">
                      <a16:colId xmlns:a16="http://schemas.microsoft.com/office/drawing/2014/main" val="20003"/>
                    </a:ext>
                  </a:extLst>
                </a:gridCol>
                <a:gridCol w="6606540">
                  <a:extLst>
                    <a:ext uri="{9D8B030D-6E8A-4147-A177-3AD203B41FA5}">
                      <a16:colId xmlns:a16="http://schemas.microsoft.com/office/drawing/2014/main" val="20004"/>
                    </a:ext>
                  </a:extLst>
                </a:gridCol>
                <a:gridCol w="249554">
                  <a:extLst>
                    <a:ext uri="{9D8B030D-6E8A-4147-A177-3AD203B41FA5}">
                      <a16:colId xmlns:a16="http://schemas.microsoft.com/office/drawing/2014/main" val="20005"/>
                    </a:ext>
                  </a:extLst>
                </a:gridCol>
              </a:tblGrid>
              <a:tr h="704469">
                <a:tc>
                  <a:txBody>
                    <a:bodyPr/>
                    <a:lstStyle/>
                    <a:p>
                      <a:pPr marL="81915">
                        <a:lnSpc>
                          <a:spcPts val="1600"/>
                        </a:lnSpc>
                      </a:pPr>
                      <a:r>
                        <a:rPr sz="1400" b="1" spc="-10" dirty="0">
                          <a:solidFill>
                            <a:srgbClr val="335276"/>
                          </a:solidFill>
                          <a:latin typeface="Arial"/>
                          <a:cs typeface="Arial"/>
                        </a:rPr>
                        <a:t>8.</a:t>
                      </a:r>
                      <a:endParaRPr sz="140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381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9050">
                      <a:solidFill>
                        <a:srgbClr val="83992A"/>
                      </a:solidFill>
                      <a:prstDash val="solid"/>
                    </a:lnT>
                    <a:lnB w="38100">
                      <a:solidFill>
                        <a:srgbClr val="FFFFFF"/>
                      </a:solidFill>
                      <a:prstDash val="solid"/>
                    </a:lnB>
                    <a:solidFill>
                      <a:srgbClr val="A9DDC5"/>
                    </a:solidFill>
                  </a:tcPr>
                </a:tc>
                <a:tc>
                  <a:txBody>
                    <a:bodyPr/>
                    <a:lstStyle/>
                    <a:p>
                      <a:pPr marL="78740">
                        <a:lnSpc>
                          <a:spcPts val="1600"/>
                        </a:lnSpc>
                      </a:pPr>
                      <a:r>
                        <a:rPr sz="1400" b="1" spc="-5" dirty="0">
                          <a:solidFill>
                            <a:srgbClr val="335276"/>
                          </a:solidFill>
                          <a:latin typeface="Arial"/>
                          <a:cs typeface="Arial"/>
                        </a:rPr>
                        <a:t>PO8</a:t>
                      </a:r>
                      <a:endParaRPr sz="1400" dirty="0">
                        <a:latin typeface="Arial"/>
                        <a:cs typeface="Arial"/>
                      </a:endParaRPr>
                    </a:p>
                  </a:txBody>
                  <a:tcPr marL="0" marR="0" marT="0" marB="0">
                    <a:lnL w="12700">
                      <a:solidFill>
                        <a:srgbClr val="FFFFFF"/>
                      </a:solidFill>
                      <a:prstDash val="solid"/>
                    </a:lnL>
                    <a:lnR w="12700">
                      <a:solidFill>
                        <a:srgbClr val="FFFFFF"/>
                      </a:solidFill>
                      <a:prstDash val="solid"/>
                    </a:lnR>
                    <a:lnT w="19050">
                      <a:solidFill>
                        <a:srgbClr val="83992A"/>
                      </a:solidFill>
                      <a:prstDash val="solid"/>
                    </a:lnT>
                    <a:lnB w="38100">
                      <a:solidFill>
                        <a:srgbClr val="FFFFFF"/>
                      </a:solidFill>
                      <a:prstDash val="solid"/>
                    </a:lnB>
                    <a:solidFill>
                      <a:srgbClr val="A9DDC5"/>
                    </a:solidFill>
                  </a:tcPr>
                </a:tc>
                <a:tc>
                  <a:txBody>
                    <a:bodyPr/>
                    <a:lstStyle/>
                    <a:p>
                      <a:pPr marL="81915">
                        <a:lnSpc>
                          <a:spcPts val="1600"/>
                        </a:lnSpc>
                      </a:pPr>
                      <a:r>
                        <a:rPr sz="1400" b="1" spc="-10" dirty="0">
                          <a:solidFill>
                            <a:srgbClr val="335276"/>
                          </a:solidFill>
                          <a:latin typeface="Arial"/>
                          <a:cs typeface="Arial"/>
                        </a:rPr>
                        <a:t>Ethics</a:t>
                      </a:r>
                      <a:endParaRPr sz="1400">
                        <a:latin typeface="Arial"/>
                        <a:cs typeface="Arial"/>
                      </a:endParaRPr>
                    </a:p>
                  </a:txBody>
                  <a:tcPr marL="0" marR="0" marT="0" marB="0">
                    <a:lnL w="12700">
                      <a:solidFill>
                        <a:srgbClr val="FFFFFF"/>
                      </a:solidFill>
                      <a:prstDash val="solid"/>
                    </a:lnL>
                    <a:lnR w="12700">
                      <a:solidFill>
                        <a:srgbClr val="FFFFFF"/>
                      </a:solidFill>
                      <a:prstDash val="solid"/>
                    </a:lnR>
                    <a:lnT w="19050">
                      <a:solidFill>
                        <a:srgbClr val="83992A"/>
                      </a:solidFill>
                      <a:prstDash val="solid"/>
                    </a:lnT>
                    <a:lnB w="38100">
                      <a:solidFill>
                        <a:srgbClr val="FFFFFF"/>
                      </a:solidFill>
                      <a:prstDash val="solid"/>
                    </a:lnB>
                    <a:solidFill>
                      <a:srgbClr val="A9DDC5"/>
                    </a:solidFill>
                  </a:tcPr>
                </a:tc>
                <a:tc>
                  <a:txBody>
                    <a:bodyPr/>
                    <a:lstStyle/>
                    <a:p>
                      <a:pPr marL="81915">
                        <a:lnSpc>
                          <a:spcPts val="1625"/>
                        </a:lnSpc>
                      </a:pPr>
                      <a:r>
                        <a:rPr sz="1400" b="1" spc="-5" dirty="0">
                          <a:solidFill>
                            <a:srgbClr val="335276"/>
                          </a:solidFill>
                          <a:latin typeface="Arial"/>
                          <a:cs typeface="Arial"/>
                        </a:rPr>
                        <a:t>Apply</a:t>
                      </a:r>
                      <a:r>
                        <a:rPr sz="1400" b="1" spc="-85" dirty="0">
                          <a:solidFill>
                            <a:srgbClr val="335276"/>
                          </a:solidFill>
                          <a:latin typeface="Arial"/>
                          <a:cs typeface="Arial"/>
                        </a:rPr>
                        <a:t> </a:t>
                      </a:r>
                      <a:r>
                        <a:rPr sz="1400" b="1" spc="-10" dirty="0">
                          <a:solidFill>
                            <a:srgbClr val="335276"/>
                          </a:solidFill>
                          <a:latin typeface="Arial"/>
                          <a:cs typeface="Arial"/>
                        </a:rPr>
                        <a:t>ethical</a:t>
                      </a:r>
                      <a:r>
                        <a:rPr sz="1400" b="1" spc="-60" dirty="0">
                          <a:solidFill>
                            <a:srgbClr val="335276"/>
                          </a:solidFill>
                          <a:latin typeface="Arial"/>
                          <a:cs typeface="Arial"/>
                        </a:rPr>
                        <a:t> </a:t>
                      </a:r>
                      <a:r>
                        <a:rPr sz="1400" b="1" spc="-5" dirty="0">
                          <a:solidFill>
                            <a:srgbClr val="335276"/>
                          </a:solidFill>
                          <a:latin typeface="Arial"/>
                          <a:cs typeface="Arial"/>
                        </a:rPr>
                        <a:t>principles</a:t>
                      </a:r>
                      <a:r>
                        <a:rPr sz="1400" b="1" spc="-55" dirty="0">
                          <a:solidFill>
                            <a:srgbClr val="335276"/>
                          </a:solidFill>
                          <a:latin typeface="Arial"/>
                          <a:cs typeface="Arial"/>
                        </a:rPr>
                        <a:t> </a:t>
                      </a:r>
                      <a:r>
                        <a:rPr sz="1400" b="1" spc="-5" dirty="0">
                          <a:solidFill>
                            <a:srgbClr val="335276"/>
                          </a:solidFill>
                          <a:latin typeface="Arial"/>
                          <a:cs typeface="Arial"/>
                        </a:rPr>
                        <a:t>and</a:t>
                      </a:r>
                      <a:r>
                        <a:rPr sz="1400" b="1" spc="-65" dirty="0">
                          <a:solidFill>
                            <a:srgbClr val="335276"/>
                          </a:solidFill>
                          <a:latin typeface="Arial"/>
                          <a:cs typeface="Arial"/>
                        </a:rPr>
                        <a:t> </a:t>
                      </a:r>
                      <a:r>
                        <a:rPr sz="1400" b="1" spc="-5" dirty="0">
                          <a:solidFill>
                            <a:srgbClr val="335276"/>
                          </a:solidFill>
                          <a:latin typeface="Arial"/>
                          <a:cs typeface="Arial"/>
                        </a:rPr>
                        <a:t>commit</a:t>
                      </a:r>
                      <a:r>
                        <a:rPr sz="1400" b="1" spc="-35" dirty="0">
                          <a:solidFill>
                            <a:srgbClr val="335276"/>
                          </a:solidFill>
                          <a:latin typeface="Arial"/>
                          <a:cs typeface="Arial"/>
                        </a:rPr>
                        <a:t> </a:t>
                      </a:r>
                      <a:r>
                        <a:rPr sz="1400" b="1" dirty="0">
                          <a:solidFill>
                            <a:srgbClr val="335276"/>
                          </a:solidFill>
                          <a:latin typeface="Arial"/>
                          <a:cs typeface="Arial"/>
                        </a:rPr>
                        <a:t>to</a:t>
                      </a:r>
                      <a:r>
                        <a:rPr sz="1400" b="1" spc="-45" dirty="0">
                          <a:solidFill>
                            <a:srgbClr val="335276"/>
                          </a:solidFill>
                          <a:latin typeface="Arial"/>
                          <a:cs typeface="Arial"/>
                        </a:rPr>
                        <a:t> </a:t>
                      </a:r>
                      <a:r>
                        <a:rPr sz="1400" b="1" spc="-5" dirty="0">
                          <a:solidFill>
                            <a:srgbClr val="335276"/>
                          </a:solidFill>
                          <a:latin typeface="Arial"/>
                          <a:cs typeface="Arial"/>
                        </a:rPr>
                        <a:t>professional</a:t>
                      </a:r>
                      <a:r>
                        <a:rPr sz="1400" b="1" spc="-30" dirty="0">
                          <a:solidFill>
                            <a:srgbClr val="335276"/>
                          </a:solidFill>
                          <a:latin typeface="Arial"/>
                          <a:cs typeface="Arial"/>
                        </a:rPr>
                        <a:t> </a:t>
                      </a:r>
                      <a:r>
                        <a:rPr sz="1400" b="1" spc="-5" dirty="0">
                          <a:solidFill>
                            <a:srgbClr val="335276"/>
                          </a:solidFill>
                          <a:latin typeface="Arial"/>
                          <a:cs typeface="Arial"/>
                        </a:rPr>
                        <a:t>ethics</a:t>
                      </a:r>
                      <a:r>
                        <a:rPr sz="1400" b="1" spc="-60" dirty="0">
                          <a:solidFill>
                            <a:srgbClr val="335276"/>
                          </a:solidFill>
                          <a:latin typeface="Arial"/>
                          <a:cs typeface="Arial"/>
                        </a:rPr>
                        <a:t> </a:t>
                      </a:r>
                      <a:r>
                        <a:rPr sz="1400" b="1" spc="-5" dirty="0">
                          <a:solidFill>
                            <a:srgbClr val="335276"/>
                          </a:solidFill>
                          <a:latin typeface="Arial"/>
                          <a:cs typeface="Arial"/>
                        </a:rPr>
                        <a:t>and</a:t>
                      </a:r>
                      <a:endParaRPr sz="1400">
                        <a:latin typeface="Arial"/>
                        <a:cs typeface="Arial"/>
                      </a:endParaRPr>
                    </a:p>
                    <a:p>
                      <a:pPr marL="81915">
                        <a:lnSpc>
                          <a:spcPct val="100000"/>
                        </a:lnSpc>
                        <a:spcBef>
                          <a:spcPts val="25"/>
                        </a:spcBef>
                      </a:pPr>
                      <a:r>
                        <a:rPr sz="1400" b="1" spc="-5" dirty="0">
                          <a:solidFill>
                            <a:srgbClr val="335276"/>
                          </a:solidFill>
                          <a:latin typeface="Arial"/>
                          <a:cs typeface="Arial"/>
                        </a:rPr>
                        <a:t>responsibilities</a:t>
                      </a:r>
                      <a:r>
                        <a:rPr sz="1400" b="1" spc="-60" dirty="0">
                          <a:solidFill>
                            <a:srgbClr val="335276"/>
                          </a:solidFill>
                          <a:latin typeface="Arial"/>
                          <a:cs typeface="Arial"/>
                        </a:rPr>
                        <a:t> </a:t>
                      </a:r>
                      <a:r>
                        <a:rPr sz="1400" b="1" spc="-5" dirty="0">
                          <a:solidFill>
                            <a:srgbClr val="335276"/>
                          </a:solidFill>
                          <a:latin typeface="Arial"/>
                          <a:cs typeface="Arial"/>
                        </a:rPr>
                        <a:t>and</a:t>
                      </a:r>
                      <a:r>
                        <a:rPr sz="1400" b="1" spc="-20" dirty="0">
                          <a:solidFill>
                            <a:srgbClr val="335276"/>
                          </a:solidFill>
                          <a:latin typeface="Arial"/>
                          <a:cs typeface="Arial"/>
                        </a:rPr>
                        <a:t> </a:t>
                      </a:r>
                      <a:r>
                        <a:rPr sz="1400" b="1" spc="-10" dirty="0">
                          <a:solidFill>
                            <a:srgbClr val="335276"/>
                          </a:solidFill>
                          <a:latin typeface="Arial"/>
                          <a:cs typeface="Arial"/>
                        </a:rPr>
                        <a:t>norms</a:t>
                      </a:r>
                      <a:r>
                        <a:rPr sz="1400" b="1" spc="-20" dirty="0">
                          <a:solidFill>
                            <a:srgbClr val="335276"/>
                          </a:solidFill>
                          <a:latin typeface="Arial"/>
                          <a:cs typeface="Arial"/>
                        </a:rPr>
                        <a:t> </a:t>
                      </a:r>
                      <a:r>
                        <a:rPr sz="1400" b="1" dirty="0">
                          <a:solidFill>
                            <a:srgbClr val="335276"/>
                          </a:solidFill>
                          <a:latin typeface="Arial"/>
                          <a:cs typeface="Arial"/>
                        </a:rPr>
                        <a:t>of</a:t>
                      </a:r>
                      <a:r>
                        <a:rPr sz="1400" b="1" spc="-45" dirty="0">
                          <a:solidFill>
                            <a:srgbClr val="335276"/>
                          </a:solidFill>
                          <a:latin typeface="Arial"/>
                          <a:cs typeface="Arial"/>
                        </a:rPr>
                        <a:t> </a:t>
                      </a:r>
                      <a:r>
                        <a:rPr sz="1400" b="1" spc="-5" dirty="0">
                          <a:solidFill>
                            <a:srgbClr val="335276"/>
                          </a:solidFill>
                          <a:latin typeface="Arial"/>
                          <a:cs typeface="Arial"/>
                        </a:rPr>
                        <a:t>the</a:t>
                      </a:r>
                      <a:r>
                        <a:rPr sz="1400" b="1" spc="-20" dirty="0">
                          <a:solidFill>
                            <a:srgbClr val="335276"/>
                          </a:solidFill>
                          <a:latin typeface="Arial"/>
                          <a:cs typeface="Arial"/>
                        </a:rPr>
                        <a:t> </a:t>
                      </a:r>
                      <a:r>
                        <a:rPr sz="1400" b="1" spc="-5" dirty="0">
                          <a:solidFill>
                            <a:srgbClr val="335276"/>
                          </a:solidFill>
                          <a:latin typeface="Arial"/>
                          <a:cs typeface="Arial"/>
                        </a:rPr>
                        <a:t>engineering</a:t>
                      </a:r>
                      <a:r>
                        <a:rPr sz="1400" b="1" spc="-40" dirty="0">
                          <a:solidFill>
                            <a:srgbClr val="335276"/>
                          </a:solidFill>
                          <a:latin typeface="Arial"/>
                          <a:cs typeface="Arial"/>
                        </a:rPr>
                        <a:t> </a:t>
                      </a:r>
                      <a:r>
                        <a:rPr sz="1400" b="1" spc="-5" dirty="0">
                          <a:solidFill>
                            <a:srgbClr val="335276"/>
                          </a:solidFill>
                          <a:latin typeface="Arial"/>
                          <a:cs typeface="Arial"/>
                        </a:rPr>
                        <a:t>practice.</a:t>
                      </a:r>
                      <a:endParaRPr sz="1400">
                        <a:latin typeface="Arial"/>
                        <a:cs typeface="Arial"/>
                      </a:endParaRPr>
                    </a:p>
                  </a:txBody>
                  <a:tcPr marL="0" marR="0" marT="0" marB="0">
                    <a:lnL w="12700">
                      <a:solidFill>
                        <a:srgbClr val="FFFFFF"/>
                      </a:solidFill>
                      <a:prstDash val="solid"/>
                    </a:lnL>
                    <a:lnR w="12700">
                      <a:solidFill>
                        <a:srgbClr val="FFFFFF"/>
                      </a:solidFill>
                      <a:prstDash val="solid"/>
                    </a:lnR>
                    <a:lnT w="19050">
                      <a:solidFill>
                        <a:srgbClr val="83992A"/>
                      </a:solidFill>
                      <a:prstDash val="solid"/>
                    </a:lnT>
                    <a:lnB w="38100">
                      <a:solidFill>
                        <a:srgbClr val="FFFFFF"/>
                      </a:solidFill>
                      <a:prstDash val="solid"/>
                    </a:lnB>
                    <a:solidFill>
                      <a:srgbClr val="A9DDC5"/>
                    </a:solidFill>
                  </a:tcPr>
                </a:tc>
                <a:tc rowSpan="5">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9050">
                      <a:solidFill>
                        <a:srgbClr val="83992A"/>
                      </a:solidFill>
                      <a:prstDash val="solid"/>
                    </a:lnR>
                    <a:lnT w="19050">
                      <a:solidFill>
                        <a:srgbClr val="83992A"/>
                      </a:solidFill>
                      <a:prstDash val="solid"/>
                    </a:lnT>
                  </a:tcPr>
                </a:tc>
                <a:extLst>
                  <a:ext uri="{0D108BD9-81ED-4DB2-BD59-A6C34878D82A}">
                    <a16:rowId xmlns:a16="http://schemas.microsoft.com/office/drawing/2014/main" val="10000"/>
                  </a:ext>
                </a:extLst>
              </a:tr>
              <a:tr h="484886">
                <a:tc>
                  <a:txBody>
                    <a:bodyPr/>
                    <a:lstStyle/>
                    <a:p>
                      <a:pPr marL="81915">
                        <a:lnSpc>
                          <a:spcPts val="1625"/>
                        </a:lnSpc>
                      </a:pPr>
                      <a:r>
                        <a:rPr sz="1400" b="1" spc="-10" dirty="0">
                          <a:solidFill>
                            <a:srgbClr val="335276"/>
                          </a:solidFill>
                          <a:latin typeface="Arial"/>
                          <a:cs typeface="Arial"/>
                        </a:rPr>
                        <a:t>9.</a:t>
                      </a:r>
                      <a:endParaRPr sz="1400">
                        <a:latin typeface="Arial"/>
                        <a:cs typeface="Arial"/>
                      </a:endParaRPr>
                    </a:p>
                  </a:txBody>
                  <a:tcPr marL="0" marR="0" marT="0" marB="0">
                    <a:lnL w="12700">
                      <a:solidFill>
                        <a:srgbClr val="FFFFFF"/>
                      </a:solidFill>
                      <a:prstDash val="solid"/>
                    </a:lnL>
                    <a:lnR w="19050">
                      <a:solidFill>
                        <a:srgbClr val="83992A"/>
                      </a:solidFill>
                      <a:prstDash val="solid"/>
                    </a:lnR>
                    <a:lnT w="38100">
                      <a:solidFill>
                        <a:srgbClr val="FFFFFF"/>
                      </a:solidFill>
                      <a:prstDash val="solid"/>
                    </a:lnT>
                    <a:lnB w="38100">
                      <a:solidFill>
                        <a:srgbClr val="FFFFFF"/>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A9DDC5"/>
                    </a:solidFill>
                  </a:tcPr>
                </a:tc>
                <a:tc>
                  <a:txBody>
                    <a:bodyPr/>
                    <a:lstStyle/>
                    <a:p>
                      <a:pPr marL="78740">
                        <a:lnSpc>
                          <a:spcPts val="1625"/>
                        </a:lnSpc>
                      </a:pPr>
                      <a:r>
                        <a:rPr sz="1400" b="1" spc="-5" dirty="0">
                          <a:solidFill>
                            <a:srgbClr val="335276"/>
                          </a:solidFill>
                          <a:latin typeface="Arial"/>
                          <a:cs typeface="Arial"/>
                        </a:rPr>
                        <a:t>PO9</a:t>
                      </a:r>
                      <a:endParaRPr sz="14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A9DDC5"/>
                    </a:solidFill>
                  </a:tcPr>
                </a:tc>
                <a:tc>
                  <a:txBody>
                    <a:bodyPr/>
                    <a:lstStyle/>
                    <a:p>
                      <a:pPr marL="81915">
                        <a:lnSpc>
                          <a:spcPts val="1625"/>
                        </a:lnSpc>
                      </a:pPr>
                      <a:r>
                        <a:rPr sz="1400" b="1" spc="-10" dirty="0">
                          <a:solidFill>
                            <a:srgbClr val="335276"/>
                          </a:solidFill>
                          <a:latin typeface="Arial"/>
                          <a:cs typeface="Arial"/>
                        </a:rPr>
                        <a:t>Individual</a:t>
                      </a:r>
                      <a:r>
                        <a:rPr sz="1400" b="1" spc="-35" dirty="0">
                          <a:solidFill>
                            <a:srgbClr val="335276"/>
                          </a:solidFill>
                          <a:latin typeface="Arial"/>
                          <a:cs typeface="Arial"/>
                        </a:rPr>
                        <a:t> </a:t>
                      </a:r>
                      <a:r>
                        <a:rPr sz="1400" b="1" spc="-5" dirty="0">
                          <a:solidFill>
                            <a:srgbClr val="335276"/>
                          </a:solidFill>
                          <a:latin typeface="Arial"/>
                          <a:cs typeface="Arial"/>
                        </a:rPr>
                        <a:t>and</a:t>
                      </a:r>
                      <a:r>
                        <a:rPr sz="1400" b="1" spc="-50" dirty="0">
                          <a:solidFill>
                            <a:srgbClr val="335276"/>
                          </a:solidFill>
                          <a:latin typeface="Arial"/>
                          <a:cs typeface="Arial"/>
                        </a:rPr>
                        <a:t> </a:t>
                      </a:r>
                      <a:r>
                        <a:rPr sz="1400" b="1" spc="-10" dirty="0">
                          <a:solidFill>
                            <a:srgbClr val="335276"/>
                          </a:solidFill>
                          <a:latin typeface="Arial"/>
                          <a:cs typeface="Arial"/>
                        </a:rPr>
                        <a:t>team</a:t>
                      </a:r>
                      <a:r>
                        <a:rPr sz="1400" b="1" spc="-30" dirty="0">
                          <a:solidFill>
                            <a:srgbClr val="335276"/>
                          </a:solidFill>
                          <a:latin typeface="Arial"/>
                          <a:cs typeface="Arial"/>
                        </a:rPr>
                        <a:t> </a:t>
                      </a:r>
                      <a:r>
                        <a:rPr sz="1400" b="1" spc="-5" dirty="0">
                          <a:solidFill>
                            <a:srgbClr val="335276"/>
                          </a:solidFill>
                          <a:latin typeface="Arial"/>
                          <a:cs typeface="Arial"/>
                        </a:rPr>
                        <a:t>work</a:t>
                      </a:r>
                      <a:endParaRPr sz="14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A9DDC5"/>
                    </a:solidFill>
                  </a:tcPr>
                </a:tc>
                <a:tc>
                  <a:txBody>
                    <a:bodyPr/>
                    <a:lstStyle/>
                    <a:p>
                      <a:pPr marL="81915">
                        <a:lnSpc>
                          <a:spcPts val="1625"/>
                        </a:lnSpc>
                      </a:pPr>
                      <a:r>
                        <a:rPr sz="1400" b="1" spc="-10" dirty="0">
                          <a:solidFill>
                            <a:srgbClr val="335276"/>
                          </a:solidFill>
                          <a:latin typeface="Arial"/>
                          <a:cs typeface="Arial"/>
                        </a:rPr>
                        <a:t>Function</a:t>
                      </a:r>
                      <a:r>
                        <a:rPr sz="1400" b="1" spc="-60" dirty="0">
                          <a:solidFill>
                            <a:srgbClr val="335276"/>
                          </a:solidFill>
                          <a:latin typeface="Arial"/>
                          <a:cs typeface="Arial"/>
                        </a:rPr>
                        <a:t> </a:t>
                      </a:r>
                      <a:r>
                        <a:rPr sz="1400" b="1" spc="-5" dirty="0">
                          <a:solidFill>
                            <a:srgbClr val="335276"/>
                          </a:solidFill>
                          <a:latin typeface="Arial"/>
                          <a:cs typeface="Arial"/>
                        </a:rPr>
                        <a:t>effectively</a:t>
                      </a:r>
                      <a:r>
                        <a:rPr sz="1400" b="1" spc="-75" dirty="0">
                          <a:solidFill>
                            <a:srgbClr val="335276"/>
                          </a:solidFill>
                          <a:latin typeface="Arial"/>
                          <a:cs typeface="Arial"/>
                        </a:rPr>
                        <a:t> </a:t>
                      </a:r>
                      <a:r>
                        <a:rPr sz="1400" b="1" spc="-10" dirty="0">
                          <a:solidFill>
                            <a:srgbClr val="335276"/>
                          </a:solidFill>
                          <a:latin typeface="Arial"/>
                          <a:cs typeface="Arial"/>
                        </a:rPr>
                        <a:t>as</a:t>
                      </a:r>
                      <a:r>
                        <a:rPr sz="1400" b="1" spc="-35" dirty="0">
                          <a:solidFill>
                            <a:srgbClr val="335276"/>
                          </a:solidFill>
                          <a:latin typeface="Arial"/>
                          <a:cs typeface="Arial"/>
                        </a:rPr>
                        <a:t> </a:t>
                      </a:r>
                      <a:r>
                        <a:rPr sz="1400" b="1" dirty="0">
                          <a:solidFill>
                            <a:srgbClr val="335276"/>
                          </a:solidFill>
                          <a:latin typeface="Arial"/>
                          <a:cs typeface="Arial"/>
                        </a:rPr>
                        <a:t>an</a:t>
                      </a:r>
                      <a:r>
                        <a:rPr sz="1400" b="1" spc="-35" dirty="0">
                          <a:solidFill>
                            <a:srgbClr val="335276"/>
                          </a:solidFill>
                          <a:latin typeface="Arial"/>
                          <a:cs typeface="Arial"/>
                        </a:rPr>
                        <a:t> </a:t>
                      </a:r>
                      <a:r>
                        <a:rPr sz="1400" b="1" spc="-5" dirty="0">
                          <a:solidFill>
                            <a:srgbClr val="335276"/>
                          </a:solidFill>
                          <a:latin typeface="Arial"/>
                          <a:cs typeface="Arial"/>
                        </a:rPr>
                        <a:t>individual,</a:t>
                      </a:r>
                      <a:r>
                        <a:rPr sz="1400" b="1" spc="-25" dirty="0">
                          <a:solidFill>
                            <a:srgbClr val="335276"/>
                          </a:solidFill>
                          <a:latin typeface="Arial"/>
                          <a:cs typeface="Arial"/>
                        </a:rPr>
                        <a:t> </a:t>
                      </a:r>
                      <a:r>
                        <a:rPr sz="1400" b="1" spc="-5" dirty="0">
                          <a:solidFill>
                            <a:srgbClr val="335276"/>
                          </a:solidFill>
                          <a:latin typeface="Arial"/>
                          <a:cs typeface="Arial"/>
                        </a:rPr>
                        <a:t>and</a:t>
                      </a:r>
                      <a:r>
                        <a:rPr sz="1400" b="1" spc="-40" dirty="0">
                          <a:solidFill>
                            <a:srgbClr val="335276"/>
                          </a:solidFill>
                          <a:latin typeface="Arial"/>
                          <a:cs typeface="Arial"/>
                        </a:rPr>
                        <a:t> </a:t>
                      </a:r>
                      <a:r>
                        <a:rPr sz="1400" b="1" spc="-10" dirty="0">
                          <a:solidFill>
                            <a:srgbClr val="335276"/>
                          </a:solidFill>
                          <a:latin typeface="Arial"/>
                          <a:cs typeface="Arial"/>
                        </a:rPr>
                        <a:t>as</a:t>
                      </a:r>
                      <a:r>
                        <a:rPr sz="1400" b="1" spc="-30" dirty="0">
                          <a:solidFill>
                            <a:srgbClr val="335276"/>
                          </a:solidFill>
                          <a:latin typeface="Arial"/>
                          <a:cs typeface="Arial"/>
                        </a:rPr>
                        <a:t> </a:t>
                      </a:r>
                      <a:r>
                        <a:rPr sz="1400" b="1" spc="-5" dirty="0">
                          <a:solidFill>
                            <a:srgbClr val="335276"/>
                          </a:solidFill>
                          <a:latin typeface="Arial"/>
                          <a:cs typeface="Arial"/>
                        </a:rPr>
                        <a:t>a</a:t>
                      </a:r>
                      <a:r>
                        <a:rPr sz="1400" b="1" spc="-35" dirty="0">
                          <a:solidFill>
                            <a:srgbClr val="335276"/>
                          </a:solidFill>
                          <a:latin typeface="Arial"/>
                          <a:cs typeface="Arial"/>
                        </a:rPr>
                        <a:t> </a:t>
                      </a:r>
                      <a:r>
                        <a:rPr sz="1400" b="1" spc="-10" dirty="0">
                          <a:solidFill>
                            <a:srgbClr val="335276"/>
                          </a:solidFill>
                          <a:latin typeface="Arial"/>
                          <a:cs typeface="Arial"/>
                        </a:rPr>
                        <a:t>member</a:t>
                      </a:r>
                      <a:r>
                        <a:rPr sz="1400" b="1" spc="30" dirty="0">
                          <a:solidFill>
                            <a:srgbClr val="335276"/>
                          </a:solidFill>
                          <a:latin typeface="Arial"/>
                          <a:cs typeface="Arial"/>
                        </a:rPr>
                        <a:t> </a:t>
                      </a:r>
                      <a:r>
                        <a:rPr sz="1400" b="1" spc="-15" dirty="0">
                          <a:solidFill>
                            <a:srgbClr val="335276"/>
                          </a:solidFill>
                          <a:latin typeface="Arial"/>
                          <a:cs typeface="Arial"/>
                        </a:rPr>
                        <a:t>or</a:t>
                      </a:r>
                      <a:r>
                        <a:rPr sz="1400" b="1" spc="-10" dirty="0">
                          <a:solidFill>
                            <a:srgbClr val="335276"/>
                          </a:solidFill>
                          <a:latin typeface="Arial"/>
                          <a:cs typeface="Arial"/>
                        </a:rPr>
                        <a:t> </a:t>
                      </a:r>
                      <a:r>
                        <a:rPr sz="1400" b="1" spc="-5" dirty="0">
                          <a:solidFill>
                            <a:srgbClr val="335276"/>
                          </a:solidFill>
                          <a:latin typeface="Arial"/>
                          <a:cs typeface="Arial"/>
                        </a:rPr>
                        <a:t>leader</a:t>
                      </a:r>
                      <a:r>
                        <a:rPr sz="1400" b="1" spc="-35" dirty="0">
                          <a:solidFill>
                            <a:srgbClr val="335276"/>
                          </a:solidFill>
                          <a:latin typeface="Arial"/>
                          <a:cs typeface="Arial"/>
                        </a:rPr>
                        <a:t> </a:t>
                      </a:r>
                      <a:r>
                        <a:rPr sz="1400" b="1" spc="5" dirty="0">
                          <a:solidFill>
                            <a:srgbClr val="335276"/>
                          </a:solidFill>
                          <a:latin typeface="Arial"/>
                          <a:cs typeface="Arial"/>
                        </a:rPr>
                        <a:t>in</a:t>
                      </a:r>
                      <a:r>
                        <a:rPr sz="1400" b="1" spc="-40" dirty="0">
                          <a:solidFill>
                            <a:srgbClr val="335276"/>
                          </a:solidFill>
                          <a:latin typeface="Arial"/>
                          <a:cs typeface="Arial"/>
                        </a:rPr>
                        <a:t> </a:t>
                      </a:r>
                      <a:r>
                        <a:rPr sz="1400" b="1" spc="-5" dirty="0">
                          <a:solidFill>
                            <a:srgbClr val="335276"/>
                          </a:solidFill>
                          <a:latin typeface="Arial"/>
                          <a:cs typeface="Arial"/>
                        </a:rPr>
                        <a:t>diverse</a:t>
                      </a:r>
                      <a:endParaRPr sz="1400">
                        <a:latin typeface="Arial"/>
                        <a:cs typeface="Arial"/>
                      </a:endParaRPr>
                    </a:p>
                    <a:p>
                      <a:pPr marL="81915">
                        <a:lnSpc>
                          <a:spcPct val="100000"/>
                        </a:lnSpc>
                        <a:spcBef>
                          <a:spcPts val="50"/>
                        </a:spcBef>
                      </a:pPr>
                      <a:r>
                        <a:rPr sz="1400" b="1" spc="-10" dirty="0">
                          <a:solidFill>
                            <a:srgbClr val="335276"/>
                          </a:solidFill>
                          <a:latin typeface="Arial"/>
                          <a:cs typeface="Arial"/>
                        </a:rPr>
                        <a:t>tea</a:t>
                      </a:r>
                      <a:r>
                        <a:rPr sz="1400" b="1" spc="30" dirty="0">
                          <a:solidFill>
                            <a:srgbClr val="335276"/>
                          </a:solidFill>
                          <a:latin typeface="Arial"/>
                          <a:cs typeface="Arial"/>
                        </a:rPr>
                        <a:t>m</a:t>
                      </a:r>
                      <a:r>
                        <a:rPr sz="1400" b="1" spc="-10" dirty="0">
                          <a:solidFill>
                            <a:srgbClr val="335276"/>
                          </a:solidFill>
                          <a:latin typeface="Arial"/>
                          <a:cs typeface="Arial"/>
                        </a:rPr>
                        <a:t>s</a:t>
                      </a:r>
                      <a:r>
                        <a:rPr sz="1400" b="1" dirty="0">
                          <a:solidFill>
                            <a:srgbClr val="335276"/>
                          </a:solidFill>
                          <a:latin typeface="Arial"/>
                          <a:cs typeface="Arial"/>
                        </a:rPr>
                        <a:t>,</a:t>
                      </a:r>
                      <a:r>
                        <a:rPr sz="1400" b="1" spc="-55" dirty="0">
                          <a:solidFill>
                            <a:srgbClr val="335276"/>
                          </a:solidFill>
                          <a:latin typeface="Arial"/>
                          <a:cs typeface="Arial"/>
                        </a:rPr>
                        <a:t> </a:t>
                      </a:r>
                      <a:r>
                        <a:rPr sz="1400" b="1" spc="15" dirty="0">
                          <a:solidFill>
                            <a:srgbClr val="335276"/>
                          </a:solidFill>
                          <a:latin typeface="Arial"/>
                          <a:cs typeface="Arial"/>
                        </a:rPr>
                        <a:t>a</a:t>
                      </a:r>
                      <a:r>
                        <a:rPr sz="1400" b="1" spc="-15" dirty="0">
                          <a:solidFill>
                            <a:srgbClr val="335276"/>
                          </a:solidFill>
                          <a:latin typeface="Arial"/>
                          <a:cs typeface="Arial"/>
                        </a:rPr>
                        <a:t>n</a:t>
                      </a:r>
                      <a:r>
                        <a:rPr sz="1400" b="1" dirty="0">
                          <a:solidFill>
                            <a:srgbClr val="335276"/>
                          </a:solidFill>
                          <a:latin typeface="Arial"/>
                          <a:cs typeface="Arial"/>
                        </a:rPr>
                        <a:t>d</a:t>
                      </a:r>
                      <a:r>
                        <a:rPr sz="1400" b="1" spc="-40" dirty="0">
                          <a:solidFill>
                            <a:srgbClr val="335276"/>
                          </a:solidFill>
                          <a:latin typeface="Arial"/>
                          <a:cs typeface="Arial"/>
                        </a:rPr>
                        <a:t> </a:t>
                      </a:r>
                      <a:r>
                        <a:rPr sz="1400" b="1" spc="20" dirty="0">
                          <a:solidFill>
                            <a:srgbClr val="335276"/>
                          </a:solidFill>
                          <a:latin typeface="Arial"/>
                          <a:cs typeface="Arial"/>
                        </a:rPr>
                        <a:t>i</a:t>
                      </a:r>
                      <a:r>
                        <a:rPr sz="1400" b="1" dirty="0">
                          <a:solidFill>
                            <a:srgbClr val="335276"/>
                          </a:solidFill>
                          <a:latin typeface="Arial"/>
                          <a:cs typeface="Arial"/>
                        </a:rPr>
                        <a:t>n</a:t>
                      </a:r>
                      <a:r>
                        <a:rPr sz="1400" b="1" spc="-90" dirty="0">
                          <a:solidFill>
                            <a:srgbClr val="335276"/>
                          </a:solidFill>
                          <a:latin typeface="Arial"/>
                          <a:cs typeface="Arial"/>
                        </a:rPr>
                        <a:t> </a:t>
                      </a:r>
                      <a:r>
                        <a:rPr sz="1400" b="1" spc="30" dirty="0">
                          <a:solidFill>
                            <a:srgbClr val="335276"/>
                          </a:solidFill>
                          <a:latin typeface="Arial"/>
                          <a:cs typeface="Arial"/>
                        </a:rPr>
                        <a:t>m</a:t>
                      </a:r>
                      <a:r>
                        <a:rPr sz="1400" b="1" spc="-15" dirty="0">
                          <a:solidFill>
                            <a:srgbClr val="335276"/>
                          </a:solidFill>
                          <a:latin typeface="Arial"/>
                          <a:cs typeface="Arial"/>
                        </a:rPr>
                        <a:t>u</a:t>
                      </a:r>
                      <a:r>
                        <a:rPr sz="1400" b="1" dirty="0">
                          <a:solidFill>
                            <a:srgbClr val="335276"/>
                          </a:solidFill>
                          <a:latin typeface="Arial"/>
                          <a:cs typeface="Arial"/>
                        </a:rPr>
                        <a:t>l</a:t>
                      </a:r>
                      <a:r>
                        <a:rPr sz="1400" b="1" spc="-15" dirty="0">
                          <a:solidFill>
                            <a:srgbClr val="335276"/>
                          </a:solidFill>
                          <a:latin typeface="Arial"/>
                          <a:cs typeface="Arial"/>
                        </a:rPr>
                        <a:t>t</a:t>
                      </a:r>
                      <a:r>
                        <a:rPr sz="1400" b="1" spc="15" dirty="0">
                          <a:solidFill>
                            <a:srgbClr val="335276"/>
                          </a:solidFill>
                          <a:latin typeface="Arial"/>
                          <a:cs typeface="Arial"/>
                        </a:rPr>
                        <a:t>i</a:t>
                      </a:r>
                      <a:r>
                        <a:rPr sz="1400" b="1" spc="-15" dirty="0">
                          <a:solidFill>
                            <a:srgbClr val="335276"/>
                          </a:solidFill>
                          <a:latin typeface="Arial"/>
                          <a:cs typeface="Arial"/>
                        </a:rPr>
                        <a:t>d</a:t>
                      </a:r>
                      <a:r>
                        <a:rPr sz="1400" b="1" spc="15" dirty="0">
                          <a:solidFill>
                            <a:srgbClr val="335276"/>
                          </a:solidFill>
                          <a:latin typeface="Arial"/>
                          <a:cs typeface="Arial"/>
                        </a:rPr>
                        <a:t>i</a:t>
                      </a:r>
                      <a:r>
                        <a:rPr sz="1400" b="1" spc="-10" dirty="0">
                          <a:solidFill>
                            <a:srgbClr val="335276"/>
                          </a:solidFill>
                          <a:latin typeface="Arial"/>
                          <a:cs typeface="Arial"/>
                        </a:rPr>
                        <a:t>sc</a:t>
                      </a:r>
                      <a:r>
                        <a:rPr sz="1400" b="1" spc="15" dirty="0">
                          <a:solidFill>
                            <a:srgbClr val="335276"/>
                          </a:solidFill>
                          <a:latin typeface="Arial"/>
                          <a:cs typeface="Arial"/>
                        </a:rPr>
                        <a:t>i</a:t>
                      </a:r>
                      <a:r>
                        <a:rPr sz="1400" b="1" spc="-15" dirty="0">
                          <a:solidFill>
                            <a:srgbClr val="335276"/>
                          </a:solidFill>
                          <a:latin typeface="Arial"/>
                          <a:cs typeface="Arial"/>
                        </a:rPr>
                        <a:t>p</a:t>
                      </a:r>
                      <a:r>
                        <a:rPr sz="1400" b="1" dirty="0">
                          <a:solidFill>
                            <a:srgbClr val="335276"/>
                          </a:solidFill>
                          <a:latin typeface="Arial"/>
                          <a:cs typeface="Arial"/>
                        </a:rPr>
                        <a:t>l</a:t>
                      </a:r>
                      <a:r>
                        <a:rPr sz="1400" b="1" spc="15" dirty="0">
                          <a:solidFill>
                            <a:srgbClr val="335276"/>
                          </a:solidFill>
                          <a:latin typeface="Arial"/>
                          <a:cs typeface="Arial"/>
                        </a:rPr>
                        <a:t>i</a:t>
                      </a:r>
                      <a:r>
                        <a:rPr sz="1400" b="1" spc="-15" dirty="0">
                          <a:solidFill>
                            <a:srgbClr val="335276"/>
                          </a:solidFill>
                          <a:latin typeface="Arial"/>
                          <a:cs typeface="Arial"/>
                        </a:rPr>
                        <a:t>n</a:t>
                      </a:r>
                      <a:r>
                        <a:rPr sz="1400" b="1" spc="-10" dirty="0">
                          <a:solidFill>
                            <a:srgbClr val="335276"/>
                          </a:solidFill>
                          <a:latin typeface="Arial"/>
                          <a:cs typeface="Arial"/>
                        </a:rPr>
                        <a:t>a</a:t>
                      </a:r>
                      <a:r>
                        <a:rPr sz="1400" b="1" spc="55" dirty="0">
                          <a:solidFill>
                            <a:srgbClr val="335276"/>
                          </a:solidFill>
                          <a:latin typeface="Arial"/>
                          <a:cs typeface="Arial"/>
                        </a:rPr>
                        <a:t>r</a:t>
                      </a:r>
                      <a:r>
                        <a:rPr sz="1400" b="1" dirty="0">
                          <a:solidFill>
                            <a:srgbClr val="335276"/>
                          </a:solidFill>
                          <a:latin typeface="Arial"/>
                          <a:cs typeface="Arial"/>
                        </a:rPr>
                        <a:t>y</a:t>
                      </a:r>
                      <a:r>
                        <a:rPr sz="1400" b="1" spc="-120" dirty="0">
                          <a:solidFill>
                            <a:srgbClr val="335276"/>
                          </a:solidFill>
                          <a:latin typeface="Arial"/>
                          <a:cs typeface="Arial"/>
                        </a:rPr>
                        <a:t> </a:t>
                      </a:r>
                      <a:r>
                        <a:rPr sz="1400" b="1" spc="15" dirty="0">
                          <a:solidFill>
                            <a:srgbClr val="335276"/>
                          </a:solidFill>
                          <a:latin typeface="Arial"/>
                          <a:cs typeface="Arial"/>
                        </a:rPr>
                        <a:t>s</a:t>
                      </a:r>
                      <a:r>
                        <a:rPr sz="1400" b="1" spc="-10" dirty="0">
                          <a:solidFill>
                            <a:srgbClr val="335276"/>
                          </a:solidFill>
                          <a:latin typeface="Arial"/>
                          <a:cs typeface="Arial"/>
                        </a:rPr>
                        <a:t>et</a:t>
                      </a:r>
                      <a:r>
                        <a:rPr sz="1400" b="1" spc="15" dirty="0">
                          <a:solidFill>
                            <a:srgbClr val="335276"/>
                          </a:solidFill>
                          <a:latin typeface="Arial"/>
                          <a:cs typeface="Arial"/>
                        </a:rPr>
                        <a:t>t</a:t>
                      </a:r>
                      <a:r>
                        <a:rPr sz="1400" b="1" dirty="0">
                          <a:solidFill>
                            <a:srgbClr val="335276"/>
                          </a:solidFill>
                          <a:latin typeface="Arial"/>
                          <a:cs typeface="Arial"/>
                        </a:rPr>
                        <a:t>i</a:t>
                      </a:r>
                      <a:r>
                        <a:rPr sz="1400" b="1" spc="5" dirty="0">
                          <a:solidFill>
                            <a:srgbClr val="335276"/>
                          </a:solidFill>
                          <a:latin typeface="Arial"/>
                          <a:cs typeface="Arial"/>
                        </a:rPr>
                        <a:t>n</a:t>
                      </a:r>
                      <a:r>
                        <a:rPr sz="1400" b="1" spc="-15" dirty="0">
                          <a:solidFill>
                            <a:srgbClr val="335276"/>
                          </a:solidFill>
                          <a:latin typeface="Arial"/>
                          <a:cs typeface="Arial"/>
                        </a:rPr>
                        <a:t>g</a:t>
                      </a:r>
                      <a:r>
                        <a:rPr sz="1400" b="1" spc="-10" dirty="0">
                          <a:solidFill>
                            <a:srgbClr val="335276"/>
                          </a:solidFill>
                          <a:latin typeface="Arial"/>
                          <a:cs typeface="Arial"/>
                        </a:rPr>
                        <a:t>s</a:t>
                      </a:r>
                      <a:r>
                        <a:rPr sz="1400" b="1" dirty="0">
                          <a:solidFill>
                            <a:srgbClr val="335276"/>
                          </a:solidFill>
                          <a:latin typeface="Arial"/>
                          <a:cs typeface="Arial"/>
                        </a:rPr>
                        <a:t>.</a:t>
                      </a:r>
                      <a:endParaRPr sz="14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38100">
                      <a:solidFill>
                        <a:srgbClr val="FFFFFF"/>
                      </a:solidFill>
                      <a:prstDash val="solid"/>
                    </a:lnB>
                    <a:solidFill>
                      <a:srgbClr val="A9DDC5"/>
                    </a:solidFill>
                  </a:tcPr>
                </a:tc>
                <a:tc vMerge="1">
                  <a:txBody>
                    <a:bodyPr/>
                    <a:lstStyle/>
                    <a:p>
                      <a:endParaRPr/>
                    </a:p>
                  </a:txBody>
                  <a:tcPr marL="0" marR="0" marT="0" marB="0">
                    <a:lnL w="12700">
                      <a:solidFill>
                        <a:srgbClr val="FFFFFF"/>
                      </a:solidFill>
                      <a:prstDash val="solid"/>
                    </a:lnL>
                    <a:lnR w="19050">
                      <a:solidFill>
                        <a:srgbClr val="83992A"/>
                      </a:solidFill>
                      <a:prstDash val="solid"/>
                    </a:lnR>
                    <a:lnT w="19050">
                      <a:solidFill>
                        <a:srgbClr val="83992A"/>
                      </a:solidFill>
                      <a:prstDash val="solid"/>
                    </a:lnT>
                  </a:tcPr>
                </a:tc>
                <a:extLst>
                  <a:ext uri="{0D108BD9-81ED-4DB2-BD59-A6C34878D82A}">
                    <a16:rowId xmlns:a16="http://schemas.microsoft.com/office/drawing/2014/main" val="10001"/>
                  </a:ext>
                </a:extLst>
              </a:tr>
              <a:tr h="902589">
                <a:tc>
                  <a:txBody>
                    <a:bodyPr/>
                    <a:lstStyle/>
                    <a:p>
                      <a:pPr marL="81915" marR="3175">
                        <a:lnSpc>
                          <a:spcPts val="1625"/>
                        </a:lnSpc>
                      </a:pPr>
                      <a:r>
                        <a:rPr sz="1400" b="1" dirty="0">
                          <a:solidFill>
                            <a:srgbClr val="335276"/>
                          </a:solidFill>
                          <a:latin typeface="Arial"/>
                          <a:cs typeface="Arial"/>
                        </a:rPr>
                        <a:t>1</a:t>
                      </a:r>
                      <a:r>
                        <a:rPr lang="en-US" sz="1400" b="1" dirty="0">
                          <a:solidFill>
                            <a:srgbClr val="335276"/>
                          </a:solidFill>
                          <a:latin typeface="Arial"/>
                          <a:cs typeface="Arial"/>
                        </a:rPr>
                        <a:t>0</a:t>
                      </a:r>
                      <a:endParaRPr sz="1400" dirty="0">
                        <a:latin typeface="Arial"/>
                        <a:cs typeface="Arial"/>
                      </a:endParaRPr>
                    </a:p>
                  </a:txBody>
                  <a:tcPr marL="0" marR="0" marT="0" marB="0">
                    <a:lnL w="12700">
                      <a:solidFill>
                        <a:srgbClr val="FFFFFF"/>
                      </a:solidFill>
                      <a:prstDash val="solid"/>
                    </a:lnL>
                    <a:lnR w="19050">
                      <a:solidFill>
                        <a:srgbClr val="83992A"/>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60960">
                        <a:lnSpc>
                          <a:spcPts val="1625"/>
                        </a:lnSpc>
                      </a:pPr>
                      <a:r>
                        <a:rPr sz="1400" b="1" dirty="0">
                          <a:solidFill>
                            <a:srgbClr val="335276"/>
                          </a:solidFill>
                          <a:latin typeface="Arial"/>
                          <a:cs typeface="Arial"/>
                        </a:rPr>
                        <a:t>.</a:t>
                      </a:r>
                      <a:endParaRPr sz="1400">
                        <a:latin typeface="Arial"/>
                        <a:cs typeface="Arial"/>
                      </a:endParaRPr>
                    </a:p>
                  </a:txBody>
                  <a:tcPr marL="0" marR="0" marT="0" marB="0">
                    <a:lnL w="19050">
                      <a:solidFill>
                        <a:srgbClr val="83992A"/>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78740">
                        <a:lnSpc>
                          <a:spcPts val="1625"/>
                        </a:lnSpc>
                      </a:pPr>
                      <a:r>
                        <a:rPr sz="1400" b="1" spc="-10" dirty="0">
                          <a:solidFill>
                            <a:srgbClr val="335276"/>
                          </a:solidFill>
                          <a:latin typeface="Arial"/>
                          <a:cs typeface="Arial"/>
                        </a:rPr>
                        <a:t>PO10</a:t>
                      </a:r>
                      <a:endParaRPr sz="14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81915">
                        <a:lnSpc>
                          <a:spcPts val="1625"/>
                        </a:lnSpc>
                      </a:pPr>
                      <a:r>
                        <a:rPr sz="1400" b="1" spc="-5" dirty="0">
                          <a:solidFill>
                            <a:srgbClr val="335276"/>
                          </a:solidFill>
                          <a:latin typeface="Arial"/>
                          <a:cs typeface="Arial"/>
                        </a:rPr>
                        <a:t>Communication</a:t>
                      </a:r>
                      <a:endParaRPr sz="14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81915">
                        <a:lnSpc>
                          <a:spcPts val="1625"/>
                        </a:lnSpc>
                      </a:pPr>
                      <a:r>
                        <a:rPr sz="1400" b="1" spc="-5" dirty="0">
                          <a:solidFill>
                            <a:srgbClr val="335276"/>
                          </a:solidFill>
                          <a:latin typeface="Arial"/>
                          <a:cs typeface="Arial"/>
                        </a:rPr>
                        <a:t>Communicate</a:t>
                      </a:r>
                      <a:r>
                        <a:rPr sz="1400" b="1" spc="-80" dirty="0">
                          <a:solidFill>
                            <a:srgbClr val="335276"/>
                          </a:solidFill>
                          <a:latin typeface="Arial"/>
                          <a:cs typeface="Arial"/>
                        </a:rPr>
                        <a:t> </a:t>
                      </a:r>
                      <a:r>
                        <a:rPr sz="1400" b="1" spc="-5" dirty="0">
                          <a:solidFill>
                            <a:srgbClr val="335276"/>
                          </a:solidFill>
                          <a:latin typeface="Arial"/>
                          <a:cs typeface="Arial"/>
                        </a:rPr>
                        <a:t>effectively</a:t>
                      </a:r>
                      <a:r>
                        <a:rPr sz="1400" b="1" spc="-105" dirty="0">
                          <a:solidFill>
                            <a:srgbClr val="335276"/>
                          </a:solidFill>
                          <a:latin typeface="Arial"/>
                          <a:cs typeface="Arial"/>
                        </a:rPr>
                        <a:t> </a:t>
                      </a:r>
                      <a:r>
                        <a:rPr sz="1400" b="1" dirty="0">
                          <a:solidFill>
                            <a:srgbClr val="335276"/>
                          </a:solidFill>
                          <a:latin typeface="Arial"/>
                          <a:cs typeface="Arial"/>
                        </a:rPr>
                        <a:t>on</a:t>
                      </a:r>
                      <a:r>
                        <a:rPr sz="1400" b="1" spc="-60" dirty="0">
                          <a:solidFill>
                            <a:srgbClr val="335276"/>
                          </a:solidFill>
                          <a:latin typeface="Arial"/>
                          <a:cs typeface="Arial"/>
                        </a:rPr>
                        <a:t> </a:t>
                      </a:r>
                      <a:r>
                        <a:rPr sz="1400" b="1" spc="-5" dirty="0">
                          <a:solidFill>
                            <a:srgbClr val="335276"/>
                          </a:solidFill>
                          <a:latin typeface="Arial"/>
                          <a:cs typeface="Arial"/>
                        </a:rPr>
                        <a:t>complex</a:t>
                      </a:r>
                      <a:r>
                        <a:rPr sz="1400" b="1" dirty="0">
                          <a:solidFill>
                            <a:srgbClr val="335276"/>
                          </a:solidFill>
                          <a:latin typeface="Arial"/>
                          <a:cs typeface="Arial"/>
                        </a:rPr>
                        <a:t> </a:t>
                      </a:r>
                      <a:r>
                        <a:rPr sz="1400" b="1" spc="-10" dirty="0">
                          <a:solidFill>
                            <a:srgbClr val="335276"/>
                          </a:solidFill>
                          <a:latin typeface="Arial"/>
                          <a:cs typeface="Arial"/>
                        </a:rPr>
                        <a:t>engineering</a:t>
                      </a:r>
                      <a:r>
                        <a:rPr sz="1400" b="1" spc="-60" dirty="0">
                          <a:solidFill>
                            <a:srgbClr val="335276"/>
                          </a:solidFill>
                          <a:latin typeface="Arial"/>
                          <a:cs typeface="Arial"/>
                        </a:rPr>
                        <a:t> </a:t>
                      </a:r>
                      <a:r>
                        <a:rPr sz="1400" b="1" spc="-5" dirty="0">
                          <a:solidFill>
                            <a:srgbClr val="335276"/>
                          </a:solidFill>
                          <a:latin typeface="Arial"/>
                          <a:cs typeface="Arial"/>
                        </a:rPr>
                        <a:t>activities</a:t>
                      </a:r>
                      <a:r>
                        <a:rPr sz="1400" b="1" spc="-55" dirty="0">
                          <a:solidFill>
                            <a:srgbClr val="335276"/>
                          </a:solidFill>
                          <a:latin typeface="Arial"/>
                          <a:cs typeface="Arial"/>
                        </a:rPr>
                        <a:t> </a:t>
                      </a:r>
                      <a:r>
                        <a:rPr sz="1400" b="1" spc="-5" dirty="0">
                          <a:solidFill>
                            <a:srgbClr val="335276"/>
                          </a:solidFill>
                          <a:latin typeface="Arial"/>
                          <a:cs typeface="Arial"/>
                        </a:rPr>
                        <a:t>with</a:t>
                      </a:r>
                      <a:r>
                        <a:rPr sz="1400" b="1" spc="-60" dirty="0">
                          <a:solidFill>
                            <a:srgbClr val="335276"/>
                          </a:solidFill>
                          <a:latin typeface="Arial"/>
                          <a:cs typeface="Arial"/>
                        </a:rPr>
                        <a:t> </a:t>
                      </a:r>
                      <a:r>
                        <a:rPr sz="1400" b="1" spc="-5" dirty="0">
                          <a:solidFill>
                            <a:srgbClr val="335276"/>
                          </a:solidFill>
                          <a:latin typeface="Arial"/>
                          <a:cs typeface="Arial"/>
                        </a:rPr>
                        <a:t>the</a:t>
                      </a:r>
                      <a:endParaRPr sz="1400" dirty="0">
                        <a:latin typeface="Arial"/>
                        <a:cs typeface="Arial"/>
                      </a:endParaRPr>
                    </a:p>
                    <a:p>
                      <a:pPr marL="81915">
                        <a:lnSpc>
                          <a:spcPct val="100000"/>
                        </a:lnSpc>
                        <a:spcBef>
                          <a:spcPts val="25"/>
                        </a:spcBef>
                      </a:pPr>
                      <a:r>
                        <a:rPr sz="1400" b="1" spc="-5" dirty="0">
                          <a:solidFill>
                            <a:srgbClr val="335276"/>
                          </a:solidFill>
                          <a:latin typeface="Arial"/>
                          <a:cs typeface="Arial"/>
                        </a:rPr>
                        <a:t>engineering</a:t>
                      </a:r>
                      <a:r>
                        <a:rPr sz="1400" b="1" spc="-35" dirty="0">
                          <a:solidFill>
                            <a:srgbClr val="335276"/>
                          </a:solidFill>
                          <a:latin typeface="Arial"/>
                          <a:cs typeface="Arial"/>
                        </a:rPr>
                        <a:t> </a:t>
                      </a:r>
                      <a:r>
                        <a:rPr sz="1400" b="1" spc="-5" dirty="0">
                          <a:solidFill>
                            <a:srgbClr val="335276"/>
                          </a:solidFill>
                          <a:latin typeface="Arial"/>
                          <a:cs typeface="Arial"/>
                        </a:rPr>
                        <a:t>community</a:t>
                      </a:r>
                      <a:r>
                        <a:rPr sz="1400" b="1" spc="-55" dirty="0">
                          <a:solidFill>
                            <a:srgbClr val="335276"/>
                          </a:solidFill>
                          <a:latin typeface="Arial"/>
                          <a:cs typeface="Arial"/>
                        </a:rPr>
                        <a:t> </a:t>
                      </a:r>
                      <a:r>
                        <a:rPr sz="1400" b="1" spc="-5" dirty="0">
                          <a:solidFill>
                            <a:srgbClr val="335276"/>
                          </a:solidFill>
                          <a:latin typeface="Arial"/>
                          <a:cs typeface="Arial"/>
                        </a:rPr>
                        <a:t>and</a:t>
                      </a:r>
                      <a:r>
                        <a:rPr sz="1400" b="1" spc="-40" dirty="0">
                          <a:solidFill>
                            <a:srgbClr val="335276"/>
                          </a:solidFill>
                          <a:latin typeface="Arial"/>
                          <a:cs typeface="Arial"/>
                        </a:rPr>
                        <a:t> </a:t>
                      </a:r>
                      <a:r>
                        <a:rPr sz="1400" b="1" spc="-5" dirty="0">
                          <a:solidFill>
                            <a:srgbClr val="335276"/>
                          </a:solidFill>
                          <a:latin typeface="Arial"/>
                          <a:cs typeface="Arial"/>
                        </a:rPr>
                        <a:t>with</a:t>
                      </a:r>
                      <a:r>
                        <a:rPr sz="1400" b="1" spc="-15" dirty="0">
                          <a:solidFill>
                            <a:srgbClr val="335276"/>
                          </a:solidFill>
                          <a:latin typeface="Arial"/>
                          <a:cs typeface="Arial"/>
                        </a:rPr>
                        <a:t> </a:t>
                      </a:r>
                      <a:r>
                        <a:rPr sz="1400" b="1" dirty="0">
                          <a:solidFill>
                            <a:srgbClr val="335276"/>
                          </a:solidFill>
                          <a:latin typeface="Arial"/>
                          <a:cs typeface="Arial"/>
                        </a:rPr>
                        <a:t>society</a:t>
                      </a:r>
                      <a:r>
                        <a:rPr sz="1400" b="1" spc="-55" dirty="0">
                          <a:solidFill>
                            <a:srgbClr val="335276"/>
                          </a:solidFill>
                          <a:latin typeface="Arial"/>
                          <a:cs typeface="Arial"/>
                        </a:rPr>
                        <a:t> </a:t>
                      </a:r>
                      <a:r>
                        <a:rPr sz="1400" b="1" dirty="0">
                          <a:solidFill>
                            <a:srgbClr val="335276"/>
                          </a:solidFill>
                          <a:latin typeface="Arial"/>
                          <a:cs typeface="Arial"/>
                        </a:rPr>
                        <a:t>at</a:t>
                      </a:r>
                      <a:r>
                        <a:rPr sz="1400" b="1" spc="-35" dirty="0">
                          <a:solidFill>
                            <a:srgbClr val="335276"/>
                          </a:solidFill>
                          <a:latin typeface="Arial"/>
                          <a:cs typeface="Arial"/>
                        </a:rPr>
                        <a:t> </a:t>
                      </a:r>
                      <a:r>
                        <a:rPr sz="1400" b="1" spc="-5" dirty="0">
                          <a:solidFill>
                            <a:srgbClr val="335276"/>
                          </a:solidFill>
                          <a:latin typeface="Arial"/>
                          <a:cs typeface="Arial"/>
                        </a:rPr>
                        <a:t>large, such</a:t>
                      </a:r>
                      <a:r>
                        <a:rPr sz="1400" b="1" spc="-15" dirty="0">
                          <a:solidFill>
                            <a:srgbClr val="335276"/>
                          </a:solidFill>
                          <a:latin typeface="Arial"/>
                          <a:cs typeface="Arial"/>
                        </a:rPr>
                        <a:t> </a:t>
                      </a:r>
                      <a:r>
                        <a:rPr sz="1400" b="1" spc="-5" dirty="0">
                          <a:solidFill>
                            <a:srgbClr val="335276"/>
                          </a:solidFill>
                          <a:latin typeface="Arial"/>
                          <a:cs typeface="Arial"/>
                        </a:rPr>
                        <a:t>as,</a:t>
                      </a:r>
                      <a:r>
                        <a:rPr sz="1400" b="1" spc="-10" dirty="0">
                          <a:solidFill>
                            <a:srgbClr val="335276"/>
                          </a:solidFill>
                          <a:latin typeface="Arial"/>
                          <a:cs typeface="Arial"/>
                        </a:rPr>
                        <a:t> </a:t>
                      </a:r>
                      <a:r>
                        <a:rPr sz="1400" b="1" spc="-5" dirty="0">
                          <a:solidFill>
                            <a:srgbClr val="335276"/>
                          </a:solidFill>
                          <a:latin typeface="Arial"/>
                          <a:cs typeface="Arial"/>
                        </a:rPr>
                        <a:t>being</a:t>
                      </a:r>
                      <a:r>
                        <a:rPr sz="1400" b="1" spc="15" dirty="0">
                          <a:solidFill>
                            <a:srgbClr val="335276"/>
                          </a:solidFill>
                          <a:latin typeface="Arial"/>
                          <a:cs typeface="Arial"/>
                        </a:rPr>
                        <a:t> </a:t>
                      </a:r>
                      <a:r>
                        <a:rPr sz="1400" b="1" spc="-5" dirty="0">
                          <a:solidFill>
                            <a:srgbClr val="335276"/>
                          </a:solidFill>
                          <a:latin typeface="Arial"/>
                          <a:cs typeface="Arial"/>
                        </a:rPr>
                        <a:t>able</a:t>
                      </a:r>
                      <a:r>
                        <a:rPr sz="1400" b="1" spc="-15" dirty="0">
                          <a:solidFill>
                            <a:srgbClr val="335276"/>
                          </a:solidFill>
                          <a:latin typeface="Arial"/>
                          <a:cs typeface="Arial"/>
                        </a:rPr>
                        <a:t> </a:t>
                      </a:r>
                      <a:r>
                        <a:rPr sz="1400" b="1" spc="10" dirty="0">
                          <a:solidFill>
                            <a:srgbClr val="335276"/>
                          </a:solidFill>
                          <a:latin typeface="Arial"/>
                          <a:cs typeface="Arial"/>
                        </a:rPr>
                        <a:t>to</a:t>
                      </a:r>
                      <a:endParaRPr sz="1400" dirty="0">
                        <a:latin typeface="Arial"/>
                        <a:cs typeface="Arial"/>
                      </a:endParaRPr>
                    </a:p>
                    <a:p>
                      <a:pPr marL="81915" marR="387985">
                        <a:lnSpc>
                          <a:spcPct val="107100"/>
                        </a:lnSpc>
                      </a:pPr>
                      <a:r>
                        <a:rPr sz="1400" b="1" spc="-10" dirty="0">
                          <a:solidFill>
                            <a:srgbClr val="335276"/>
                          </a:solidFill>
                          <a:latin typeface="Arial"/>
                          <a:cs typeface="Arial"/>
                        </a:rPr>
                        <a:t>comprehend</a:t>
                      </a:r>
                      <a:r>
                        <a:rPr sz="1400" b="1" spc="-55" dirty="0">
                          <a:solidFill>
                            <a:srgbClr val="335276"/>
                          </a:solidFill>
                          <a:latin typeface="Arial"/>
                          <a:cs typeface="Arial"/>
                        </a:rPr>
                        <a:t> </a:t>
                      </a:r>
                      <a:r>
                        <a:rPr sz="1400" b="1" spc="-5" dirty="0">
                          <a:solidFill>
                            <a:srgbClr val="335276"/>
                          </a:solidFill>
                          <a:latin typeface="Arial"/>
                          <a:cs typeface="Arial"/>
                        </a:rPr>
                        <a:t>and</a:t>
                      </a:r>
                      <a:r>
                        <a:rPr sz="1400" b="1" spc="-30" dirty="0">
                          <a:solidFill>
                            <a:srgbClr val="335276"/>
                          </a:solidFill>
                          <a:latin typeface="Arial"/>
                          <a:cs typeface="Arial"/>
                        </a:rPr>
                        <a:t> </a:t>
                      </a:r>
                      <a:r>
                        <a:rPr sz="1400" b="1" spc="-5" dirty="0">
                          <a:solidFill>
                            <a:srgbClr val="335276"/>
                          </a:solidFill>
                          <a:latin typeface="Arial"/>
                          <a:cs typeface="Arial"/>
                        </a:rPr>
                        <a:t>write</a:t>
                      </a:r>
                      <a:r>
                        <a:rPr sz="1400" b="1" spc="-70" dirty="0">
                          <a:solidFill>
                            <a:srgbClr val="335276"/>
                          </a:solidFill>
                          <a:latin typeface="Arial"/>
                          <a:cs typeface="Arial"/>
                        </a:rPr>
                        <a:t> </a:t>
                      </a:r>
                      <a:r>
                        <a:rPr sz="1400" b="1" spc="-5" dirty="0">
                          <a:solidFill>
                            <a:srgbClr val="335276"/>
                          </a:solidFill>
                          <a:latin typeface="Arial"/>
                          <a:cs typeface="Arial"/>
                        </a:rPr>
                        <a:t>effective</a:t>
                      </a:r>
                      <a:r>
                        <a:rPr sz="1400" b="1" spc="-70" dirty="0">
                          <a:solidFill>
                            <a:srgbClr val="335276"/>
                          </a:solidFill>
                          <a:latin typeface="Arial"/>
                          <a:cs typeface="Arial"/>
                        </a:rPr>
                        <a:t> </a:t>
                      </a:r>
                      <a:r>
                        <a:rPr sz="1400" b="1" spc="-5" dirty="0">
                          <a:solidFill>
                            <a:srgbClr val="335276"/>
                          </a:solidFill>
                          <a:latin typeface="Arial"/>
                          <a:cs typeface="Arial"/>
                        </a:rPr>
                        <a:t>reports</a:t>
                      </a:r>
                      <a:r>
                        <a:rPr sz="1400" b="1" spc="-45" dirty="0">
                          <a:solidFill>
                            <a:srgbClr val="335276"/>
                          </a:solidFill>
                          <a:latin typeface="Arial"/>
                          <a:cs typeface="Arial"/>
                        </a:rPr>
                        <a:t> </a:t>
                      </a:r>
                      <a:r>
                        <a:rPr sz="1400" b="1" spc="-5" dirty="0">
                          <a:solidFill>
                            <a:srgbClr val="335276"/>
                          </a:solidFill>
                          <a:latin typeface="Arial"/>
                          <a:cs typeface="Arial"/>
                        </a:rPr>
                        <a:t>and</a:t>
                      </a:r>
                      <a:r>
                        <a:rPr sz="1400" b="1" spc="-30" dirty="0">
                          <a:solidFill>
                            <a:srgbClr val="335276"/>
                          </a:solidFill>
                          <a:latin typeface="Arial"/>
                          <a:cs typeface="Arial"/>
                        </a:rPr>
                        <a:t> </a:t>
                      </a:r>
                      <a:r>
                        <a:rPr sz="1400" b="1" spc="-10" dirty="0">
                          <a:solidFill>
                            <a:srgbClr val="335276"/>
                          </a:solidFill>
                          <a:latin typeface="Arial"/>
                          <a:cs typeface="Arial"/>
                        </a:rPr>
                        <a:t>design</a:t>
                      </a:r>
                      <a:r>
                        <a:rPr sz="1400" b="1" spc="-25" dirty="0">
                          <a:solidFill>
                            <a:srgbClr val="335276"/>
                          </a:solidFill>
                          <a:latin typeface="Arial"/>
                          <a:cs typeface="Arial"/>
                        </a:rPr>
                        <a:t> </a:t>
                      </a:r>
                      <a:r>
                        <a:rPr sz="1400" b="1" spc="-10" dirty="0">
                          <a:solidFill>
                            <a:srgbClr val="335276"/>
                          </a:solidFill>
                          <a:latin typeface="Arial"/>
                          <a:cs typeface="Arial"/>
                        </a:rPr>
                        <a:t>documentation,</a:t>
                      </a:r>
                      <a:r>
                        <a:rPr sz="1400" b="1" spc="-40" dirty="0">
                          <a:solidFill>
                            <a:srgbClr val="335276"/>
                          </a:solidFill>
                          <a:latin typeface="Arial"/>
                          <a:cs typeface="Arial"/>
                        </a:rPr>
                        <a:t> </a:t>
                      </a:r>
                      <a:r>
                        <a:rPr sz="1400" b="1" spc="-5" dirty="0">
                          <a:solidFill>
                            <a:srgbClr val="335276"/>
                          </a:solidFill>
                          <a:latin typeface="Arial"/>
                          <a:cs typeface="Arial"/>
                        </a:rPr>
                        <a:t>make </a:t>
                      </a:r>
                      <a:r>
                        <a:rPr sz="1400" b="1" spc="-375" dirty="0">
                          <a:solidFill>
                            <a:srgbClr val="335276"/>
                          </a:solidFill>
                          <a:latin typeface="Arial"/>
                          <a:cs typeface="Arial"/>
                        </a:rPr>
                        <a:t> </a:t>
                      </a:r>
                      <a:r>
                        <a:rPr sz="1400" b="1" spc="-5" dirty="0">
                          <a:solidFill>
                            <a:srgbClr val="335276"/>
                          </a:solidFill>
                          <a:latin typeface="Arial"/>
                          <a:cs typeface="Arial"/>
                        </a:rPr>
                        <a:t>effective</a:t>
                      </a:r>
                      <a:r>
                        <a:rPr sz="1400" b="1" spc="-65" dirty="0">
                          <a:solidFill>
                            <a:srgbClr val="335276"/>
                          </a:solidFill>
                          <a:latin typeface="Arial"/>
                          <a:cs typeface="Arial"/>
                        </a:rPr>
                        <a:t> </a:t>
                      </a:r>
                      <a:r>
                        <a:rPr sz="1400" b="1" spc="-5" dirty="0">
                          <a:solidFill>
                            <a:srgbClr val="335276"/>
                          </a:solidFill>
                          <a:latin typeface="Arial"/>
                          <a:cs typeface="Arial"/>
                        </a:rPr>
                        <a:t>presentations,</a:t>
                      </a:r>
                      <a:r>
                        <a:rPr sz="1400" b="1" spc="-25" dirty="0">
                          <a:solidFill>
                            <a:srgbClr val="335276"/>
                          </a:solidFill>
                          <a:latin typeface="Arial"/>
                          <a:cs typeface="Arial"/>
                        </a:rPr>
                        <a:t> </a:t>
                      </a:r>
                      <a:r>
                        <a:rPr sz="1400" b="1" spc="-5" dirty="0">
                          <a:solidFill>
                            <a:srgbClr val="335276"/>
                          </a:solidFill>
                          <a:latin typeface="Arial"/>
                          <a:cs typeface="Arial"/>
                        </a:rPr>
                        <a:t>and</a:t>
                      </a:r>
                      <a:r>
                        <a:rPr sz="1400" b="1" spc="-15" dirty="0">
                          <a:solidFill>
                            <a:srgbClr val="335276"/>
                          </a:solidFill>
                          <a:latin typeface="Arial"/>
                          <a:cs typeface="Arial"/>
                        </a:rPr>
                        <a:t> </a:t>
                      </a:r>
                      <a:r>
                        <a:rPr sz="1400" b="1" spc="-10" dirty="0">
                          <a:solidFill>
                            <a:srgbClr val="335276"/>
                          </a:solidFill>
                          <a:latin typeface="Arial"/>
                          <a:cs typeface="Arial"/>
                        </a:rPr>
                        <a:t>give</a:t>
                      </a:r>
                      <a:r>
                        <a:rPr sz="1400" b="1" spc="-40" dirty="0">
                          <a:solidFill>
                            <a:srgbClr val="335276"/>
                          </a:solidFill>
                          <a:latin typeface="Arial"/>
                          <a:cs typeface="Arial"/>
                        </a:rPr>
                        <a:t> </a:t>
                      </a:r>
                      <a:r>
                        <a:rPr sz="1400" b="1" spc="-5" dirty="0">
                          <a:solidFill>
                            <a:srgbClr val="335276"/>
                          </a:solidFill>
                          <a:latin typeface="Arial"/>
                          <a:cs typeface="Arial"/>
                        </a:rPr>
                        <a:t>and</a:t>
                      </a:r>
                      <a:r>
                        <a:rPr sz="1400" b="1" spc="-15" dirty="0">
                          <a:solidFill>
                            <a:srgbClr val="335276"/>
                          </a:solidFill>
                          <a:latin typeface="Arial"/>
                          <a:cs typeface="Arial"/>
                        </a:rPr>
                        <a:t> </a:t>
                      </a:r>
                      <a:r>
                        <a:rPr sz="1400" b="1" spc="-5" dirty="0">
                          <a:solidFill>
                            <a:srgbClr val="335276"/>
                          </a:solidFill>
                          <a:latin typeface="Arial"/>
                          <a:cs typeface="Arial"/>
                        </a:rPr>
                        <a:t>receive</a:t>
                      </a:r>
                      <a:r>
                        <a:rPr sz="1400" b="1" spc="-60" dirty="0">
                          <a:solidFill>
                            <a:srgbClr val="335276"/>
                          </a:solidFill>
                          <a:latin typeface="Arial"/>
                          <a:cs typeface="Arial"/>
                        </a:rPr>
                        <a:t> </a:t>
                      </a:r>
                      <a:r>
                        <a:rPr sz="1400" b="1" spc="-5" dirty="0">
                          <a:solidFill>
                            <a:srgbClr val="335276"/>
                          </a:solidFill>
                          <a:latin typeface="Arial"/>
                          <a:cs typeface="Arial"/>
                        </a:rPr>
                        <a:t>clear</a:t>
                      </a:r>
                      <a:r>
                        <a:rPr sz="1400" b="1" spc="-20" dirty="0">
                          <a:solidFill>
                            <a:srgbClr val="335276"/>
                          </a:solidFill>
                          <a:latin typeface="Arial"/>
                          <a:cs typeface="Arial"/>
                        </a:rPr>
                        <a:t> </a:t>
                      </a:r>
                      <a:r>
                        <a:rPr sz="1400" b="1" spc="-5" dirty="0">
                          <a:solidFill>
                            <a:srgbClr val="335276"/>
                          </a:solidFill>
                          <a:latin typeface="Arial"/>
                          <a:cs typeface="Arial"/>
                        </a:rPr>
                        <a:t>instructions.</a:t>
                      </a:r>
                      <a:endParaRPr sz="1400" dirty="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vMerge="1">
                  <a:txBody>
                    <a:bodyPr/>
                    <a:lstStyle/>
                    <a:p>
                      <a:endParaRPr/>
                    </a:p>
                  </a:txBody>
                  <a:tcPr marL="0" marR="0" marT="0" marB="0">
                    <a:lnL w="12700">
                      <a:solidFill>
                        <a:srgbClr val="FFFFFF"/>
                      </a:solidFill>
                      <a:prstDash val="solid"/>
                    </a:lnL>
                    <a:lnR w="19050">
                      <a:solidFill>
                        <a:srgbClr val="83992A"/>
                      </a:solidFill>
                      <a:prstDash val="solid"/>
                    </a:lnR>
                    <a:lnT w="19050">
                      <a:solidFill>
                        <a:srgbClr val="83992A"/>
                      </a:solidFill>
                      <a:prstDash val="solid"/>
                    </a:lnT>
                  </a:tcPr>
                </a:tc>
                <a:extLst>
                  <a:ext uri="{0D108BD9-81ED-4DB2-BD59-A6C34878D82A}">
                    <a16:rowId xmlns:a16="http://schemas.microsoft.com/office/drawing/2014/main" val="10002"/>
                  </a:ext>
                </a:extLst>
              </a:tr>
              <a:tr h="888745">
                <a:tc>
                  <a:txBody>
                    <a:bodyPr/>
                    <a:lstStyle/>
                    <a:p>
                      <a:pPr marL="81915" marR="3175">
                        <a:lnSpc>
                          <a:spcPts val="1575"/>
                        </a:lnSpc>
                      </a:pPr>
                      <a:r>
                        <a:rPr sz="1400" b="1" dirty="0">
                          <a:solidFill>
                            <a:srgbClr val="335276"/>
                          </a:solidFill>
                          <a:latin typeface="Arial"/>
                          <a:cs typeface="Arial"/>
                        </a:rPr>
                        <a:t>1</a:t>
                      </a:r>
                      <a:endParaRPr sz="1400" dirty="0">
                        <a:latin typeface="Arial"/>
                        <a:cs typeface="Arial"/>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3175">
                      <a:solidFill>
                        <a:srgbClr val="FFFFFF"/>
                      </a:solidFill>
                      <a:prstDash val="solid"/>
                    </a:lnB>
                  </a:tcPr>
                </a:tc>
                <a:tc>
                  <a:txBody>
                    <a:bodyPr/>
                    <a:lstStyle/>
                    <a:p>
                      <a:pPr>
                        <a:lnSpc>
                          <a:spcPct val="100000"/>
                        </a:lnSpc>
                      </a:pPr>
                      <a:endParaRPr sz="1300">
                        <a:latin typeface="Times New Roman"/>
                        <a:cs typeface="Times New Roman"/>
                      </a:endParaRPr>
                    </a:p>
                  </a:txBody>
                  <a:tcPr marL="0" marR="0" marT="0" marB="0">
                    <a:lnL w="19050">
                      <a:solidFill>
                        <a:srgbClr val="83992A"/>
                      </a:solidFill>
                      <a:prstDash val="solid"/>
                    </a:lnL>
                    <a:lnR w="12700">
                      <a:solidFill>
                        <a:srgbClr val="FFFFFF"/>
                      </a:solidFill>
                      <a:prstDash val="solid"/>
                    </a:lnR>
                    <a:lnT w="12700">
                      <a:solidFill>
                        <a:srgbClr val="FFFFFF"/>
                      </a:solidFill>
                      <a:prstDash val="solid"/>
                    </a:lnT>
                    <a:lnB w="3175">
                      <a:solidFill>
                        <a:srgbClr val="FFFFFF"/>
                      </a:solidFill>
                      <a:prstDash val="solid"/>
                    </a:lnB>
                  </a:tcPr>
                </a:tc>
                <a:tc>
                  <a:txBody>
                    <a:bodyPr/>
                    <a:lstStyle/>
                    <a:p>
                      <a:pPr marL="78740">
                        <a:lnSpc>
                          <a:spcPts val="1575"/>
                        </a:lnSpc>
                      </a:pPr>
                      <a:r>
                        <a:rPr sz="1400" b="1" spc="-10" dirty="0">
                          <a:solidFill>
                            <a:srgbClr val="335276"/>
                          </a:solidFill>
                          <a:latin typeface="Arial"/>
                          <a:cs typeface="Arial"/>
                        </a:rPr>
                        <a:t>PO11</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175">
                      <a:solidFill>
                        <a:srgbClr val="FFFFFF"/>
                      </a:solidFill>
                      <a:prstDash val="solid"/>
                    </a:lnB>
                    <a:solidFill>
                      <a:srgbClr val="A9DDC5"/>
                    </a:solidFill>
                  </a:tcPr>
                </a:tc>
                <a:tc>
                  <a:txBody>
                    <a:bodyPr/>
                    <a:lstStyle/>
                    <a:p>
                      <a:pPr marL="81915">
                        <a:lnSpc>
                          <a:spcPts val="1600"/>
                        </a:lnSpc>
                      </a:pPr>
                      <a:r>
                        <a:rPr sz="1400" b="1" spc="-40" dirty="0">
                          <a:solidFill>
                            <a:srgbClr val="335276"/>
                          </a:solidFill>
                          <a:latin typeface="Arial"/>
                          <a:cs typeface="Arial"/>
                        </a:rPr>
                        <a:t>Project</a:t>
                      </a:r>
                      <a:r>
                        <a:rPr sz="1400" b="1" spc="235" dirty="0">
                          <a:solidFill>
                            <a:srgbClr val="335276"/>
                          </a:solidFill>
                          <a:latin typeface="Arial"/>
                          <a:cs typeface="Arial"/>
                        </a:rPr>
                        <a:t> </a:t>
                      </a:r>
                      <a:r>
                        <a:rPr sz="1400" b="1" spc="-50" dirty="0">
                          <a:solidFill>
                            <a:srgbClr val="335276"/>
                          </a:solidFill>
                          <a:latin typeface="Arial"/>
                          <a:cs typeface="Arial"/>
                        </a:rPr>
                        <a:t>management</a:t>
                      </a:r>
                      <a:r>
                        <a:rPr sz="1400" b="1" spc="-20" dirty="0">
                          <a:solidFill>
                            <a:srgbClr val="335276"/>
                          </a:solidFill>
                          <a:latin typeface="Arial"/>
                          <a:cs typeface="Arial"/>
                        </a:rPr>
                        <a:t> </a:t>
                      </a:r>
                      <a:r>
                        <a:rPr sz="1400" b="1" spc="-60" dirty="0">
                          <a:solidFill>
                            <a:srgbClr val="335276"/>
                          </a:solidFill>
                          <a:latin typeface="Arial"/>
                          <a:cs typeface="Arial"/>
                        </a:rPr>
                        <a:t>and</a:t>
                      </a:r>
                      <a:endParaRPr sz="1400">
                        <a:latin typeface="Arial"/>
                        <a:cs typeface="Arial"/>
                      </a:endParaRPr>
                    </a:p>
                    <a:p>
                      <a:pPr marL="81915">
                        <a:lnSpc>
                          <a:spcPct val="100000"/>
                        </a:lnSpc>
                        <a:spcBef>
                          <a:spcPts val="120"/>
                        </a:spcBef>
                      </a:pPr>
                      <a:r>
                        <a:rPr sz="1400" b="1" spc="-10" dirty="0">
                          <a:solidFill>
                            <a:srgbClr val="335276"/>
                          </a:solidFill>
                          <a:latin typeface="Arial"/>
                          <a:cs typeface="Arial"/>
                        </a:rPr>
                        <a:t>finance</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175">
                      <a:solidFill>
                        <a:srgbClr val="FFFFFF"/>
                      </a:solidFill>
                      <a:prstDash val="solid"/>
                    </a:lnB>
                    <a:solidFill>
                      <a:srgbClr val="A9DDC5"/>
                    </a:solidFill>
                  </a:tcPr>
                </a:tc>
                <a:tc>
                  <a:txBody>
                    <a:bodyPr/>
                    <a:lstStyle/>
                    <a:p>
                      <a:pPr marL="81915">
                        <a:lnSpc>
                          <a:spcPts val="1600"/>
                        </a:lnSpc>
                      </a:pPr>
                      <a:r>
                        <a:rPr sz="1400" b="1" spc="-5" dirty="0">
                          <a:solidFill>
                            <a:srgbClr val="335276"/>
                          </a:solidFill>
                          <a:latin typeface="Arial"/>
                          <a:cs typeface="Arial"/>
                        </a:rPr>
                        <a:t>Demonstrate</a:t>
                      </a:r>
                      <a:r>
                        <a:rPr sz="1400" b="1" spc="-10" dirty="0">
                          <a:solidFill>
                            <a:srgbClr val="335276"/>
                          </a:solidFill>
                          <a:latin typeface="Arial"/>
                          <a:cs typeface="Arial"/>
                        </a:rPr>
                        <a:t> </a:t>
                      </a:r>
                      <a:r>
                        <a:rPr sz="1400" b="1" spc="-5" dirty="0">
                          <a:solidFill>
                            <a:srgbClr val="335276"/>
                          </a:solidFill>
                          <a:latin typeface="Arial"/>
                          <a:cs typeface="Arial"/>
                        </a:rPr>
                        <a:t>knowledge</a:t>
                      </a:r>
                      <a:r>
                        <a:rPr sz="1400" b="1" spc="10" dirty="0">
                          <a:solidFill>
                            <a:srgbClr val="335276"/>
                          </a:solidFill>
                          <a:latin typeface="Arial"/>
                          <a:cs typeface="Arial"/>
                        </a:rPr>
                        <a:t> </a:t>
                      </a:r>
                      <a:r>
                        <a:rPr sz="1400" b="1" spc="-5" dirty="0">
                          <a:solidFill>
                            <a:srgbClr val="335276"/>
                          </a:solidFill>
                          <a:latin typeface="Arial"/>
                          <a:cs typeface="Arial"/>
                        </a:rPr>
                        <a:t>and</a:t>
                      </a:r>
                      <a:r>
                        <a:rPr sz="1400" b="1" spc="5" dirty="0">
                          <a:solidFill>
                            <a:srgbClr val="335276"/>
                          </a:solidFill>
                          <a:latin typeface="Arial"/>
                          <a:cs typeface="Arial"/>
                        </a:rPr>
                        <a:t> </a:t>
                      </a:r>
                      <a:r>
                        <a:rPr sz="1400" b="1" spc="-5" dirty="0">
                          <a:solidFill>
                            <a:srgbClr val="335276"/>
                          </a:solidFill>
                          <a:latin typeface="Arial"/>
                          <a:cs typeface="Arial"/>
                        </a:rPr>
                        <a:t>understanding</a:t>
                      </a:r>
                      <a:r>
                        <a:rPr sz="1400" b="1" spc="-15" dirty="0">
                          <a:solidFill>
                            <a:srgbClr val="335276"/>
                          </a:solidFill>
                          <a:latin typeface="Arial"/>
                          <a:cs typeface="Arial"/>
                        </a:rPr>
                        <a:t> </a:t>
                      </a:r>
                      <a:r>
                        <a:rPr sz="1400" b="1" spc="-5" dirty="0">
                          <a:solidFill>
                            <a:srgbClr val="335276"/>
                          </a:solidFill>
                          <a:latin typeface="Arial"/>
                          <a:cs typeface="Arial"/>
                        </a:rPr>
                        <a:t>of</a:t>
                      </a:r>
                      <a:r>
                        <a:rPr sz="1400" b="1" spc="-10" dirty="0">
                          <a:solidFill>
                            <a:srgbClr val="335276"/>
                          </a:solidFill>
                          <a:latin typeface="Arial"/>
                          <a:cs typeface="Arial"/>
                        </a:rPr>
                        <a:t> </a:t>
                      </a:r>
                      <a:r>
                        <a:rPr sz="1400" b="1" dirty="0">
                          <a:solidFill>
                            <a:srgbClr val="335276"/>
                          </a:solidFill>
                          <a:latin typeface="Arial"/>
                          <a:cs typeface="Arial"/>
                        </a:rPr>
                        <a:t>the</a:t>
                      </a:r>
                      <a:r>
                        <a:rPr sz="1400" b="1" spc="-10" dirty="0">
                          <a:solidFill>
                            <a:srgbClr val="335276"/>
                          </a:solidFill>
                          <a:latin typeface="Arial"/>
                          <a:cs typeface="Arial"/>
                        </a:rPr>
                        <a:t> </a:t>
                      </a:r>
                      <a:r>
                        <a:rPr sz="1400" b="1" spc="-5" dirty="0">
                          <a:solidFill>
                            <a:srgbClr val="335276"/>
                          </a:solidFill>
                          <a:latin typeface="Arial"/>
                          <a:cs typeface="Arial"/>
                        </a:rPr>
                        <a:t>engineering</a:t>
                      </a:r>
                      <a:r>
                        <a:rPr sz="1400" b="1" spc="5" dirty="0">
                          <a:solidFill>
                            <a:srgbClr val="335276"/>
                          </a:solidFill>
                          <a:latin typeface="Arial"/>
                          <a:cs typeface="Arial"/>
                        </a:rPr>
                        <a:t> </a:t>
                      </a:r>
                      <a:r>
                        <a:rPr sz="1400" b="1" spc="-5" dirty="0">
                          <a:solidFill>
                            <a:srgbClr val="335276"/>
                          </a:solidFill>
                          <a:latin typeface="Arial"/>
                          <a:cs typeface="Arial"/>
                        </a:rPr>
                        <a:t>and</a:t>
                      </a:r>
                      <a:endParaRPr sz="1400" dirty="0">
                        <a:latin typeface="Arial"/>
                        <a:cs typeface="Arial"/>
                      </a:endParaRPr>
                    </a:p>
                    <a:p>
                      <a:pPr marL="81915" marR="435609">
                        <a:lnSpc>
                          <a:spcPct val="103600"/>
                        </a:lnSpc>
                        <a:spcBef>
                          <a:spcPts val="60"/>
                        </a:spcBef>
                      </a:pPr>
                      <a:r>
                        <a:rPr sz="1400" b="1" spc="-10" dirty="0">
                          <a:solidFill>
                            <a:srgbClr val="335276"/>
                          </a:solidFill>
                          <a:latin typeface="Arial"/>
                          <a:cs typeface="Arial"/>
                        </a:rPr>
                        <a:t>management</a:t>
                      </a:r>
                      <a:r>
                        <a:rPr sz="1400" b="1" spc="-50" dirty="0">
                          <a:solidFill>
                            <a:srgbClr val="335276"/>
                          </a:solidFill>
                          <a:latin typeface="Arial"/>
                          <a:cs typeface="Arial"/>
                        </a:rPr>
                        <a:t> </a:t>
                      </a:r>
                      <a:r>
                        <a:rPr sz="1400" b="1" spc="-10" dirty="0">
                          <a:solidFill>
                            <a:srgbClr val="335276"/>
                          </a:solidFill>
                          <a:latin typeface="Arial"/>
                          <a:cs typeface="Arial"/>
                        </a:rPr>
                        <a:t>principles</a:t>
                      </a:r>
                      <a:r>
                        <a:rPr sz="1400" b="1" spc="-40" dirty="0">
                          <a:solidFill>
                            <a:srgbClr val="335276"/>
                          </a:solidFill>
                          <a:latin typeface="Arial"/>
                          <a:cs typeface="Arial"/>
                        </a:rPr>
                        <a:t> </a:t>
                      </a:r>
                      <a:r>
                        <a:rPr sz="1400" b="1" spc="-5" dirty="0">
                          <a:solidFill>
                            <a:srgbClr val="335276"/>
                          </a:solidFill>
                          <a:latin typeface="Arial"/>
                          <a:cs typeface="Arial"/>
                        </a:rPr>
                        <a:t>and</a:t>
                      </a:r>
                      <a:r>
                        <a:rPr sz="1400" b="1" spc="-35" dirty="0">
                          <a:solidFill>
                            <a:srgbClr val="335276"/>
                          </a:solidFill>
                          <a:latin typeface="Arial"/>
                          <a:cs typeface="Arial"/>
                        </a:rPr>
                        <a:t> </a:t>
                      </a:r>
                      <a:r>
                        <a:rPr sz="1400" b="1" dirty="0">
                          <a:solidFill>
                            <a:srgbClr val="335276"/>
                          </a:solidFill>
                          <a:latin typeface="Arial"/>
                          <a:cs typeface="Arial"/>
                        </a:rPr>
                        <a:t>apply</a:t>
                      </a:r>
                      <a:r>
                        <a:rPr sz="1400" b="1" spc="-75" dirty="0">
                          <a:solidFill>
                            <a:srgbClr val="335276"/>
                          </a:solidFill>
                          <a:latin typeface="Arial"/>
                          <a:cs typeface="Arial"/>
                        </a:rPr>
                        <a:t> </a:t>
                      </a:r>
                      <a:r>
                        <a:rPr sz="1400" b="1" spc="-10" dirty="0">
                          <a:solidFill>
                            <a:srgbClr val="335276"/>
                          </a:solidFill>
                          <a:latin typeface="Arial"/>
                          <a:cs typeface="Arial"/>
                        </a:rPr>
                        <a:t>these</a:t>
                      </a:r>
                      <a:r>
                        <a:rPr sz="1400" b="1" spc="-50" dirty="0">
                          <a:solidFill>
                            <a:srgbClr val="335276"/>
                          </a:solidFill>
                          <a:latin typeface="Arial"/>
                          <a:cs typeface="Arial"/>
                        </a:rPr>
                        <a:t> </a:t>
                      </a:r>
                      <a:r>
                        <a:rPr sz="1400" b="1" dirty="0">
                          <a:solidFill>
                            <a:srgbClr val="335276"/>
                          </a:solidFill>
                          <a:latin typeface="Arial"/>
                          <a:cs typeface="Arial"/>
                        </a:rPr>
                        <a:t>to</a:t>
                      </a:r>
                      <a:r>
                        <a:rPr sz="1400" b="1" spc="-60" dirty="0">
                          <a:solidFill>
                            <a:srgbClr val="335276"/>
                          </a:solidFill>
                          <a:latin typeface="Arial"/>
                          <a:cs typeface="Arial"/>
                        </a:rPr>
                        <a:t> </a:t>
                      </a:r>
                      <a:r>
                        <a:rPr sz="1400" b="1" spc="-5" dirty="0">
                          <a:solidFill>
                            <a:srgbClr val="335276"/>
                          </a:solidFill>
                          <a:latin typeface="Arial"/>
                          <a:cs typeface="Arial"/>
                        </a:rPr>
                        <a:t>one’s</a:t>
                      </a:r>
                      <a:r>
                        <a:rPr sz="1400" b="1" spc="-25" dirty="0">
                          <a:solidFill>
                            <a:srgbClr val="335276"/>
                          </a:solidFill>
                          <a:latin typeface="Arial"/>
                          <a:cs typeface="Arial"/>
                        </a:rPr>
                        <a:t> </a:t>
                      </a:r>
                      <a:r>
                        <a:rPr sz="1400" b="1" spc="-10" dirty="0">
                          <a:solidFill>
                            <a:srgbClr val="335276"/>
                          </a:solidFill>
                          <a:latin typeface="Arial"/>
                          <a:cs typeface="Arial"/>
                        </a:rPr>
                        <a:t>own</a:t>
                      </a:r>
                      <a:r>
                        <a:rPr sz="1400" b="1" spc="-80" dirty="0">
                          <a:solidFill>
                            <a:srgbClr val="335276"/>
                          </a:solidFill>
                          <a:latin typeface="Arial"/>
                          <a:cs typeface="Arial"/>
                        </a:rPr>
                        <a:t> </a:t>
                      </a:r>
                      <a:r>
                        <a:rPr sz="1400" b="1" spc="-5" dirty="0">
                          <a:solidFill>
                            <a:srgbClr val="335276"/>
                          </a:solidFill>
                          <a:latin typeface="Arial"/>
                          <a:cs typeface="Arial"/>
                        </a:rPr>
                        <a:t>work,</a:t>
                      </a:r>
                      <a:r>
                        <a:rPr sz="1400" b="1" spc="-45" dirty="0">
                          <a:solidFill>
                            <a:srgbClr val="335276"/>
                          </a:solidFill>
                          <a:latin typeface="Arial"/>
                          <a:cs typeface="Arial"/>
                        </a:rPr>
                        <a:t> </a:t>
                      </a:r>
                      <a:r>
                        <a:rPr sz="1400" b="1" dirty="0">
                          <a:solidFill>
                            <a:srgbClr val="335276"/>
                          </a:solidFill>
                          <a:latin typeface="Arial"/>
                          <a:cs typeface="Arial"/>
                        </a:rPr>
                        <a:t>as</a:t>
                      </a:r>
                      <a:r>
                        <a:rPr sz="1400" b="1" spc="-30" dirty="0">
                          <a:solidFill>
                            <a:srgbClr val="335276"/>
                          </a:solidFill>
                          <a:latin typeface="Arial"/>
                          <a:cs typeface="Arial"/>
                        </a:rPr>
                        <a:t> </a:t>
                      </a:r>
                      <a:r>
                        <a:rPr sz="1400" b="1" spc="-5" dirty="0">
                          <a:solidFill>
                            <a:srgbClr val="335276"/>
                          </a:solidFill>
                          <a:latin typeface="Arial"/>
                          <a:cs typeface="Arial"/>
                        </a:rPr>
                        <a:t>a</a:t>
                      </a:r>
                      <a:r>
                        <a:rPr sz="1400" b="1" spc="-50" dirty="0">
                          <a:solidFill>
                            <a:srgbClr val="335276"/>
                          </a:solidFill>
                          <a:latin typeface="Arial"/>
                          <a:cs typeface="Arial"/>
                        </a:rPr>
                        <a:t> </a:t>
                      </a:r>
                      <a:r>
                        <a:rPr sz="1400" b="1" spc="-10" dirty="0">
                          <a:solidFill>
                            <a:srgbClr val="335276"/>
                          </a:solidFill>
                          <a:latin typeface="Arial"/>
                          <a:cs typeface="Arial"/>
                        </a:rPr>
                        <a:t>member </a:t>
                      </a:r>
                      <a:r>
                        <a:rPr sz="1400" b="1" spc="-375" dirty="0">
                          <a:solidFill>
                            <a:srgbClr val="335276"/>
                          </a:solidFill>
                          <a:latin typeface="Arial"/>
                          <a:cs typeface="Arial"/>
                        </a:rPr>
                        <a:t> </a:t>
                      </a:r>
                      <a:r>
                        <a:rPr sz="1400" b="1" spc="-5" dirty="0">
                          <a:solidFill>
                            <a:srgbClr val="335276"/>
                          </a:solidFill>
                          <a:latin typeface="Arial"/>
                          <a:cs typeface="Arial"/>
                        </a:rPr>
                        <a:t>and leader </a:t>
                      </a:r>
                      <a:r>
                        <a:rPr sz="1400" b="1" spc="5" dirty="0">
                          <a:solidFill>
                            <a:srgbClr val="335276"/>
                          </a:solidFill>
                          <a:latin typeface="Arial"/>
                          <a:cs typeface="Arial"/>
                        </a:rPr>
                        <a:t>in </a:t>
                      </a:r>
                      <a:r>
                        <a:rPr sz="1400" b="1" spc="-5" dirty="0">
                          <a:solidFill>
                            <a:srgbClr val="335276"/>
                          </a:solidFill>
                          <a:latin typeface="Arial"/>
                          <a:cs typeface="Arial"/>
                        </a:rPr>
                        <a:t>a </a:t>
                      </a:r>
                      <a:r>
                        <a:rPr sz="1400" b="1" spc="-10" dirty="0">
                          <a:solidFill>
                            <a:srgbClr val="335276"/>
                          </a:solidFill>
                          <a:latin typeface="Arial"/>
                          <a:cs typeface="Arial"/>
                        </a:rPr>
                        <a:t>team, </a:t>
                      </a:r>
                      <a:r>
                        <a:rPr sz="1400" b="1" dirty="0">
                          <a:solidFill>
                            <a:srgbClr val="335276"/>
                          </a:solidFill>
                          <a:latin typeface="Arial"/>
                          <a:cs typeface="Arial"/>
                        </a:rPr>
                        <a:t>to </a:t>
                      </a:r>
                      <a:r>
                        <a:rPr sz="1400" b="1" spc="-5" dirty="0">
                          <a:solidFill>
                            <a:srgbClr val="335276"/>
                          </a:solidFill>
                          <a:latin typeface="Arial"/>
                          <a:cs typeface="Arial"/>
                        </a:rPr>
                        <a:t>manage </a:t>
                      </a:r>
                      <a:r>
                        <a:rPr sz="1400" b="1" spc="-10" dirty="0">
                          <a:solidFill>
                            <a:srgbClr val="335276"/>
                          </a:solidFill>
                          <a:latin typeface="Arial"/>
                          <a:cs typeface="Arial"/>
                        </a:rPr>
                        <a:t>projects </a:t>
                      </a:r>
                      <a:r>
                        <a:rPr sz="1400" b="1" spc="-5" dirty="0">
                          <a:solidFill>
                            <a:srgbClr val="335276"/>
                          </a:solidFill>
                          <a:latin typeface="Arial"/>
                          <a:cs typeface="Arial"/>
                        </a:rPr>
                        <a:t>and </a:t>
                      </a:r>
                      <a:r>
                        <a:rPr sz="1400" b="1" spc="-10" dirty="0">
                          <a:solidFill>
                            <a:srgbClr val="335276"/>
                          </a:solidFill>
                          <a:latin typeface="Arial"/>
                          <a:cs typeface="Arial"/>
                        </a:rPr>
                        <a:t>in </a:t>
                      </a:r>
                      <a:r>
                        <a:rPr sz="1400" b="1" spc="-5" dirty="0">
                          <a:solidFill>
                            <a:srgbClr val="335276"/>
                          </a:solidFill>
                          <a:latin typeface="Arial"/>
                          <a:cs typeface="Arial"/>
                        </a:rPr>
                        <a:t>multidisciplinary </a:t>
                      </a:r>
                      <a:r>
                        <a:rPr sz="1400" b="1" dirty="0">
                          <a:solidFill>
                            <a:srgbClr val="335276"/>
                          </a:solidFill>
                          <a:latin typeface="Arial"/>
                          <a:cs typeface="Arial"/>
                        </a:rPr>
                        <a:t> </a:t>
                      </a:r>
                      <a:r>
                        <a:rPr sz="1400" b="1" spc="-5" dirty="0">
                          <a:solidFill>
                            <a:srgbClr val="335276"/>
                          </a:solidFill>
                          <a:latin typeface="Arial"/>
                          <a:cs typeface="Arial"/>
                        </a:rPr>
                        <a:t>environments.</a:t>
                      </a:r>
                      <a:endParaRPr sz="1400" dirty="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175">
                      <a:solidFill>
                        <a:srgbClr val="FFFFFF"/>
                      </a:solidFill>
                      <a:prstDash val="solid"/>
                    </a:lnB>
                    <a:solidFill>
                      <a:srgbClr val="A9DDC5"/>
                    </a:solidFill>
                  </a:tcPr>
                </a:tc>
                <a:tc vMerge="1">
                  <a:txBody>
                    <a:bodyPr/>
                    <a:lstStyle/>
                    <a:p>
                      <a:endParaRPr/>
                    </a:p>
                  </a:txBody>
                  <a:tcPr marL="0" marR="0" marT="0" marB="0">
                    <a:lnL w="12700">
                      <a:solidFill>
                        <a:srgbClr val="FFFFFF"/>
                      </a:solidFill>
                      <a:prstDash val="solid"/>
                    </a:lnL>
                    <a:lnR w="19050">
                      <a:solidFill>
                        <a:srgbClr val="83992A"/>
                      </a:solidFill>
                      <a:prstDash val="solid"/>
                    </a:lnR>
                    <a:lnT w="19050">
                      <a:solidFill>
                        <a:srgbClr val="83992A"/>
                      </a:solidFill>
                      <a:prstDash val="solid"/>
                    </a:lnT>
                  </a:tcPr>
                </a:tc>
                <a:extLst>
                  <a:ext uri="{0D108BD9-81ED-4DB2-BD59-A6C34878D82A}">
                    <a16:rowId xmlns:a16="http://schemas.microsoft.com/office/drawing/2014/main" val="10003"/>
                  </a:ext>
                </a:extLst>
              </a:tr>
              <a:tr h="700151">
                <a:tc>
                  <a:txBody>
                    <a:bodyPr/>
                    <a:lstStyle/>
                    <a:p>
                      <a:pPr marL="81915" marR="3175">
                        <a:lnSpc>
                          <a:spcPts val="1540"/>
                        </a:lnSpc>
                      </a:pPr>
                      <a:r>
                        <a:rPr sz="1400" b="1" dirty="0">
                          <a:solidFill>
                            <a:srgbClr val="335276"/>
                          </a:solidFill>
                          <a:latin typeface="Arial"/>
                          <a:cs typeface="Arial"/>
                        </a:rPr>
                        <a:t>1</a:t>
                      </a:r>
                      <a:endParaRPr sz="1400">
                        <a:latin typeface="Arial"/>
                        <a:cs typeface="Arial"/>
                      </a:endParaRPr>
                    </a:p>
                  </a:txBody>
                  <a:tcPr marL="0" marR="0" marT="0" marB="0">
                    <a:lnL w="12700">
                      <a:solidFill>
                        <a:srgbClr val="FFFFFF"/>
                      </a:solidFill>
                      <a:prstDash val="solid"/>
                    </a:lnL>
                    <a:lnR w="19050">
                      <a:solidFill>
                        <a:srgbClr val="83992A"/>
                      </a:solidFill>
                      <a:prstDash val="solid"/>
                    </a:lnR>
                    <a:lnT w="3175">
                      <a:solidFill>
                        <a:srgbClr val="FFFFFF"/>
                      </a:solidFill>
                      <a:prstDash val="solid"/>
                    </a:lnT>
                    <a:lnB w="38100">
                      <a:solidFill>
                        <a:srgbClr val="FFFFFF"/>
                      </a:solidFill>
                      <a:prstDash val="solid"/>
                    </a:lnB>
                  </a:tcPr>
                </a:tc>
                <a:tc>
                  <a:txBody>
                    <a:bodyPr/>
                    <a:lstStyle/>
                    <a:p>
                      <a:pPr marL="60960">
                        <a:lnSpc>
                          <a:spcPts val="1540"/>
                        </a:lnSpc>
                      </a:pPr>
                      <a:r>
                        <a:rPr sz="1400" b="1" dirty="0">
                          <a:solidFill>
                            <a:srgbClr val="335276"/>
                          </a:solidFill>
                          <a:latin typeface="Arial"/>
                          <a:cs typeface="Arial"/>
                        </a:rPr>
                        <a:t>.</a:t>
                      </a:r>
                      <a:endParaRPr sz="1400">
                        <a:latin typeface="Arial"/>
                        <a:cs typeface="Arial"/>
                      </a:endParaRPr>
                    </a:p>
                  </a:txBody>
                  <a:tcPr marL="0" marR="0" marT="0" marB="0">
                    <a:lnL w="19050">
                      <a:solidFill>
                        <a:srgbClr val="83992A"/>
                      </a:solidFill>
                      <a:prstDash val="solid"/>
                    </a:lnL>
                    <a:lnR w="12700">
                      <a:solidFill>
                        <a:srgbClr val="FFFFFF"/>
                      </a:solidFill>
                      <a:prstDash val="solid"/>
                    </a:lnR>
                    <a:lnT w="3175">
                      <a:solidFill>
                        <a:srgbClr val="FFFFFF"/>
                      </a:solidFill>
                      <a:prstDash val="solid"/>
                    </a:lnT>
                    <a:lnB w="38100">
                      <a:solidFill>
                        <a:srgbClr val="FFFFFF"/>
                      </a:solidFill>
                      <a:prstDash val="solid"/>
                    </a:lnB>
                  </a:tcPr>
                </a:tc>
                <a:tc>
                  <a:txBody>
                    <a:bodyPr/>
                    <a:lstStyle/>
                    <a:p>
                      <a:pPr marL="78740">
                        <a:lnSpc>
                          <a:spcPts val="1540"/>
                        </a:lnSpc>
                      </a:pPr>
                      <a:r>
                        <a:rPr sz="1400" b="1" spc="-10" dirty="0">
                          <a:solidFill>
                            <a:srgbClr val="335276"/>
                          </a:solidFill>
                          <a:latin typeface="Arial"/>
                          <a:cs typeface="Arial"/>
                        </a:rPr>
                        <a:t>PO12</a:t>
                      </a:r>
                      <a:endParaRPr sz="1400">
                        <a:latin typeface="Arial"/>
                        <a:cs typeface="Arial"/>
                      </a:endParaRPr>
                    </a:p>
                  </a:txBody>
                  <a:tcPr marL="0" marR="0" marT="0" marB="0">
                    <a:lnL w="12700">
                      <a:solidFill>
                        <a:srgbClr val="FFFFFF"/>
                      </a:solidFill>
                      <a:prstDash val="solid"/>
                    </a:lnL>
                    <a:lnR w="12700">
                      <a:solidFill>
                        <a:srgbClr val="FFFFFF"/>
                      </a:solidFill>
                      <a:prstDash val="solid"/>
                    </a:lnR>
                    <a:lnT w="3175">
                      <a:solidFill>
                        <a:srgbClr val="FFFFFF"/>
                      </a:solidFill>
                      <a:prstDash val="solid"/>
                    </a:lnT>
                    <a:lnB w="38100">
                      <a:solidFill>
                        <a:srgbClr val="FFFFFF"/>
                      </a:solidFill>
                      <a:prstDash val="solid"/>
                    </a:lnB>
                    <a:solidFill>
                      <a:srgbClr val="A9DDC5"/>
                    </a:solidFill>
                  </a:tcPr>
                </a:tc>
                <a:tc>
                  <a:txBody>
                    <a:bodyPr/>
                    <a:lstStyle/>
                    <a:p>
                      <a:pPr marL="81915">
                        <a:lnSpc>
                          <a:spcPts val="1540"/>
                        </a:lnSpc>
                      </a:pPr>
                      <a:r>
                        <a:rPr sz="1400" b="1" spc="-15" dirty="0">
                          <a:solidFill>
                            <a:srgbClr val="335276"/>
                          </a:solidFill>
                          <a:latin typeface="Arial"/>
                          <a:cs typeface="Arial"/>
                        </a:rPr>
                        <a:t>L</a:t>
                      </a:r>
                      <a:r>
                        <a:rPr sz="1400" b="1" dirty="0">
                          <a:solidFill>
                            <a:srgbClr val="335276"/>
                          </a:solidFill>
                          <a:latin typeface="Arial"/>
                          <a:cs typeface="Arial"/>
                        </a:rPr>
                        <a:t>i</a:t>
                      </a:r>
                      <a:r>
                        <a:rPr sz="1400" b="1" spc="10" dirty="0">
                          <a:solidFill>
                            <a:srgbClr val="335276"/>
                          </a:solidFill>
                          <a:latin typeface="Arial"/>
                          <a:cs typeface="Arial"/>
                        </a:rPr>
                        <a:t>f</a:t>
                      </a:r>
                      <a:r>
                        <a:rPr sz="1400" b="1" spc="-5" dirty="0">
                          <a:solidFill>
                            <a:srgbClr val="335276"/>
                          </a:solidFill>
                          <a:latin typeface="Arial"/>
                          <a:cs typeface="Arial"/>
                        </a:rPr>
                        <a:t>e</a:t>
                      </a:r>
                      <a:r>
                        <a:rPr sz="1400" b="1" spc="-10" dirty="0">
                          <a:solidFill>
                            <a:srgbClr val="335276"/>
                          </a:solidFill>
                          <a:latin typeface="Arial"/>
                          <a:cs typeface="Arial"/>
                        </a:rPr>
                        <a:t>-</a:t>
                      </a:r>
                      <a:r>
                        <a:rPr sz="1400" b="1" spc="15" dirty="0">
                          <a:solidFill>
                            <a:srgbClr val="335276"/>
                          </a:solidFill>
                          <a:latin typeface="Arial"/>
                          <a:cs typeface="Arial"/>
                        </a:rPr>
                        <a:t>l</a:t>
                      </a:r>
                      <a:r>
                        <a:rPr sz="1400" b="1" spc="10" dirty="0">
                          <a:solidFill>
                            <a:srgbClr val="335276"/>
                          </a:solidFill>
                          <a:latin typeface="Arial"/>
                          <a:cs typeface="Arial"/>
                        </a:rPr>
                        <a:t>o</a:t>
                      </a:r>
                      <a:r>
                        <a:rPr sz="1400" b="1" spc="-15" dirty="0">
                          <a:solidFill>
                            <a:srgbClr val="335276"/>
                          </a:solidFill>
                          <a:latin typeface="Arial"/>
                          <a:cs typeface="Arial"/>
                        </a:rPr>
                        <a:t>n</a:t>
                      </a:r>
                      <a:r>
                        <a:rPr sz="1400" b="1" dirty="0">
                          <a:solidFill>
                            <a:srgbClr val="335276"/>
                          </a:solidFill>
                          <a:latin typeface="Arial"/>
                          <a:cs typeface="Arial"/>
                        </a:rPr>
                        <a:t>g</a:t>
                      </a:r>
                      <a:r>
                        <a:rPr sz="1400" b="1" spc="-85" dirty="0">
                          <a:solidFill>
                            <a:srgbClr val="335276"/>
                          </a:solidFill>
                          <a:latin typeface="Arial"/>
                          <a:cs typeface="Arial"/>
                        </a:rPr>
                        <a:t> </a:t>
                      </a:r>
                      <a:r>
                        <a:rPr sz="1400" b="1" dirty="0">
                          <a:solidFill>
                            <a:srgbClr val="335276"/>
                          </a:solidFill>
                          <a:latin typeface="Arial"/>
                          <a:cs typeface="Arial"/>
                        </a:rPr>
                        <a:t>l</a:t>
                      </a:r>
                      <a:r>
                        <a:rPr sz="1400" b="1" spc="10" dirty="0">
                          <a:solidFill>
                            <a:srgbClr val="335276"/>
                          </a:solidFill>
                          <a:latin typeface="Arial"/>
                          <a:cs typeface="Arial"/>
                        </a:rPr>
                        <a:t>e</a:t>
                      </a:r>
                      <a:r>
                        <a:rPr sz="1400" b="1" spc="-10" dirty="0">
                          <a:solidFill>
                            <a:srgbClr val="335276"/>
                          </a:solidFill>
                          <a:latin typeface="Arial"/>
                          <a:cs typeface="Arial"/>
                        </a:rPr>
                        <a:t>a</a:t>
                      </a:r>
                      <a:r>
                        <a:rPr sz="1400" b="1" spc="5" dirty="0">
                          <a:solidFill>
                            <a:srgbClr val="335276"/>
                          </a:solidFill>
                          <a:latin typeface="Arial"/>
                          <a:cs typeface="Arial"/>
                        </a:rPr>
                        <a:t>r</a:t>
                      </a:r>
                      <a:r>
                        <a:rPr sz="1400" b="1" spc="-15" dirty="0">
                          <a:solidFill>
                            <a:srgbClr val="335276"/>
                          </a:solidFill>
                          <a:latin typeface="Arial"/>
                          <a:cs typeface="Arial"/>
                        </a:rPr>
                        <a:t>n</a:t>
                      </a:r>
                      <a:r>
                        <a:rPr sz="1400" b="1" spc="15" dirty="0">
                          <a:solidFill>
                            <a:srgbClr val="335276"/>
                          </a:solidFill>
                          <a:latin typeface="Arial"/>
                          <a:cs typeface="Arial"/>
                        </a:rPr>
                        <a:t>i</a:t>
                      </a:r>
                      <a:r>
                        <a:rPr sz="1400" b="1" spc="10" dirty="0">
                          <a:solidFill>
                            <a:srgbClr val="335276"/>
                          </a:solidFill>
                          <a:latin typeface="Arial"/>
                          <a:cs typeface="Arial"/>
                        </a:rPr>
                        <a:t>n</a:t>
                      </a:r>
                      <a:r>
                        <a:rPr sz="1400" b="1" dirty="0">
                          <a:solidFill>
                            <a:srgbClr val="335276"/>
                          </a:solidFill>
                          <a:latin typeface="Arial"/>
                          <a:cs typeface="Arial"/>
                        </a:rPr>
                        <a:t>g</a:t>
                      </a:r>
                      <a:endParaRPr sz="1400">
                        <a:latin typeface="Arial"/>
                        <a:cs typeface="Arial"/>
                      </a:endParaRPr>
                    </a:p>
                  </a:txBody>
                  <a:tcPr marL="0" marR="0" marT="0" marB="0">
                    <a:lnL w="12700">
                      <a:solidFill>
                        <a:srgbClr val="FFFFFF"/>
                      </a:solidFill>
                      <a:prstDash val="solid"/>
                    </a:lnL>
                    <a:lnR w="12700">
                      <a:solidFill>
                        <a:srgbClr val="FFFFFF"/>
                      </a:solidFill>
                      <a:prstDash val="solid"/>
                    </a:lnR>
                    <a:lnT w="3175">
                      <a:solidFill>
                        <a:srgbClr val="FFFFFF"/>
                      </a:solidFill>
                      <a:prstDash val="solid"/>
                    </a:lnT>
                    <a:lnB w="38100">
                      <a:solidFill>
                        <a:srgbClr val="FFFFFF"/>
                      </a:solidFill>
                      <a:prstDash val="solid"/>
                    </a:lnB>
                    <a:solidFill>
                      <a:srgbClr val="A9DDC5"/>
                    </a:solidFill>
                  </a:tcPr>
                </a:tc>
                <a:tc>
                  <a:txBody>
                    <a:bodyPr/>
                    <a:lstStyle/>
                    <a:p>
                      <a:pPr marL="81915">
                        <a:lnSpc>
                          <a:spcPts val="1540"/>
                        </a:lnSpc>
                      </a:pPr>
                      <a:r>
                        <a:rPr sz="1400" b="1" spc="-5" dirty="0">
                          <a:solidFill>
                            <a:srgbClr val="335276"/>
                          </a:solidFill>
                          <a:latin typeface="Arial"/>
                          <a:cs typeface="Arial"/>
                        </a:rPr>
                        <a:t>Recognize</a:t>
                      </a:r>
                      <a:r>
                        <a:rPr sz="1400" b="1" spc="-10" dirty="0">
                          <a:solidFill>
                            <a:srgbClr val="335276"/>
                          </a:solidFill>
                          <a:latin typeface="Arial"/>
                          <a:cs typeface="Arial"/>
                        </a:rPr>
                        <a:t> the</a:t>
                      </a:r>
                      <a:r>
                        <a:rPr sz="1400" b="1" spc="10" dirty="0">
                          <a:solidFill>
                            <a:srgbClr val="335276"/>
                          </a:solidFill>
                          <a:latin typeface="Arial"/>
                          <a:cs typeface="Arial"/>
                        </a:rPr>
                        <a:t> </a:t>
                      </a:r>
                      <a:r>
                        <a:rPr sz="1400" b="1" spc="-5" dirty="0">
                          <a:solidFill>
                            <a:srgbClr val="335276"/>
                          </a:solidFill>
                          <a:latin typeface="Arial"/>
                          <a:cs typeface="Arial"/>
                        </a:rPr>
                        <a:t>need</a:t>
                      </a:r>
                      <a:r>
                        <a:rPr sz="1400" b="1" spc="-10" dirty="0">
                          <a:solidFill>
                            <a:srgbClr val="335276"/>
                          </a:solidFill>
                          <a:latin typeface="Arial"/>
                          <a:cs typeface="Arial"/>
                        </a:rPr>
                        <a:t> </a:t>
                      </a:r>
                      <a:r>
                        <a:rPr sz="1400" b="1" spc="-5" dirty="0">
                          <a:solidFill>
                            <a:srgbClr val="335276"/>
                          </a:solidFill>
                          <a:latin typeface="Arial"/>
                          <a:cs typeface="Arial"/>
                        </a:rPr>
                        <a:t>for,</a:t>
                      </a:r>
                      <a:r>
                        <a:rPr sz="1400" b="1" spc="-10" dirty="0">
                          <a:solidFill>
                            <a:srgbClr val="335276"/>
                          </a:solidFill>
                          <a:latin typeface="Arial"/>
                          <a:cs typeface="Arial"/>
                        </a:rPr>
                        <a:t> </a:t>
                      </a:r>
                      <a:r>
                        <a:rPr sz="1400" b="1" dirty="0">
                          <a:solidFill>
                            <a:srgbClr val="335276"/>
                          </a:solidFill>
                          <a:latin typeface="Arial"/>
                          <a:cs typeface="Arial"/>
                        </a:rPr>
                        <a:t>and</a:t>
                      </a:r>
                      <a:r>
                        <a:rPr sz="1400" b="1" spc="5" dirty="0">
                          <a:solidFill>
                            <a:srgbClr val="335276"/>
                          </a:solidFill>
                          <a:latin typeface="Arial"/>
                          <a:cs typeface="Arial"/>
                        </a:rPr>
                        <a:t> </a:t>
                      </a:r>
                      <a:r>
                        <a:rPr sz="1400" b="1" spc="-10" dirty="0">
                          <a:solidFill>
                            <a:srgbClr val="335276"/>
                          </a:solidFill>
                          <a:latin typeface="Arial"/>
                          <a:cs typeface="Arial"/>
                        </a:rPr>
                        <a:t>have</a:t>
                      </a:r>
                      <a:r>
                        <a:rPr sz="1400" b="1" spc="15" dirty="0">
                          <a:solidFill>
                            <a:srgbClr val="335276"/>
                          </a:solidFill>
                          <a:latin typeface="Arial"/>
                          <a:cs typeface="Arial"/>
                        </a:rPr>
                        <a:t> </a:t>
                      </a:r>
                      <a:r>
                        <a:rPr sz="1400" b="1" spc="-5" dirty="0">
                          <a:solidFill>
                            <a:srgbClr val="335276"/>
                          </a:solidFill>
                          <a:latin typeface="Arial"/>
                          <a:cs typeface="Arial"/>
                        </a:rPr>
                        <a:t>the</a:t>
                      </a:r>
                      <a:r>
                        <a:rPr sz="1400" b="1" spc="-10" dirty="0">
                          <a:solidFill>
                            <a:srgbClr val="335276"/>
                          </a:solidFill>
                          <a:latin typeface="Arial"/>
                          <a:cs typeface="Arial"/>
                        </a:rPr>
                        <a:t> </a:t>
                      </a:r>
                      <a:r>
                        <a:rPr sz="1400" b="1" spc="-5" dirty="0">
                          <a:solidFill>
                            <a:srgbClr val="335276"/>
                          </a:solidFill>
                          <a:latin typeface="Arial"/>
                          <a:cs typeface="Arial"/>
                        </a:rPr>
                        <a:t>preparation</a:t>
                      </a:r>
                      <a:r>
                        <a:rPr sz="1400" b="1" spc="10" dirty="0">
                          <a:solidFill>
                            <a:srgbClr val="335276"/>
                          </a:solidFill>
                          <a:latin typeface="Arial"/>
                          <a:cs typeface="Arial"/>
                        </a:rPr>
                        <a:t> </a:t>
                      </a:r>
                      <a:r>
                        <a:rPr sz="1400" b="1" spc="-10" dirty="0">
                          <a:solidFill>
                            <a:srgbClr val="335276"/>
                          </a:solidFill>
                          <a:latin typeface="Arial"/>
                          <a:cs typeface="Arial"/>
                        </a:rPr>
                        <a:t>and</a:t>
                      </a:r>
                      <a:r>
                        <a:rPr sz="1400" b="1" spc="50" dirty="0">
                          <a:solidFill>
                            <a:srgbClr val="335276"/>
                          </a:solidFill>
                          <a:latin typeface="Arial"/>
                          <a:cs typeface="Arial"/>
                        </a:rPr>
                        <a:t> </a:t>
                      </a:r>
                      <a:r>
                        <a:rPr sz="1400" b="1" spc="-5" dirty="0">
                          <a:solidFill>
                            <a:srgbClr val="335276"/>
                          </a:solidFill>
                          <a:latin typeface="Arial"/>
                          <a:cs typeface="Arial"/>
                        </a:rPr>
                        <a:t>ability</a:t>
                      </a:r>
                      <a:r>
                        <a:rPr sz="1400" b="1" spc="-15" dirty="0">
                          <a:solidFill>
                            <a:srgbClr val="335276"/>
                          </a:solidFill>
                          <a:latin typeface="Arial"/>
                          <a:cs typeface="Arial"/>
                        </a:rPr>
                        <a:t> </a:t>
                      </a:r>
                      <a:r>
                        <a:rPr sz="1400" b="1" spc="-10" dirty="0">
                          <a:solidFill>
                            <a:srgbClr val="335276"/>
                          </a:solidFill>
                          <a:latin typeface="Arial"/>
                          <a:cs typeface="Arial"/>
                        </a:rPr>
                        <a:t>to</a:t>
                      </a:r>
                      <a:r>
                        <a:rPr sz="1400" b="1" spc="10" dirty="0">
                          <a:solidFill>
                            <a:srgbClr val="335276"/>
                          </a:solidFill>
                          <a:latin typeface="Arial"/>
                          <a:cs typeface="Arial"/>
                        </a:rPr>
                        <a:t> </a:t>
                      </a:r>
                      <a:r>
                        <a:rPr sz="1400" b="1" spc="-5" dirty="0">
                          <a:solidFill>
                            <a:srgbClr val="335276"/>
                          </a:solidFill>
                          <a:latin typeface="Arial"/>
                          <a:cs typeface="Arial"/>
                        </a:rPr>
                        <a:t>engage </a:t>
                      </a:r>
                      <a:r>
                        <a:rPr sz="1400" b="1" dirty="0">
                          <a:solidFill>
                            <a:srgbClr val="335276"/>
                          </a:solidFill>
                          <a:latin typeface="Arial"/>
                          <a:cs typeface="Arial"/>
                        </a:rPr>
                        <a:t>in</a:t>
                      </a:r>
                      <a:endParaRPr sz="1400">
                        <a:latin typeface="Arial"/>
                        <a:cs typeface="Arial"/>
                      </a:endParaRPr>
                    </a:p>
                    <a:p>
                      <a:pPr marL="81915" marR="261620">
                        <a:lnSpc>
                          <a:spcPts val="1820"/>
                        </a:lnSpc>
                        <a:spcBef>
                          <a:spcPts val="40"/>
                        </a:spcBef>
                      </a:pPr>
                      <a:r>
                        <a:rPr sz="1400" b="1" spc="-5" dirty="0">
                          <a:solidFill>
                            <a:srgbClr val="335276"/>
                          </a:solidFill>
                          <a:latin typeface="Arial"/>
                          <a:cs typeface="Arial"/>
                        </a:rPr>
                        <a:t>independent</a:t>
                      </a:r>
                      <a:r>
                        <a:rPr sz="1400" b="1" spc="-75" dirty="0">
                          <a:solidFill>
                            <a:srgbClr val="335276"/>
                          </a:solidFill>
                          <a:latin typeface="Arial"/>
                          <a:cs typeface="Arial"/>
                        </a:rPr>
                        <a:t> </a:t>
                      </a:r>
                      <a:r>
                        <a:rPr sz="1400" b="1" spc="-5" dirty="0">
                          <a:solidFill>
                            <a:srgbClr val="335276"/>
                          </a:solidFill>
                          <a:latin typeface="Arial"/>
                          <a:cs typeface="Arial"/>
                        </a:rPr>
                        <a:t>and</a:t>
                      </a:r>
                      <a:r>
                        <a:rPr sz="1400" b="1" spc="-60" dirty="0">
                          <a:solidFill>
                            <a:srgbClr val="335276"/>
                          </a:solidFill>
                          <a:latin typeface="Arial"/>
                          <a:cs typeface="Arial"/>
                        </a:rPr>
                        <a:t> </a:t>
                      </a:r>
                      <a:r>
                        <a:rPr sz="1400" b="1" spc="-5" dirty="0">
                          <a:solidFill>
                            <a:srgbClr val="335276"/>
                          </a:solidFill>
                          <a:latin typeface="Arial"/>
                          <a:cs typeface="Arial"/>
                        </a:rPr>
                        <a:t>life-long</a:t>
                      </a:r>
                      <a:r>
                        <a:rPr sz="1400" b="1" spc="-105" dirty="0">
                          <a:solidFill>
                            <a:srgbClr val="335276"/>
                          </a:solidFill>
                          <a:latin typeface="Arial"/>
                          <a:cs typeface="Arial"/>
                        </a:rPr>
                        <a:t> </a:t>
                      </a:r>
                      <a:r>
                        <a:rPr sz="1400" b="1" spc="-5" dirty="0">
                          <a:solidFill>
                            <a:srgbClr val="335276"/>
                          </a:solidFill>
                          <a:latin typeface="Arial"/>
                          <a:cs typeface="Arial"/>
                        </a:rPr>
                        <a:t>learning</a:t>
                      </a:r>
                      <a:r>
                        <a:rPr sz="1400" b="1" spc="-80" dirty="0">
                          <a:solidFill>
                            <a:srgbClr val="335276"/>
                          </a:solidFill>
                          <a:latin typeface="Arial"/>
                          <a:cs typeface="Arial"/>
                        </a:rPr>
                        <a:t> </a:t>
                      </a:r>
                      <a:r>
                        <a:rPr sz="1400" b="1" spc="5" dirty="0">
                          <a:solidFill>
                            <a:srgbClr val="335276"/>
                          </a:solidFill>
                          <a:latin typeface="Arial"/>
                          <a:cs typeface="Arial"/>
                        </a:rPr>
                        <a:t>in</a:t>
                      </a:r>
                      <a:r>
                        <a:rPr sz="1400" b="1" spc="-35" dirty="0">
                          <a:solidFill>
                            <a:srgbClr val="335276"/>
                          </a:solidFill>
                          <a:latin typeface="Arial"/>
                          <a:cs typeface="Arial"/>
                        </a:rPr>
                        <a:t> </a:t>
                      </a:r>
                      <a:r>
                        <a:rPr sz="1400" b="1" spc="-15" dirty="0">
                          <a:solidFill>
                            <a:srgbClr val="335276"/>
                          </a:solidFill>
                          <a:latin typeface="Arial"/>
                          <a:cs typeface="Arial"/>
                        </a:rPr>
                        <a:t>the</a:t>
                      </a:r>
                      <a:r>
                        <a:rPr sz="1400" b="1" spc="-30" dirty="0">
                          <a:solidFill>
                            <a:srgbClr val="335276"/>
                          </a:solidFill>
                          <a:latin typeface="Arial"/>
                          <a:cs typeface="Arial"/>
                        </a:rPr>
                        <a:t> </a:t>
                      </a:r>
                      <a:r>
                        <a:rPr sz="1400" b="1" spc="-5" dirty="0">
                          <a:solidFill>
                            <a:srgbClr val="335276"/>
                          </a:solidFill>
                          <a:latin typeface="Arial"/>
                          <a:cs typeface="Arial"/>
                        </a:rPr>
                        <a:t>broadest</a:t>
                      </a:r>
                      <a:r>
                        <a:rPr sz="1400" b="1" spc="-30" dirty="0">
                          <a:solidFill>
                            <a:srgbClr val="335276"/>
                          </a:solidFill>
                          <a:latin typeface="Arial"/>
                          <a:cs typeface="Arial"/>
                        </a:rPr>
                        <a:t> </a:t>
                      </a:r>
                      <a:r>
                        <a:rPr sz="1400" b="1" spc="-5" dirty="0">
                          <a:solidFill>
                            <a:srgbClr val="335276"/>
                          </a:solidFill>
                          <a:latin typeface="Arial"/>
                          <a:cs typeface="Arial"/>
                        </a:rPr>
                        <a:t>context</a:t>
                      </a:r>
                      <a:r>
                        <a:rPr sz="1400" b="1" spc="-30" dirty="0">
                          <a:solidFill>
                            <a:srgbClr val="335276"/>
                          </a:solidFill>
                          <a:latin typeface="Arial"/>
                          <a:cs typeface="Arial"/>
                        </a:rPr>
                        <a:t> </a:t>
                      </a:r>
                      <a:r>
                        <a:rPr sz="1400" b="1" dirty="0">
                          <a:solidFill>
                            <a:srgbClr val="335276"/>
                          </a:solidFill>
                          <a:latin typeface="Arial"/>
                          <a:cs typeface="Arial"/>
                        </a:rPr>
                        <a:t>of</a:t>
                      </a:r>
                      <a:r>
                        <a:rPr sz="1400" b="1" spc="-35" dirty="0">
                          <a:solidFill>
                            <a:srgbClr val="335276"/>
                          </a:solidFill>
                          <a:latin typeface="Arial"/>
                          <a:cs typeface="Arial"/>
                        </a:rPr>
                        <a:t> </a:t>
                      </a:r>
                      <a:r>
                        <a:rPr sz="1400" b="1" spc="-5" dirty="0">
                          <a:solidFill>
                            <a:srgbClr val="335276"/>
                          </a:solidFill>
                          <a:latin typeface="Arial"/>
                          <a:cs typeface="Arial"/>
                        </a:rPr>
                        <a:t>technological </a:t>
                      </a:r>
                      <a:r>
                        <a:rPr sz="1400" b="1" spc="-375" dirty="0">
                          <a:solidFill>
                            <a:srgbClr val="335276"/>
                          </a:solidFill>
                          <a:latin typeface="Arial"/>
                          <a:cs typeface="Arial"/>
                        </a:rPr>
                        <a:t> </a:t>
                      </a:r>
                      <a:r>
                        <a:rPr sz="1400" b="1" spc="-10" dirty="0">
                          <a:solidFill>
                            <a:srgbClr val="335276"/>
                          </a:solidFill>
                          <a:latin typeface="Arial"/>
                          <a:cs typeface="Arial"/>
                        </a:rPr>
                        <a:t>change</a:t>
                      </a:r>
                      <a:endParaRPr sz="1400">
                        <a:latin typeface="Arial"/>
                        <a:cs typeface="Arial"/>
                      </a:endParaRPr>
                    </a:p>
                  </a:txBody>
                  <a:tcPr marL="0" marR="0" marT="0" marB="0">
                    <a:lnL w="12700">
                      <a:solidFill>
                        <a:srgbClr val="FFFFFF"/>
                      </a:solidFill>
                      <a:prstDash val="solid"/>
                    </a:lnL>
                    <a:lnR w="12700">
                      <a:solidFill>
                        <a:srgbClr val="FFFFFF"/>
                      </a:solidFill>
                      <a:prstDash val="solid"/>
                    </a:lnR>
                    <a:lnT w="3175">
                      <a:solidFill>
                        <a:srgbClr val="FFFFFF"/>
                      </a:solidFill>
                      <a:prstDash val="solid"/>
                    </a:lnT>
                    <a:lnB w="38100">
                      <a:solidFill>
                        <a:srgbClr val="FFFFFF"/>
                      </a:solidFill>
                      <a:prstDash val="solid"/>
                    </a:lnB>
                    <a:solidFill>
                      <a:srgbClr val="A9DDC5"/>
                    </a:solidFill>
                  </a:tcPr>
                </a:tc>
                <a:tc vMerge="1">
                  <a:txBody>
                    <a:bodyPr/>
                    <a:lstStyle/>
                    <a:p>
                      <a:endParaRPr/>
                    </a:p>
                  </a:txBody>
                  <a:tcPr marL="0" marR="0" marT="0" marB="0">
                    <a:lnL w="12700">
                      <a:solidFill>
                        <a:srgbClr val="FFFFFF"/>
                      </a:solidFill>
                      <a:prstDash val="solid"/>
                    </a:lnL>
                    <a:lnR w="19050">
                      <a:solidFill>
                        <a:srgbClr val="83992A"/>
                      </a:solidFill>
                      <a:prstDash val="solid"/>
                    </a:lnR>
                    <a:lnT w="19050">
                      <a:solidFill>
                        <a:srgbClr val="83992A"/>
                      </a:solidFill>
                      <a:prstDash val="solid"/>
                    </a:lnT>
                  </a:tcPr>
                </a:tc>
                <a:extLst>
                  <a:ext uri="{0D108BD9-81ED-4DB2-BD59-A6C34878D82A}">
                    <a16:rowId xmlns:a16="http://schemas.microsoft.com/office/drawing/2014/main" val="10004"/>
                  </a:ext>
                </a:extLst>
              </a:tr>
              <a:tr h="1926920">
                <a:tc>
                  <a:txBody>
                    <a:bodyPr/>
                    <a:lstStyle/>
                    <a:p>
                      <a:pPr marR="3175">
                        <a:lnSpc>
                          <a:spcPct val="100000"/>
                        </a:lnSpc>
                      </a:pPr>
                      <a:endParaRPr sz="1300">
                        <a:latin typeface="Times New Roman"/>
                        <a:cs typeface="Times New Roman"/>
                      </a:endParaRPr>
                    </a:p>
                  </a:txBody>
                  <a:tcPr marL="0" marR="0" marT="0" marB="0">
                    <a:lnR w="19050">
                      <a:solidFill>
                        <a:srgbClr val="83992A"/>
                      </a:solidFill>
                      <a:prstDash val="solid"/>
                    </a:lnR>
                    <a:lnT w="38100">
                      <a:solidFill>
                        <a:srgbClr val="FFFFFF"/>
                      </a:solidFill>
                      <a:prstDash val="solid"/>
                    </a:lnT>
                  </a:tcPr>
                </a:tc>
                <a:tc gridSpan="5">
                  <a:txBody>
                    <a:bodyPr/>
                    <a:lstStyle/>
                    <a:p>
                      <a:pPr>
                        <a:lnSpc>
                          <a:spcPct val="100000"/>
                        </a:lnSpc>
                      </a:pPr>
                      <a:endParaRPr sz="1000" dirty="0">
                        <a:latin typeface="Times New Roman"/>
                        <a:cs typeface="Times New Roman"/>
                      </a:endParaRPr>
                    </a:p>
                  </a:txBody>
                  <a:tcPr marL="0" marR="0" marT="0" marB="0">
                    <a:lnL w="19050">
                      <a:solidFill>
                        <a:srgbClr val="83992A"/>
                      </a:solidFill>
                      <a:prstDash val="solid"/>
                    </a:lnL>
                    <a:lnR w="19050">
                      <a:solidFill>
                        <a:srgbClr val="83992A"/>
                      </a:solidFill>
                      <a:prstDash val="solid"/>
                    </a:lnR>
                    <a:lnT w="38100" cap="flat" cmpd="sng" algn="ctr">
                      <a:solidFill>
                        <a:srgbClr val="FFFFFF"/>
                      </a:solidFill>
                      <a:prstDash val="solid"/>
                      <a:round/>
                      <a:headEnd type="none" w="med" len="med"/>
                      <a:tailEnd type="none" w="med" len="med"/>
                    </a:lnT>
                    <a:lnB w="19050">
                      <a:solidFill>
                        <a:srgbClr val="83992A"/>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bl>
          </a:graphicData>
        </a:graphic>
      </p:graphicFrame>
      <p:sp>
        <p:nvSpPr>
          <p:cNvPr id="6" name="object 6"/>
          <p:cNvSpPr/>
          <p:nvPr/>
        </p:nvSpPr>
        <p:spPr>
          <a:xfrm>
            <a:off x="377952" y="2643821"/>
            <a:ext cx="707390" cy="1626870"/>
          </a:xfrm>
          <a:custGeom>
            <a:avLst/>
            <a:gdLst/>
            <a:ahLst/>
            <a:cxnLst/>
            <a:rect l="l" t="t" r="r" b="b"/>
            <a:pathLst>
              <a:path w="707390" h="1626870">
                <a:moveTo>
                  <a:pt x="707390" y="922020"/>
                </a:moveTo>
                <a:lnTo>
                  <a:pt x="0" y="922020"/>
                </a:lnTo>
                <a:lnTo>
                  <a:pt x="0" y="1626870"/>
                </a:lnTo>
                <a:lnTo>
                  <a:pt x="707390" y="1626870"/>
                </a:lnTo>
                <a:lnTo>
                  <a:pt x="707390" y="922020"/>
                </a:lnTo>
                <a:close/>
              </a:path>
              <a:path w="707390" h="1626870">
                <a:moveTo>
                  <a:pt x="707390" y="0"/>
                </a:moveTo>
                <a:lnTo>
                  <a:pt x="0" y="0"/>
                </a:lnTo>
                <a:lnTo>
                  <a:pt x="0" y="896632"/>
                </a:lnTo>
                <a:lnTo>
                  <a:pt x="707390" y="896632"/>
                </a:lnTo>
                <a:lnTo>
                  <a:pt x="707390" y="0"/>
                </a:lnTo>
                <a:close/>
              </a:path>
            </a:pathLst>
          </a:custGeom>
          <a:solidFill>
            <a:srgbClr val="A9DDC5"/>
          </a:solidFill>
        </p:spPr>
        <p:txBody>
          <a:bodyPr wrap="square" lIns="0" tIns="0" rIns="0" bIns="0" rtlCol="0"/>
          <a:lstStyle/>
          <a:p>
            <a:r>
              <a:rPr lang="en-US" sz="1400" dirty="0">
                <a:latin typeface="Arial" panose="020B0604020202020204" pitchFamily="34" charset="0"/>
                <a:cs typeface="Arial" panose="020B0604020202020204" pitchFamily="34" charset="0"/>
              </a:rPr>
              <a:t>11</a:t>
            </a:r>
          </a:p>
          <a:p>
            <a:endParaRPr lang="en-US" dirty="0"/>
          </a:p>
          <a:p>
            <a:endParaRPr lang="en-US" dirty="0"/>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12</a:t>
            </a:r>
          </a:p>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682985" y="6075883"/>
            <a:ext cx="128270" cy="128270"/>
          </a:xfrm>
          <a:prstGeom prst="rect">
            <a:avLst/>
          </a:prstGeom>
        </p:spPr>
        <p:txBody>
          <a:bodyPr vert="horz" wrap="square" lIns="0" tIns="0" rIns="0" bIns="0" rtlCol="0">
            <a:spAutoFit/>
          </a:bodyPr>
          <a:lstStyle/>
          <a:p>
            <a:pPr>
              <a:lnSpc>
                <a:spcPts val="955"/>
              </a:lnSpc>
            </a:pPr>
            <a:r>
              <a:rPr sz="1000" spc="-10" dirty="0">
                <a:solidFill>
                  <a:srgbClr val="868686"/>
                </a:solidFill>
                <a:latin typeface="Calibri"/>
                <a:cs typeface="Calibri"/>
              </a:rPr>
              <a:t>11</a:t>
            </a:r>
            <a:endParaRPr sz="1000">
              <a:latin typeface="Calibri"/>
              <a:cs typeface="Calibri"/>
            </a:endParaRPr>
          </a:p>
        </p:txBody>
      </p:sp>
      <p:grpSp>
        <p:nvGrpSpPr>
          <p:cNvPr id="3" name="object 3"/>
          <p:cNvGrpSpPr/>
          <p:nvPr/>
        </p:nvGrpSpPr>
        <p:grpSpPr>
          <a:xfrm>
            <a:off x="0" y="0"/>
            <a:ext cx="12192000" cy="6858000"/>
            <a:chOff x="0" y="0"/>
            <a:chExt cx="12192000" cy="6858000"/>
          </a:xfrm>
        </p:grpSpPr>
        <p:pic>
          <p:nvPicPr>
            <p:cNvPr id="4" name="object 4"/>
            <p:cNvPicPr/>
            <p:nvPr/>
          </p:nvPicPr>
          <p:blipFill>
            <a:blip r:embed="rId2" cstate="print"/>
            <a:stretch>
              <a:fillRect/>
            </a:stretch>
          </p:blipFill>
          <p:spPr>
            <a:xfrm>
              <a:off x="0" y="0"/>
              <a:ext cx="12192000" cy="6857997"/>
            </a:xfrm>
            <a:prstGeom prst="rect">
              <a:avLst/>
            </a:prstGeom>
          </p:spPr>
        </p:pic>
        <p:pic>
          <p:nvPicPr>
            <p:cNvPr id="5" name="object 5"/>
            <p:cNvPicPr/>
            <p:nvPr/>
          </p:nvPicPr>
          <p:blipFill>
            <a:blip r:embed="rId3" cstate="print"/>
            <a:stretch>
              <a:fillRect/>
            </a:stretch>
          </p:blipFill>
          <p:spPr>
            <a:xfrm>
              <a:off x="0" y="3154679"/>
              <a:ext cx="762000" cy="605154"/>
            </a:xfrm>
            <a:prstGeom prst="rect">
              <a:avLst/>
            </a:prstGeom>
          </p:spPr>
        </p:pic>
        <p:pic>
          <p:nvPicPr>
            <p:cNvPr id="6" name="object 6"/>
            <p:cNvPicPr/>
            <p:nvPr/>
          </p:nvPicPr>
          <p:blipFill>
            <a:blip r:embed="rId4" cstate="print"/>
            <a:stretch>
              <a:fillRect/>
            </a:stretch>
          </p:blipFill>
          <p:spPr>
            <a:xfrm>
              <a:off x="11437619" y="3154679"/>
              <a:ext cx="754379" cy="605154"/>
            </a:xfrm>
            <a:prstGeom prst="rect">
              <a:avLst/>
            </a:prstGeom>
          </p:spPr>
        </p:pic>
      </p:grpSp>
      <p:graphicFrame>
        <p:nvGraphicFramePr>
          <p:cNvPr id="7" name="object 7"/>
          <p:cNvGraphicFramePr>
            <a:graphicFrameLocks noGrp="1"/>
          </p:cNvGraphicFramePr>
          <p:nvPr/>
        </p:nvGraphicFramePr>
        <p:xfrm>
          <a:off x="539495" y="597662"/>
          <a:ext cx="11086457" cy="5986268"/>
        </p:xfrm>
        <a:graphic>
          <a:graphicData uri="http://schemas.openxmlformats.org/drawingml/2006/table">
            <a:tbl>
              <a:tblPr firstRow="1" bandRow="1">
                <a:tableStyleId>{2D5ABB26-0587-4C30-8999-92F81FD0307C}</a:tableStyleId>
              </a:tblPr>
              <a:tblGrid>
                <a:gridCol w="74930">
                  <a:extLst>
                    <a:ext uri="{9D8B030D-6E8A-4147-A177-3AD203B41FA5}">
                      <a16:colId xmlns:a16="http://schemas.microsoft.com/office/drawing/2014/main" val="20000"/>
                    </a:ext>
                  </a:extLst>
                </a:gridCol>
                <a:gridCol w="693420">
                  <a:extLst>
                    <a:ext uri="{9D8B030D-6E8A-4147-A177-3AD203B41FA5}">
                      <a16:colId xmlns:a16="http://schemas.microsoft.com/office/drawing/2014/main" val="20001"/>
                    </a:ext>
                  </a:extLst>
                </a:gridCol>
                <a:gridCol w="341630">
                  <a:extLst>
                    <a:ext uri="{9D8B030D-6E8A-4147-A177-3AD203B41FA5}">
                      <a16:colId xmlns:a16="http://schemas.microsoft.com/office/drawing/2014/main" val="20002"/>
                    </a:ext>
                  </a:extLst>
                </a:gridCol>
                <a:gridCol w="948690">
                  <a:extLst>
                    <a:ext uri="{9D8B030D-6E8A-4147-A177-3AD203B41FA5}">
                      <a16:colId xmlns:a16="http://schemas.microsoft.com/office/drawing/2014/main" val="20003"/>
                    </a:ext>
                  </a:extLst>
                </a:gridCol>
                <a:gridCol w="454660">
                  <a:extLst>
                    <a:ext uri="{9D8B030D-6E8A-4147-A177-3AD203B41FA5}">
                      <a16:colId xmlns:a16="http://schemas.microsoft.com/office/drawing/2014/main" val="20004"/>
                    </a:ext>
                  </a:extLst>
                </a:gridCol>
                <a:gridCol w="149860">
                  <a:extLst>
                    <a:ext uri="{9D8B030D-6E8A-4147-A177-3AD203B41FA5}">
                      <a16:colId xmlns:a16="http://schemas.microsoft.com/office/drawing/2014/main" val="20005"/>
                    </a:ext>
                  </a:extLst>
                </a:gridCol>
                <a:gridCol w="461010">
                  <a:extLst>
                    <a:ext uri="{9D8B030D-6E8A-4147-A177-3AD203B41FA5}">
                      <a16:colId xmlns:a16="http://schemas.microsoft.com/office/drawing/2014/main" val="20006"/>
                    </a:ext>
                  </a:extLst>
                </a:gridCol>
                <a:gridCol w="525145">
                  <a:extLst>
                    <a:ext uri="{9D8B030D-6E8A-4147-A177-3AD203B41FA5}">
                      <a16:colId xmlns:a16="http://schemas.microsoft.com/office/drawing/2014/main" val="20007"/>
                    </a:ext>
                  </a:extLst>
                </a:gridCol>
                <a:gridCol w="518795">
                  <a:extLst>
                    <a:ext uri="{9D8B030D-6E8A-4147-A177-3AD203B41FA5}">
                      <a16:colId xmlns:a16="http://schemas.microsoft.com/office/drawing/2014/main" val="20008"/>
                    </a:ext>
                  </a:extLst>
                </a:gridCol>
                <a:gridCol w="638175">
                  <a:extLst>
                    <a:ext uri="{9D8B030D-6E8A-4147-A177-3AD203B41FA5}">
                      <a16:colId xmlns:a16="http://schemas.microsoft.com/office/drawing/2014/main" val="20009"/>
                    </a:ext>
                  </a:extLst>
                </a:gridCol>
                <a:gridCol w="525145">
                  <a:extLst>
                    <a:ext uri="{9D8B030D-6E8A-4147-A177-3AD203B41FA5}">
                      <a16:colId xmlns:a16="http://schemas.microsoft.com/office/drawing/2014/main" val="20010"/>
                    </a:ext>
                  </a:extLst>
                </a:gridCol>
                <a:gridCol w="567689">
                  <a:extLst>
                    <a:ext uri="{9D8B030D-6E8A-4147-A177-3AD203B41FA5}">
                      <a16:colId xmlns:a16="http://schemas.microsoft.com/office/drawing/2014/main" val="20011"/>
                    </a:ext>
                  </a:extLst>
                </a:gridCol>
                <a:gridCol w="494664">
                  <a:extLst>
                    <a:ext uri="{9D8B030D-6E8A-4147-A177-3AD203B41FA5}">
                      <a16:colId xmlns:a16="http://schemas.microsoft.com/office/drawing/2014/main" val="20012"/>
                    </a:ext>
                  </a:extLst>
                </a:gridCol>
                <a:gridCol w="515619">
                  <a:extLst>
                    <a:ext uri="{9D8B030D-6E8A-4147-A177-3AD203B41FA5}">
                      <a16:colId xmlns:a16="http://schemas.microsoft.com/office/drawing/2014/main" val="20013"/>
                    </a:ext>
                  </a:extLst>
                </a:gridCol>
                <a:gridCol w="613409">
                  <a:extLst>
                    <a:ext uri="{9D8B030D-6E8A-4147-A177-3AD203B41FA5}">
                      <a16:colId xmlns:a16="http://schemas.microsoft.com/office/drawing/2014/main" val="20014"/>
                    </a:ext>
                  </a:extLst>
                </a:gridCol>
                <a:gridCol w="570229">
                  <a:extLst>
                    <a:ext uri="{9D8B030D-6E8A-4147-A177-3AD203B41FA5}">
                      <a16:colId xmlns:a16="http://schemas.microsoft.com/office/drawing/2014/main" val="20015"/>
                    </a:ext>
                  </a:extLst>
                </a:gridCol>
                <a:gridCol w="689609">
                  <a:extLst>
                    <a:ext uri="{9D8B030D-6E8A-4147-A177-3AD203B41FA5}">
                      <a16:colId xmlns:a16="http://schemas.microsoft.com/office/drawing/2014/main" val="20016"/>
                    </a:ext>
                  </a:extLst>
                </a:gridCol>
                <a:gridCol w="607059">
                  <a:extLst>
                    <a:ext uri="{9D8B030D-6E8A-4147-A177-3AD203B41FA5}">
                      <a16:colId xmlns:a16="http://schemas.microsoft.com/office/drawing/2014/main" val="20017"/>
                    </a:ext>
                  </a:extLst>
                </a:gridCol>
                <a:gridCol w="555625">
                  <a:extLst>
                    <a:ext uri="{9D8B030D-6E8A-4147-A177-3AD203B41FA5}">
                      <a16:colId xmlns:a16="http://schemas.microsoft.com/office/drawing/2014/main" val="20018"/>
                    </a:ext>
                  </a:extLst>
                </a:gridCol>
                <a:gridCol w="637540">
                  <a:extLst>
                    <a:ext uri="{9D8B030D-6E8A-4147-A177-3AD203B41FA5}">
                      <a16:colId xmlns:a16="http://schemas.microsoft.com/office/drawing/2014/main" val="20019"/>
                    </a:ext>
                  </a:extLst>
                </a:gridCol>
                <a:gridCol w="503554">
                  <a:extLst>
                    <a:ext uri="{9D8B030D-6E8A-4147-A177-3AD203B41FA5}">
                      <a16:colId xmlns:a16="http://schemas.microsoft.com/office/drawing/2014/main" val="20020"/>
                    </a:ext>
                  </a:extLst>
                </a:gridCol>
              </a:tblGrid>
              <a:tr h="266700">
                <a:tc>
                  <a:txBody>
                    <a:bodyPr/>
                    <a:lstStyle/>
                    <a:p>
                      <a:pPr>
                        <a:lnSpc>
                          <a:spcPct val="100000"/>
                        </a:lnSpc>
                      </a:pPr>
                      <a:endParaRPr sz="1300">
                        <a:latin typeface="Times New Roman"/>
                        <a:cs typeface="Times New Roman"/>
                      </a:endParaRPr>
                    </a:p>
                  </a:txBody>
                  <a:tcPr marL="0" marR="0" marT="0" marB="0">
                    <a:lnR w="28575">
                      <a:solidFill>
                        <a:srgbClr val="83992A"/>
                      </a:solidFill>
                      <a:prstDash val="solid"/>
                    </a:lnR>
                  </a:tcPr>
                </a:tc>
                <a:tc gridSpan="20">
                  <a:txBody>
                    <a:bodyPr/>
                    <a:lstStyle/>
                    <a:p>
                      <a:pPr marL="86360">
                        <a:lnSpc>
                          <a:spcPts val="1860"/>
                        </a:lnSpc>
                      </a:pPr>
                      <a:r>
                        <a:rPr sz="1800" b="1" spc="-5" dirty="0">
                          <a:solidFill>
                            <a:srgbClr val="335276"/>
                          </a:solidFill>
                          <a:latin typeface="Arial"/>
                          <a:cs typeface="Arial"/>
                        </a:rPr>
                        <a:t>C.</a:t>
                      </a:r>
                      <a:r>
                        <a:rPr sz="1800" b="1" spc="-10" dirty="0">
                          <a:solidFill>
                            <a:srgbClr val="335276"/>
                          </a:solidFill>
                          <a:latin typeface="Arial"/>
                          <a:cs typeface="Arial"/>
                        </a:rPr>
                        <a:t> </a:t>
                      </a:r>
                      <a:r>
                        <a:rPr sz="1800" b="1" dirty="0">
                          <a:solidFill>
                            <a:srgbClr val="335276"/>
                          </a:solidFill>
                          <a:latin typeface="Arial"/>
                          <a:cs typeface="Arial"/>
                        </a:rPr>
                        <a:t>Program</a:t>
                      </a:r>
                      <a:r>
                        <a:rPr sz="1800" b="1" spc="5" dirty="0">
                          <a:solidFill>
                            <a:srgbClr val="335276"/>
                          </a:solidFill>
                          <a:latin typeface="Arial"/>
                          <a:cs typeface="Arial"/>
                        </a:rPr>
                        <a:t> </a:t>
                      </a:r>
                      <a:r>
                        <a:rPr sz="1800" b="1" spc="-5" dirty="0">
                          <a:solidFill>
                            <a:srgbClr val="335276"/>
                          </a:solidFill>
                          <a:latin typeface="Arial"/>
                          <a:cs typeface="Arial"/>
                        </a:rPr>
                        <a:t>Specific</a:t>
                      </a:r>
                      <a:r>
                        <a:rPr sz="1800" b="1" spc="-20" dirty="0">
                          <a:solidFill>
                            <a:srgbClr val="335276"/>
                          </a:solidFill>
                          <a:latin typeface="Arial"/>
                          <a:cs typeface="Arial"/>
                        </a:rPr>
                        <a:t> </a:t>
                      </a:r>
                      <a:r>
                        <a:rPr sz="1800" b="1" spc="-5" dirty="0">
                          <a:solidFill>
                            <a:srgbClr val="335276"/>
                          </a:solidFill>
                          <a:latin typeface="Arial"/>
                          <a:cs typeface="Arial"/>
                        </a:rPr>
                        <a:t>Options</a:t>
                      </a:r>
                      <a:endParaRPr sz="1800" dirty="0">
                        <a:latin typeface="Arial"/>
                        <a:cs typeface="Arial"/>
                      </a:endParaRPr>
                    </a:p>
                  </a:txBody>
                  <a:tcPr marL="0" marR="0" marT="0" marB="0">
                    <a:lnL w="28575">
                      <a:solidFill>
                        <a:srgbClr val="83992A"/>
                      </a:solidFill>
                      <a:prstDash val="solid"/>
                    </a:lnL>
                    <a:lnR w="3175">
                      <a:solidFill>
                        <a:srgbClr val="83992A"/>
                      </a:solidFill>
                      <a:prstDash val="solid"/>
                    </a:lnR>
                    <a:lnT w="28575">
                      <a:solidFill>
                        <a:srgbClr val="83992A"/>
                      </a:solidFill>
                      <a:prstDash val="solid"/>
                    </a:lnT>
                    <a:lnB w="381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10693">
                <a:tc>
                  <a:txBody>
                    <a:bodyPr/>
                    <a:lstStyle/>
                    <a:p>
                      <a:pPr>
                        <a:lnSpc>
                          <a:spcPct val="100000"/>
                        </a:lnSpc>
                      </a:pPr>
                      <a:endParaRPr sz="1200">
                        <a:latin typeface="Times New Roman"/>
                        <a:cs typeface="Times New Roman"/>
                      </a:endParaRPr>
                    </a:p>
                  </a:txBody>
                  <a:tcPr marL="0" marR="0" marT="0" marB="0">
                    <a:lnR w="28575">
                      <a:solidFill>
                        <a:srgbClr val="83992A"/>
                      </a:solidFill>
                      <a:prstDash val="solid"/>
                    </a:lnR>
                  </a:tcPr>
                </a:tc>
                <a:tc gridSpan="2">
                  <a:txBody>
                    <a:bodyPr/>
                    <a:lstStyle/>
                    <a:p>
                      <a:pPr marL="86360">
                        <a:lnSpc>
                          <a:spcPts val="1530"/>
                        </a:lnSpc>
                      </a:pPr>
                      <a:r>
                        <a:rPr sz="1400" b="1" spc="5" dirty="0">
                          <a:solidFill>
                            <a:srgbClr val="335276"/>
                          </a:solidFill>
                          <a:latin typeface="Arial"/>
                          <a:cs typeface="Arial"/>
                        </a:rPr>
                        <a:t>Sr</a:t>
                      </a:r>
                      <a:r>
                        <a:rPr sz="1400" b="1" dirty="0">
                          <a:solidFill>
                            <a:srgbClr val="335276"/>
                          </a:solidFill>
                          <a:latin typeface="Arial"/>
                          <a:cs typeface="Arial"/>
                        </a:rPr>
                        <a:t>.</a:t>
                      </a:r>
                      <a:r>
                        <a:rPr sz="1400" b="1" spc="-80" dirty="0">
                          <a:solidFill>
                            <a:srgbClr val="335276"/>
                          </a:solidFill>
                          <a:latin typeface="Arial"/>
                          <a:cs typeface="Arial"/>
                        </a:rPr>
                        <a:t> </a:t>
                      </a:r>
                      <a:r>
                        <a:rPr sz="1400" b="1" dirty="0">
                          <a:solidFill>
                            <a:srgbClr val="335276"/>
                          </a:solidFill>
                          <a:latin typeface="Arial"/>
                          <a:cs typeface="Arial"/>
                        </a:rPr>
                        <a:t>N</a:t>
                      </a:r>
                      <a:r>
                        <a:rPr sz="1400" b="1" spc="-10" dirty="0">
                          <a:solidFill>
                            <a:srgbClr val="335276"/>
                          </a:solidFill>
                          <a:latin typeface="Arial"/>
                          <a:cs typeface="Arial"/>
                        </a:rPr>
                        <a:t>o</a:t>
                      </a:r>
                      <a:r>
                        <a:rPr sz="1400" b="1" dirty="0">
                          <a:solidFill>
                            <a:srgbClr val="335276"/>
                          </a:solidFill>
                          <a:latin typeface="Arial"/>
                          <a:cs typeface="Arial"/>
                        </a:rPr>
                        <a:t>.</a:t>
                      </a:r>
                      <a:endParaRPr sz="1400">
                        <a:latin typeface="Arial"/>
                        <a:cs typeface="Arial"/>
                      </a:endParaRPr>
                    </a:p>
                  </a:txBody>
                  <a:tcPr marL="0" marR="0" marT="0" marB="0">
                    <a:lnL w="28575">
                      <a:solidFill>
                        <a:srgbClr val="83992A"/>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gridSpan="3">
                  <a:txBody>
                    <a:bodyPr/>
                    <a:lstStyle/>
                    <a:p>
                      <a:pPr marL="79375">
                        <a:lnSpc>
                          <a:spcPts val="1530"/>
                        </a:lnSpc>
                      </a:pPr>
                      <a:r>
                        <a:rPr sz="1400" b="1" spc="-10" dirty="0">
                          <a:solidFill>
                            <a:srgbClr val="335276"/>
                          </a:solidFill>
                          <a:latin typeface="Arial"/>
                          <a:cs typeface="Arial"/>
                        </a:rPr>
                        <a:t>Outcomes</a:t>
                      </a:r>
                      <a:endParaRPr sz="14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gridSpan="15">
                  <a:txBody>
                    <a:bodyPr/>
                    <a:lstStyle/>
                    <a:p>
                      <a:pPr marL="76200">
                        <a:lnSpc>
                          <a:spcPts val="1530"/>
                        </a:lnSpc>
                      </a:pPr>
                      <a:r>
                        <a:rPr sz="1400" b="1" spc="-5" dirty="0">
                          <a:solidFill>
                            <a:srgbClr val="335276"/>
                          </a:solidFill>
                          <a:latin typeface="Arial"/>
                          <a:cs typeface="Arial"/>
                        </a:rPr>
                        <a:t>Description</a:t>
                      </a:r>
                      <a:endParaRPr sz="1400">
                        <a:latin typeface="Arial"/>
                        <a:cs typeface="Arial"/>
                      </a:endParaRPr>
                    </a:p>
                  </a:txBody>
                  <a:tcPr marL="0" marR="0" marT="0" marB="0">
                    <a:lnL w="12700">
                      <a:solidFill>
                        <a:srgbClr val="FFFFFF"/>
                      </a:solidFill>
                      <a:prstDash val="solid"/>
                    </a:lnL>
                    <a:lnR w="3175">
                      <a:solidFill>
                        <a:srgbClr val="83992A"/>
                      </a:solidFill>
                      <a:prstDash val="solid"/>
                    </a:lnR>
                    <a:lnT w="381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640333">
                <a:tc>
                  <a:txBody>
                    <a:bodyPr/>
                    <a:lstStyle/>
                    <a:p>
                      <a:pPr>
                        <a:lnSpc>
                          <a:spcPct val="100000"/>
                        </a:lnSpc>
                      </a:pPr>
                      <a:endParaRPr sz="1300">
                        <a:latin typeface="Times New Roman"/>
                        <a:cs typeface="Times New Roman"/>
                      </a:endParaRPr>
                    </a:p>
                  </a:txBody>
                  <a:tcPr marL="0" marR="0" marT="0" marB="0">
                    <a:lnR w="28575">
                      <a:solidFill>
                        <a:srgbClr val="83992A"/>
                      </a:solidFill>
                      <a:prstDash val="solid"/>
                    </a:lnR>
                  </a:tcPr>
                </a:tc>
                <a:tc gridSpan="2">
                  <a:txBody>
                    <a:bodyPr/>
                    <a:lstStyle/>
                    <a:p>
                      <a:pPr marL="86360">
                        <a:lnSpc>
                          <a:spcPts val="1575"/>
                        </a:lnSpc>
                      </a:pPr>
                      <a:r>
                        <a:rPr sz="1400" b="1" spc="-15" dirty="0">
                          <a:solidFill>
                            <a:srgbClr val="335276"/>
                          </a:solidFill>
                          <a:latin typeface="Arial"/>
                          <a:cs typeface="Arial"/>
                        </a:rPr>
                        <a:t>1.</a:t>
                      </a:r>
                      <a:endParaRPr sz="1400">
                        <a:latin typeface="Arial"/>
                        <a:cs typeface="Arial"/>
                      </a:endParaRPr>
                    </a:p>
                  </a:txBody>
                  <a:tcPr marL="0" marR="0" marT="0" marB="0">
                    <a:lnL w="28575">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gridSpan="3">
                  <a:txBody>
                    <a:bodyPr/>
                    <a:lstStyle/>
                    <a:p>
                      <a:pPr marL="79375">
                        <a:lnSpc>
                          <a:spcPts val="1575"/>
                        </a:lnSpc>
                      </a:pPr>
                      <a:r>
                        <a:rPr sz="1400" b="1" spc="-5" dirty="0">
                          <a:solidFill>
                            <a:srgbClr val="335276"/>
                          </a:solidFill>
                          <a:latin typeface="Arial"/>
                          <a:cs typeface="Arial"/>
                        </a:rPr>
                        <a:t>PSO1</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gridSpan="15">
                  <a:txBody>
                    <a:bodyPr/>
                    <a:lstStyle/>
                    <a:p>
                      <a:pPr marL="76200">
                        <a:lnSpc>
                          <a:spcPts val="1590"/>
                        </a:lnSpc>
                      </a:pPr>
                      <a:r>
                        <a:rPr lang="en-US" sz="1400" b="1" spc="-10" dirty="0">
                          <a:solidFill>
                            <a:srgbClr val="335276"/>
                          </a:solidFill>
                          <a:latin typeface="Arial"/>
                          <a:cs typeface="Arial"/>
                        </a:rPr>
                        <a:t>Apply basic knowledge in the areas such as Software Engineering, Networking and Security, Database Management Systems, Intelligent Systems, Operating Systems, Programming Skills and System Architecture for building Software products along with the integration of futuristic technologies.</a:t>
                      </a:r>
                      <a:endParaRPr sz="1400">
                        <a:latin typeface="Arial"/>
                        <a:cs typeface="Arial"/>
                      </a:endParaRPr>
                    </a:p>
                  </a:txBody>
                  <a:tcPr marL="0" marR="0" marT="0" marB="0">
                    <a:lnL w="12700">
                      <a:solidFill>
                        <a:srgbClr val="FFFFFF"/>
                      </a:solidFill>
                      <a:prstDash val="solid"/>
                    </a:lnL>
                    <a:lnR w="3175">
                      <a:solidFill>
                        <a:srgbClr val="83992A"/>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438912">
                <a:tc>
                  <a:txBody>
                    <a:bodyPr/>
                    <a:lstStyle/>
                    <a:p>
                      <a:pPr>
                        <a:lnSpc>
                          <a:spcPct val="100000"/>
                        </a:lnSpc>
                      </a:pPr>
                      <a:endParaRPr sz="1300">
                        <a:latin typeface="Times New Roman"/>
                        <a:cs typeface="Times New Roman"/>
                      </a:endParaRPr>
                    </a:p>
                  </a:txBody>
                  <a:tcPr marL="0" marR="0" marT="0" marB="0">
                    <a:lnR w="28575">
                      <a:solidFill>
                        <a:srgbClr val="83992A"/>
                      </a:solidFill>
                      <a:prstDash val="solid"/>
                    </a:lnR>
                  </a:tcPr>
                </a:tc>
                <a:tc gridSpan="2">
                  <a:txBody>
                    <a:bodyPr/>
                    <a:lstStyle/>
                    <a:p>
                      <a:pPr marL="86360">
                        <a:lnSpc>
                          <a:spcPts val="1575"/>
                        </a:lnSpc>
                      </a:pPr>
                      <a:r>
                        <a:rPr sz="1400" b="1" spc="-15" dirty="0">
                          <a:solidFill>
                            <a:srgbClr val="335276"/>
                          </a:solidFill>
                          <a:latin typeface="Arial"/>
                          <a:cs typeface="Arial"/>
                        </a:rPr>
                        <a:t>2.</a:t>
                      </a:r>
                      <a:endParaRPr sz="1400">
                        <a:latin typeface="Arial"/>
                        <a:cs typeface="Arial"/>
                      </a:endParaRPr>
                    </a:p>
                  </a:txBody>
                  <a:tcPr marL="0" marR="0" marT="0" marB="0">
                    <a:lnL w="28575">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gridSpan="3">
                  <a:txBody>
                    <a:bodyPr/>
                    <a:lstStyle/>
                    <a:p>
                      <a:pPr marL="79375">
                        <a:lnSpc>
                          <a:spcPts val="1575"/>
                        </a:lnSpc>
                      </a:pPr>
                      <a:r>
                        <a:rPr sz="1400" b="1" spc="-5" dirty="0">
                          <a:solidFill>
                            <a:srgbClr val="335276"/>
                          </a:solidFill>
                          <a:latin typeface="Arial"/>
                          <a:cs typeface="Arial"/>
                        </a:rPr>
                        <a:t>PSO2</a:t>
                      </a: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gridSpan="15">
                  <a:txBody>
                    <a:bodyPr/>
                    <a:lstStyle/>
                    <a:p>
                      <a:pPr marL="76200">
                        <a:lnSpc>
                          <a:spcPts val="1565"/>
                        </a:lnSpc>
                      </a:pPr>
                      <a:r>
                        <a:rPr lang="en-US" sz="1400" b="1" spc="-5" dirty="0">
                          <a:solidFill>
                            <a:srgbClr val="335276"/>
                          </a:solidFill>
                          <a:latin typeface="Arial"/>
                          <a:cs typeface="Arial"/>
                        </a:rPr>
                        <a:t>Provide effective and efficient real time solutions using attained knowledge in inter-disciplinary domains for societal benefits through hands-on projects or </a:t>
                      </a:r>
                      <a:r>
                        <a:rPr lang="en-US" sz="1400" b="1" spc="-5" dirty="0" err="1">
                          <a:solidFill>
                            <a:srgbClr val="335276"/>
                          </a:solidFill>
                          <a:latin typeface="Arial"/>
                          <a:cs typeface="Arial"/>
                        </a:rPr>
                        <a:t>hackathons</a:t>
                      </a:r>
                      <a:r>
                        <a:rPr lang="en-US" sz="1400" b="1" spc="-5" dirty="0">
                          <a:solidFill>
                            <a:srgbClr val="335276"/>
                          </a:solidFill>
                          <a:latin typeface="Arial"/>
                          <a:cs typeface="Arial"/>
                        </a:rPr>
                        <a:t> or technical challenges or global competitions.</a:t>
                      </a:r>
                      <a:endParaRPr sz="1400">
                        <a:latin typeface="Arial"/>
                        <a:cs typeface="Arial"/>
                      </a:endParaRPr>
                    </a:p>
                  </a:txBody>
                  <a:tcPr marL="0" marR="0" marT="0" marB="0">
                    <a:lnL w="12700">
                      <a:solidFill>
                        <a:srgbClr val="FFFFFF"/>
                      </a:solidFill>
                      <a:prstDash val="solid"/>
                    </a:lnL>
                    <a:lnR w="3175">
                      <a:solidFill>
                        <a:srgbClr val="83992A"/>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439292">
                <a:tc>
                  <a:txBody>
                    <a:bodyPr/>
                    <a:lstStyle/>
                    <a:p>
                      <a:pPr>
                        <a:lnSpc>
                          <a:spcPct val="100000"/>
                        </a:lnSpc>
                      </a:pPr>
                      <a:endParaRPr sz="1300">
                        <a:latin typeface="Times New Roman"/>
                        <a:cs typeface="Times New Roman"/>
                      </a:endParaRPr>
                    </a:p>
                  </a:txBody>
                  <a:tcPr marL="0" marR="0" marT="0" marB="0">
                    <a:lnR w="28575">
                      <a:solidFill>
                        <a:srgbClr val="83992A"/>
                      </a:solidFill>
                      <a:prstDash val="solid"/>
                    </a:lnR>
                  </a:tcPr>
                </a:tc>
                <a:tc gridSpan="2">
                  <a:txBody>
                    <a:bodyPr/>
                    <a:lstStyle/>
                    <a:p>
                      <a:pPr marL="86360">
                        <a:lnSpc>
                          <a:spcPts val="1580"/>
                        </a:lnSpc>
                      </a:pPr>
                      <a:endParaRPr sz="1400">
                        <a:latin typeface="Arial"/>
                        <a:cs typeface="Arial"/>
                      </a:endParaRPr>
                    </a:p>
                  </a:txBody>
                  <a:tcPr marL="0" marR="0" marT="0" marB="0">
                    <a:lnL w="28575">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gridSpan="3">
                  <a:txBody>
                    <a:bodyPr/>
                    <a:lstStyle/>
                    <a:p>
                      <a:pPr marL="79375">
                        <a:lnSpc>
                          <a:spcPts val="1580"/>
                        </a:lnSpc>
                      </a:pP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gridSpan="15">
                  <a:txBody>
                    <a:bodyPr/>
                    <a:lstStyle/>
                    <a:p>
                      <a:pPr marL="76200">
                        <a:lnSpc>
                          <a:spcPts val="1565"/>
                        </a:lnSpc>
                      </a:pPr>
                      <a:endParaRPr sz="1400">
                        <a:latin typeface="Arial"/>
                        <a:cs typeface="Arial"/>
                      </a:endParaRPr>
                    </a:p>
                  </a:txBody>
                  <a:tcPr marL="0" marR="0" marT="0" marB="0">
                    <a:lnL w="12700">
                      <a:solidFill>
                        <a:srgbClr val="FFFFFF"/>
                      </a:solidFill>
                      <a:prstDash val="solid"/>
                    </a:lnL>
                    <a:lnR w="3175">
                      <a:solidFill>
                        <a:srgbClr val="83992A"/>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r h="667765">
                <a:tc>
                  <a:txBody>
                    <a:bodyPr/>
                    <a:lstStyle/>
                    <a:p>
                      <a:pPr>
                        <a:lnSpc>
                          <a:spcPct val="100000"/>
                        </a:lnSpc>
                      </a:pPr>
                      <a:endParaRPr sz="1300">
                        <a:latin typeface="Times New Roman"/>
                        <a:cs typeface="Times New Roman"/>
                      </a:endParaRPr>
                    </a:p>
                  </a:txBody>
                  <a:tcPr marL="0" marR="0" marT="0" marB="0">
                    <a:lnR w="28575">
                      <a:solidFill>
                        <a:srgbClr val="83992A"/>
                      </a:solidFill>
                      <a:prstDash val="solid"/>
                    </a:lnR>
                  </a:tcPr>
                </a:tc>
                <a:tc gridSpan="2">
                  <a:txBody>
                    <a:bodyPr/>
                    <a:lstStyle/>
                    <a:p>
                      <a:pPr marL="86360">
                        <a:lnSpc>
                          <a:spcPts val="1575"/>
                        </a:lnSpc>
                      </a:pPr>
                      <a:endParaRPr sz="1400">
                        <a:latin typeface="Arial"/>
                        <a:cs typeface="Arial"/>
                      </a:endParaRPr>
                    </a:p>
                  </a:txBody>
                  <a:tcPr marL="0" marR="0" marT="0" marB="0">
                    <a:lnL w="28575">
                      <a:solidFill>
                        <a:srgbClr val="83992A"/>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gridSpan="3">
                  <a:txBody>
                    <a:bodyPr/>
                    <a:lstStyle/>
                    <a:p>
                      <a:pPr marL="79375">
                        <a:lnSpc>
                          <a:spcPts val="1575"/>
                        </a:lnSpc>
                      </a:pPr>
                      <a:endParaRPr sz="14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gridSpan="15">
                  <a:txBody>
                    <a:bodyPr/>
                    <a:lstStyle/>
                    <a:p>
                      <a:pPr marL="76200">
                        <a:lnSpc>
                          <a:spcPts val="1575"/>
                        </a:lnSpc>
                      </a:pPr>
                      <a:endParaRPr sz="1400">
                        <a:latin typeface="Arial"/>
                        <a:cs typeface="Arial"/>
                      </a:endParaRPr>
                    </a:p>
                  </a:txBody>
                  <a:tcPr marL="0" marR="0" marT="0" marB="0">
                    <a:lnL w="12700">
                      <a:solidFill>
                        <a:srgbClr val="FFFFFF"/>
                      </a:solidFill>
                      <a:prstDash val="solid"/>
                    </a:lnL>
                    <a:lnR w="3175">
                      <a:solidFill>
                        <a:srgbClr val="83992A"/>
                      </a:solidFill>
                      <a:prstDash val="solid"/>
                    </a:lnR>
                    <a:lnT w="127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r h="152349">
                <a:tc>
                  <a:txBody>
                    <a:bodyPr/>
                    <a:lstStyle/>
                    <a:p>
                      <a:pPr>
                        <a:lnSpc>
                          <a:spcPct val="100000"/>
                        </a:lnSpc>
                      </a:pPr>
                      <a:endParaRPr sz="800">
                        <a:latin typeface="Times New Roman"/>
                        <a:cs typeface="Times New Roman"/>
                      </a:endParaRPr>
                    </a:p>
                  </a:txBody>
                  <a:tcPr marL="0" marR="0" marT="0" marB="0">
                    <a:lnR w="19050">
                      <a:solidFill>
                        <a:srgbClr val="83992A"/>
                      </a:solidFill>
                      <a:prstDash val="solid"/>
                    </a:lnR>
                  </a:tcPr>
                </a:tc>
                <a:tc gridSpan="20">
                  <a:txBody>
                    <a:bodyPr/>
                    <a:lstStyle/>
                    <a:p>
                      <a:pPr>
                        <a:lnSpc>
                          <a:spcPct val="100000"/>
                        </a:lnSpc>
                      </a:pPr>
                      <a:endParaRPr sz="800">
                        <a:latin typeface="Times New Roman"/>
                        <a:cs typeface="Times New Roman"/>
                      </a:endParaRPr>
                    </a:p>
                  </a:txBody>
                  <a:tcPr marL="0" marR="0" marT="0" marB="0">
                    <a:lnL w="19050">
                      <a:solidFill>
                        <a:srgbClr val="83992A"/>
                      </a:solidFill>
                      <a:prstDash val="solid"/>
                    </a:lnL>
                    <a:lnR w="19050">
                      <a:solidFill>
                        <a:srgbClr val="83992A"/>
                      </a:solidFill>
                      <a:prstDash val="solid"/>
                    </a:lnR>
                    <a:lnT w="12700">
                      <a:solidFill>
                        <a:srgbClr val="FFFFFF"/>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6"/>
                  </a:ext>
                </a:extLst>
              </a:tr>
              <a:tr h="533704">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9050">
                      <a:solidFill>
                        <a:srgbClr val="83992A"/>
                      </a:solidFill>
                      <a:prstDash val="solid"/>
                    </a:lnR>
                    <a:lnB w="38100">
                      <a:solidFill>
                        <a:srgbClr val="FFFFFF"/>
                      </a:solidFill>
                      <a:prstDash val="solid"/>
                    </a:lnB>
                    <a:solidFill>
                      <a:srgbClr val="A9DDC5"/>
                    </a:solidFill>
                  </a:tcPr>
                </a:tc>
                <a:tc gridSpan="20">
                  <a:txBody>
                    <a:bodyPr/>
                    <a:lstStyle/>
                    <a:p>
                      <a:pPr marL="6985">
                        <a:lnSpc>
                          <a:spcPts val="2300"/>
                        </a:lnSpc>
                      </a:pPr>
                      <a:r>
                        <a:rPr sz="2000" b="1" spc="-30" dirty="0">
                          <a:solidFill>
                            <a:srgbClr val="335276"/>
                          </a:solidFill>
                          <a:latin typeface="Arial"/>
                          <a:cs typeface="Arial"/>
                        </a:rPr>
                        <a:t>A.</a:t>
                      </a:r>
                      <a:r>
                        <a:rPr sz="2000" b="1" spc="170" dirty="0">
                          <a:solidFill>
                            <a:srgbClr val="335276"/>
                          </a:solidFill>
                          <a:latin typeface="Arial"/>
                          <a:cs typeface="Arial"/>
                        </a:rPr>
                        <a:t> </a:t>
                      </a:r>
                      <a:r>
                        <a:rPr sz="2000" b="1" spc="-10" dirty="0">
                          <a:solidFill>
                            <a:srgbClr val="335276"/>
                          </a:solidFill>
                          <a:latin typeface="Arial"/>
                          <a:cs typeface="Arial"/>
                        </a:rPr>
                        <a:t>PSO</a:t>
                      </a:r>
                      <a:r>
                        <a:rPr sz="2000" b="1" dirty="0">
                          <a:solidFill>
                            <a:srgbClr val="335276"/>
                          </a:solidFill>
                          <a:latin typeface="Arial"/>
                          <a:cs typeface="Arial"/>
                        </a:rPr>
                        <a:t> </a:t>
                      </a:r>
                      <a:r>
                        <a:rPr sz="2000" b="1" spc="-5" dirty="0">
                          <a:solidFill>
                            <a:srgbClr val="335276"/>
                          </a:solidFill>
                          <a:latin typeface="Arial"/>
                          <a:cs typeface="Arial"/>
                        </a:rPr>
                        <a:t>mapping</a:t>
                      </a:r>
                      <a:r>
                        <a:rPr sz="2000" b="1" spc="5" dirty="0">
                          <a:solidFill>
                            <a:srgbClr val="335276"/>
                          </a:solidFill>
                          <a:latin typeface="Arial"/>
                          <a:cs typeface="Arial"/>
                        </a:rPr>
                        <a:t> </a:t>
                      </a:r>
                      <a:r>
                        <a:rPr sz="2000" b="1" dirty="0">
                          <a:solidFill>
                            <a:srgbClr val="335276"/>
                          </a:solidFill>
                          <a:latin typeface="Arial"/>
                          <a:cs typeface="Arial"/>
                        </a:rPr>
                        <a:t>with</a:t>
                      </a:r>
                      <a:r>
                        <a:rPr sz="2000" b="1" spc="-20" dirty="0">
                          <a:solidFill>
                            <a:srgbClr val="335276"/>
                          </a:solidFill>
                          <a:latin typeface="Arial"/>
                          <a:cs typeface="Arial"/>
                        </a:rPr>
                        <a:t> </a:t>
                      </a:r>
                      <a:r>
                        <a:rPr sz="2000" b="1" spc="-5" dirty="0">
                          <a:solidFill>
                            <a:srgbClr val="335276"/>
                          </a:solidFill>
                          <a:latin typeface="Arial"/>
                          <a:cs typeface="Arial"/>
                        </a:rPr>
                        <a:t>core</a:t>
                      </a:r>
                      <a:r>
                        <a:rPr sz="2000" b="1" spc="-70" dirty="0">
                          <a:solidFill>
                            <a:srgbClr val="335276"/>
                          </a:solidFill>
                          <a:latin typeface="Arial"/>
                          <a:cs typeface="Arial"/>
                        </a:rPr>
                        <a:t> </a:t>
                      </a:r>
                      <a:r>
                        <a:rPr sz="2000" b="1" spc="-5" dirty="0">
                          <a:solidFill>
                            <a:srgbClr val="335276"/>
                          </a:solidFill>
                          <a:latin typeface="Arial"/>
                          <a:cs typeface="Arial"/>
                        </a:rPr>
                        <a:t>courses</a:t>
                      </a:r>
                      <a:endParaRPr sz="2000">
                        <a:latin typeface="Arial"/>
                        <a:cs typeface="Arial"/>
                      </a:endParaRPr>
                    </a:p>
                  </a:txBody>
                  <a:tcPr marL="0" marR="0" marT="0" marB="0">
                    <a:lnL w="19050">
                      <a:solidFill>
                        <a:srgbClr val="83992A"/>
                      </a:solidFill>
                      <a:prstDash val="solid"/>
                    </a:lnL>
                    <a:lnR w="19050">
                      <a:solidFill>
                        <a:srgbClr val="83992A"/>
                      </a:solidFill>
                      <a:prstDash val="solid"/>
                    </a:lnR>
                    <a:lnB w="38100">
                      <a:solidFill>
                        <a:srgbClr val="FFFFFF"/>
                      </a:solidFill>
                      <a:prstDash val="solid"/>
                    </a:lnB>
                    <a:solidFill>
                      <a:srgbClr val="A9DDC5"/>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7"/>
                  </a:ext>
                </a:extLst>
              </a:tr>
              <a:tr h="1274698">
                <a:tc>
                  <a:txBody>
                    <a:bodyPr/>
                    <a:lstStyle/>
                    <a:p>
                      <a:pPr>
                        <a:lnSpc>
                          <a:spcPct val="100000"/>
                        </a:lnSpc>
                      </a:pPr>
                      <a:endParaRPr sz="1300">
                        <a:latin typeface="Times New Roman"/>
                        <a:cs typeface="Times New Roman"/>
                      </a:endParaRPr>
                    </a:p>
                  </a:txBody>
                  <a:tcPr marL="0" marR="0" marT="0" marB="0">
                    <a:lnL w="12700">
                      <a:solidFill>
                        <a:srgbClr val="A9DDC5"/>
                      </a:solidFill>
                      <a:prstDash val="solid"/>
                    </a:lnL>
                    <a:lnR w="19050">
                      <a:solidFill>
                        <a:srgbClr val="83992A"/>
                      </a:solidFill>
                      <a:prstDash val="solid"/>
                    </a:lnR>
                    <a:lnT w="38100">
                      <a:solidFill>
                        <a:srgbClr val="FFFFFF"/>
                      </a:solidFill>
                      <a:prstDash val="solid"/>
                    </a:lnT>
                    <a:lnB w="12700">
                      <a:solidFill>
                        <a:srgbClr val="FFFFFF"/>
                      </a:solidFill>
                      <a:prstDash val="solid"/>
                    </a:lnB>
                  </a:tcPr>
                </a:tc>
                <a:tc>
                  <a:txBody>
                    <a:bodyPr/>
                    <a:lstStyle/>
                    <a:p>
                      <a:pPr marL="6985">
                        <a:lnSpc>
                          <a:spcPts val="1275"/>
                        </a:lnSpc>
                      </a:pPr>
                      <a:r>
                        <a:rPr sz="1100" b="1" spc="-5" dirty="0">
                          <a:solidFill>
                            <a:srgbClr val="335276"/>
                          </a:solidFill>
                          <a:latin typeface="Arial"/>
                          <a:cs typeface="Arial"/>
                        </a:rPr>
                        <a:t>Course</a:t>
                      </a:r>
                      <a:endParaRPr sz="1100">
                        <a:latin typeface="Arial"/>
                        <a:cs typeface="Arial"/>
                      </a:endParaRPr>
                    </a:p>
                    <a:p>
                      <a:pPr marL="6985">
                        <a:lnSpc>
                          <a:spcPct val="100000"/>
                        </a:lnSpc>
                        <a:spcBef>
                          <a:spcPts val="25"/>
                        </a:spcBef>
                      </a:pPr>
                      <a:r>
                        <a:rPr sz="1100" b="1" dirty="0">
                          <a:solidFill>
                            <a:srgbClr val="335276"/>
                          </a:solidFill>
                          <a:latin typeface="Arial"/>
                          <a:cs typeface="Arial"/>
                        </a:rPr>
                        <a:t>code</a:t>
                      </a:r>
                      <a:endParaRPr sz="1100">
                        <a:latin typeface="Arial"/>
                        <a:cs typeface="Arial"/>
                      </a:endParaRPr>
                    </a:p>
                  </a:txBody>
                  <a:tcPr marL="0" marR="0" marT="0" marB="0">
                    <a:lnL w="19050">
                      <a:solidFill>
                        <a:srgbClr val="83992A"/>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gridSpan="2">
                  <a:txBody>
                    <a:bodyPr/>
                    <a:lstStyle/>
                    <a:p>
                      <a:pPr marL="78740">
                        <a:lnSpc>
                          <a:spcPts val="1275"/>
                        </a:lnSpc>
                      </a:pPr>
                      <a:r>
                        <a:rPr sz="1100" b="1" spc="-5" dirty="0">
                          <a:solidFill>
                            <a:srgbClr val="335276"/>
                          </a:solidFill>
                          <a:latin typeface="Arial"/>
                          <a:cs typeface="Arial"/>
                        </a:rPr>
                        <a:t>Course</a:t>
                      </a:r>
                      <a:r>
                        <a:rPr sz="1100" b="1" spc="-40" dirty="0">
                          <a:solidFill>
                            <a:srgbClr val="335276"/>
                          </a:solidFill>
                          <a:latin typeface="Arial"/>
                          <a:cs typeface="Arial"/>
                        </a:rPr>
                        <a:t> </a:t>
                      </a:r>
                      <a:r>
                        <a:rPr sz="1100" b="1" spc="-10" dirty="0">
                          <a:solidFill>
                            <a:srgbClr val="335276"/>
                          </a:solidFill>
                          <a:latin typeface="Arial"/>
                          <a:cs typeface="Arial"/>
                        </a:rPr>
                        <a:t>title</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a:txBody>
                    <a:bodyPr/>
                    <a:lstStyle/>
                    <a:p>
                      <a:pPr algn="ctr">
                        <a:lnSpc>
                          <a:spcPts val="1275"/>
                        </a:lnSpc>
                      </a:pPr>
                      <a:r>
                        <a:rPr sz="1100" b="1" dirty="0">
                          <a:solidFill>
                            <a:srgbClr val="335276"/>
                          </a:solidFill>
                          <a:latin typeface="Arial"/>
                          <a:cs typeface="Arial"/>
                        </a:rPr>
                        <a:t>PO1</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gridSpan="2">
                  <a:txBody>
                    <a:bodyPr/>
                    <a:lstStyle/>
                    <a:p>
                      <a:pPr marL="78740">
                        <a:lnSpc>
                          <a:spcPts val="1275"/>
                        </a:lnSpc>
                      </a:pPr>
                      <a:r>
                        <a:rPr sz="1100" b="1" dirty="0">
                          <a:solidFill>
                            <a:srgbClr val="335276"/>
                          </a:solidFill>
                          <a:latin typeface="Arial"/>
                          <a:cs typeface="Arial"/>
                        </a:rPr>
                        <a:t>PO2</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hMerge="1">
                  <a:txBody>
                    <a:bodyPr/>
                    <a:lstStyle/>
                    <a:p>
                      <a:endParaRPr/>
                    </a:p>
                  </a:txBody>
                  <a:tcPr marL="0" marR="0" marT="0" marB="0"/>
                </a:tc>
                <a:tc>
                  <a:txBody>
                    <a:bodyPr/>
                    <a:lstStyle/>
                    <a:p>
                      <a:pPr marL="73025">
                        <a:lnSpc>
                          <a:spcPts val="1275"/>
                        </a:lnSpc>
                      </a:pPr>
                      <a:r>
                        <a:rPr sz="1100" b="1" dirty="0">
                          <a:solidFill>
                            <a:srgbClr val="335276"/>
                          </a:solidFill>
                          <a:latin typeface="Arial"/>
                          <a:cs typeface="Arial"/>
                        </a:rPr>
                        <a:t>PO3</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R="149225" algn="r">
                        <a:lnSpc>
                          <a:spcPts val="1275"/>
                        </a:lnSpc>
                      </a:pPr>
                      <a:r>
                        <a:rPr sz="1100" b="1" dirty="0">
                          <a:solidFill>
                            <a:srgbClr val="335276"/>
                          </a:solidFill>
                          <a:latin typeface="Arial"/>
                          <a:cs typeface="Arial"/>
                        </a:rPr>
                        <a:t>PO4</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73025">
                        <a:lnSpc>
                          <a:spcPts val="1275"/>
                        </a:lnSpc>
                      </a:pPr>
                      <a:r>
                        <a:rPr sz="1100" b="1" dirty="0">
                          <a:solidFill>
                            <a:srgbClr val="335276"/>
                          </a:solidFill>
                          <a:latin typeface="Arial"/>
                          <a:cs typeface="Arial"/>
                        </a:rPr>
                        <a:t>PO5</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73025">
                        <a:lnSpc>
                          <a:spcPts val="1275"/>
                        </a:lnSpc>
                      </a:pPr>
                      <a:r>
                        <a:rPr sz="1100" b="1" dirty="0">
                          <a:solidFill>
                            <a:srgbClr val="335276"/>
                          </a:solidFill>
                          <a:latin typeface="Arial"/>
                          <a:cs typeface="Arial"/>
                        </a:rPr>
                        <a:t>PO6</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73025">
                        <a:lnSpc>
                          <a:spcPts val="1275"/>
                        </a:lnSpc>
                      </a:pPr>
                      <a:r>
                        <a:rPr sz="1100" b="1" dirty="0">
                          <a:solidFill>
                            <a:srgbClr val="335276"/>
                          </a:solidFill>
                          <a:latin typeface="Arial"/>
                          <a:cs typeface="Arial"/>
                        </a:rPr>
                        <a:t>PO7</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73025">
                        <a:lnSpc>
                          <a:spcPts val="1275"/>
                        </a:lnSpc>
                      </a:pPr>
                      <a:r>
                        <a:rPr sz="1100" b="1" dirty="0">
                          <a:solidFill>
                            <a:srgbClr val="335276"/>
                          </a:solidFill>
                          <a:latin typeface="Arial"/>
                          <a:cs typeface="Arial"/>
                        </a:rPr>
                        <a:t>PO8</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69850">
                        <a:lnSpc>
                          <a:spcPts val="1275"/>
                        </a:lnSpc>
                      </a:pPr>
                      <a:r>
                        <a:rPr sz="1100" b="1" dirty="0">
                          <a:solidFill>
                            <a:srgbClr val="335276"/>
                          </a:solidFill>
                          <a:latin typeface="Arial"/>
                          <a:cs typeface="Arial"/>
                        </a:rPr>
                        <a:t>PO9</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69850">
                        <a:lnSpc>
                          <a:spcPts val="1275"/>
                        </a:lnSpc>
                      </a:pPr>
                      <a:r>
                        <a:rPr sz="1100" b="1" dirty="0">
                          <a:solidFill>
                            <a:srgbClr val="335276"/>
                          </a:solidFill>
                          <a:latin typeface="Arial"/>
                          <a:cs typeface="Arial"/>
                        </a:rPr>
                        <a:t>PO10</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66675">
                        <a:lnSpc>
                          <a:spcPts val="1275"/>
                        </a:lnSpc>
                      </a:pPr>
                      <a:r>
                        <a:rPr sz="1100" b="1" dirty="0">
                          <a:solidFill>
                            <a:srgbClr val="335276"/>
                          </a:solidFill>
                          <a:latin typeface="Arial"/>
                          <a:cs typeface="Arial"/>
                        </a:rPr>
                        <a:t>PO11</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R="252729" algn="r">
                        <a:lnSpc>
                          <a:spcPts val="1275"/>
                        </a:lnSpc>
                      </a:pPr>
                      <a:r>
                        <a:rPr sz="1100" b="1" dirty="0">
                          <a:solidFill>
                            <a:srgbClr val="335276"/>
                          </a:solidFill>
                          <a:latin typeface="Arial"/>
                          <a:cs typeface="Arial"/>
                        </a:rPr>
                        <a:t>PO12</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R="91440" algn="ctr">
                        <a:lnSpc>
                          <a:spcPts val="1275"/>
                        </a:lnSpc>
                      </a:pPr>
                      <a:r>
                        <a:rPr sz="1100" b="1" dirty="0">
                          <a:solidFill>
                            <a:srgbClr val="335276"/>
                          </a:solidFill>
                          <a:latin typeface="Arial"/>
                          <a:cs typeface="Arial"/>
                        </a:rPr>
                        <a:t>PSO1</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64135">
                        <a:lnSpc>
                          <a:spcPts val="1275"/>
                        </a:lnSpc>
                      </a:pPr>
                      <a:r>
                        <a:rPr sz="1100" b="1" dirty="0">
                          <a:solidFill>
                            <a:srgbClr val="335276"/>
                          </a:solidFill>
                          <a:latin typeface="Arial"/>
                          <a:cs typeface="Arial"/>
                        </a:rPr>
                        <a:t>PSO2</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63500">
                        <a:lnSpc>
                          <a:spcPts val="1275"/>
                        </a:lnSpc>
                      </a:pPr>
                      <a:r>
                        <a:rPr sz="1100" b="1" dirty="0">
                          <a:solidFill>
                            <a:srgbClr val="335276"/>
                          </a:solidFill>
                          <a:latin typeface="Arial"/>
                          <a:cs typeface="Arial"/>
                        </a:rPr>
                        <a:t>PSO3</a:t>
                      </a:r>
                      <a:endParaRPr sz="1100">
                        <a:latin typeface="Arial"/>
                        <a:cs typeface="Arial"/>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A9DDC5"/>
                    </a:solidFill>
                  </a:tcPr>
                </a:tc>
                <a:tc>
                  <a:txBody>
                    <a:bodyPr/>
                    <a:lstStyle/>
                    <a:p>
                      <a:pPr marL="60960">
                        <a:lnSpc>
                          <a:spcPts val="1275"/>
                        </a:lnSpc>
                      </a:pPr>
                      <a:r>
                        <a:rPr sz="1100" b="1" dirty="0">
                          <a:solidFill>
                            <a:srgbClr val="335276"/>
                          </a:solidFill>
                          <a:latin typeface="Arial"/>
                          <a:cs typeface="Arial"/>
                        </a:rPr>
                        <a:t>PSO4</a:t>
                      </a:r>
                      <a:endParaRPr sz="1100">
                        <a:latin typeface="Arial"/>
                        <a:cs typeface="Arial"/>
                      </a:endParaRPr>
                    </a:p>
                  </a:txBody>
                  <a:tcPr marL="0" marR="0" marT="0" marB="0">
                    <a:lnL w="12700">
                      <a:solidFill>
                        <a:srgbClr val="FFFFFF"/>
                      </a:solidFill>
                      <a:prstDash val="solid"/>
                    </a:lnL>
                    <a:lnR w="19050">
                      <a:solidFill>
                        <a:srgbClr val="83992A"/>
                      </a:solidFill>
                      <a:prstDash val="solid"/>
                    </a:lnR>
                    <a:lnT w="38100">
                      <a:solidFill>
                        <a:srgbClr val="FFFFFF"/>
                      </a:solidFill>
                      <a:prstDash val="solid"/>
                    </a:lnT>
                    <a:lnB w="12700">
                      <a:solidFill>
                        <a:srgbClr val="FFFFFF"/>
                      </a:solidFill>
                      <a:prstDash val="solid"/>
                    </a:lnB>
                    <a:solidFill>
                      <a:srgbClr val="A9DDC5"/>
                    </a:solidFill>
                  </a:tcPr>
                </a:tc>
                <a:extLst>
                  <a:ext uri="{0D108BD9-81ED-4DB2-BD59-A6C34878D82A}">
                    <a16:rowId xmlns:a16="http://schemas.microsoft.com/office/drawing/2014/main" val="10008"/>
                  </a:ext>
                </a:extLst>
              </a:tr>
              <a:tr h="1018667">
                <a:tc>
                  <a:txBody>
                    <a:bodyPr/>
                    <a:lstStyle/>
                    <a:p>
                      <a:pPr>
                        <a:lnSpc>
                          <a:spcPct val="100000"/>
                        </a:lnSpc>
                      </a:pPr>
                      <a:endParaRPr sz="1300">
                        <a:latin typeface="Times New Roman"/>
                        <a:cs typeface="Times New Roman"/>
                      </a:endParaRPr>
                    </a:p>
                  </a:txBody>
                  <a:tcPr marL="0" marR="0" marT="0" marB="0">
                    <a:lnL w="12700">
                      <a:solidFill>
                        <a:srgbClr val="A9DDC5"/>
                      </a:solidFill>
                      <a:prstDash val="solid"/>
                    </a:lnL>
                    <a:lnR w="19050">
                      <a:solidFill>
                        <a:srgbClr val="83992A"/>
                      </a:solidFill>
                      <a:prstDash val="solid"/>
                    </a:lnR>
                    <a:lnT w="12700">
                      <a:solidFill>
                        <a:srgbClr val="FFFFFF"/>
                      </a:solidFill>
                      <a:prstDash val="solid"/>
                    </a:lnT>
                  </a:tcPr>
                </a:tc>
                <a:tc>
                  <a:txBody>
                    <a:bodyPr/>
                    <a:lstStyle/>
                    <a:p>
                      <a:pPr>
                        <a:lnSpc>
                          <a:spcPct val="100000"/>
                        </a:lnSpc>
                        <a:spcBef>
                          <a:spcPts val="35"/>
                        </a:spcBef>
                      </a:pPr>
                      <a:endParaRPr sz="1100">
                        <a:latin typeface="Times New Roman"/>
                        <a:cs typeface="Times New Roman"/>
                      </a:endParaRPr>
                    </a:p>
                    <a:p>
                      <a:pPr marL="6985">
                        <a:lnSpc>
                          <a:spcPct val="100000"/>
                        </a:lnSpc>
                      </a:pPr>
                      <a:r>
                        <a:rPr sz="1100" b="1" spc="-5">
                          <a:solidFill>
                            <a:srgbClr val="335276"/>
                          </a:solidFill>
                          <a:latin typeface="Arial"/>
                          <a:cs typeface="Arial"/>
                        </a:rPr>
                        <a:t>PHY1</a:t>
                      </a:r>
                      <a:r>
                        <a:rPr lang="en-US" sz="1100" b="1" spc="-5" dirty="0">
                          <a:solidFill>
                            <a:srgbClr val="335276"/>
                          </a:solidFill>
                          <a:latin typeface="Arial"/>
                          <a:cs typeface="Arial"/>
                        </a:rPr>
                        <a:t>10</a:t>
                      </a:r>
                      <a:endParaRPr sz="1100">
                        <a:latin typeface="Arial"/>
                        <a:cs typeface="Arial"/>
                      </a:endParaRPr>
                    </a:p>
                  </a:txBody>
                  <a:tcPr marL="0" marR="0" marT="4445" marB="0">
                    <a:lnL w="19050">
                      <a:solidFill>
                        <a:srgbClr val="83992A"/>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gridSpan="2">
                  <a:txBody>
                    <a:bodyPr/>
                    <a:lstStyle/>
                    <a:p>
                      <a:pPr marL="118745">
                        <a:lnSpc>
                          <a:spcPts val="1275"/>
                        </a:lnSpc>
                      </a:pPr>
                      <a:r>
                        <a:rPr sz="1100" b="1" spc="-5" dirty="0">
                          <a:solidFill>
                            <a:srgbClr val="335276"/>
                          </a:solidFill>
                          <a:latin typeface="Arial"/>
                          <a:cs typeface="Arial"/>
                        </a:rPr>
                        <a:t>Engineering</a:t>
                      </a:r>
                      <a:endParaRPr sz="1100">
                        <a:latin typeface="Arial"/>
                        <a:cs typeface="Arial"/>
                      </a:endParaRPr>
                    </a:p>
                    <a:p>
                      <a:pPr marL="78740">
                        <a:lnSpc>
                          <a:spcPct val="100000"/>
                        </a:lnSpc>
                        <a:spcBef>
                          <a:spcPts val="70"/>
                        </a:spcBef>
                      </a:pPr>
                      <a:r>
                        <a:rPr sz="1100" b="1" spc="-5" dirty="0">
                          <a:solidFill>
                            <a:srgbClr val="335276"/>
                          </a:solidFill>
                          <a:latin typeface="Arial"/>
                          <a:cs typeface="Arial"/>
                        </a:rPr>
                        <a:t>Physics</a:t>
                      </a:r>
                      <a:endParaRPr sz="11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hMerge="1">
                  <a:txBody>
                    <a:bodyPr/>
                    <a:lstStyle/>
                    <a:p>
                      <a:endParaRPr/>
                    </a:p>
                  </a:txBody>
                  <a:tcPr marL="0" marR="0" marT="0" marB="0"/>
                </a:tc>
                <a:tc>
                  <a:txBody>
                    <a:bodyPr/>
                    <a:lstStyle/>
                    <a:p>
                      <a:pPr marL="25400" algn="ctr">
                        <a:lnSpc>
                          <a:spcPts val="1250"/>
                        </a:lnSpc>
                      </a:pPr>
                      <a:r>
                        <a:rPr sz="1100" b="1" spc="-5" dirty="0">
                          <a:solidFill>
                            <a:srgbClr val="335276"/>
                          </a:solidFill>
                          <a:latin typeface="Arial"/>
                          <a:cs typeface="Arial"/>
                        </a:rPr>
                        <a:t>Yes</a:t>
                      </a:r>
                      <a:endParaRPr sz="11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gridSpan="2">
                  <a:txBody>
                    <a:bodyPr/>
                    <a:lstStyle/>
                    <a:p>
                      <a:pPr marL="154940">
                        <a:lnSpc>
                          <a:spcPts val="1250"/>
                        </a:lnSpc>
                      </a:pPr>
                      <a:r>
                        <a:rPr sz="1100" b="1" spc="-5" dirty="0">
                          <a:solidFill>
                            <a:srgbClr val="335276"/>
                          </a:solidFill>
                          <a:latin typeface="Arial"/>
                          <a:cs typeface="Arial"/>
                        </a:rPr>
                        <a:t>Yes</a:t>
                      </a:r>
                      <a:endParaRPr sz="11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hMerge="1">
                  <a:txBody>
                    <a:bodyPr/>
                    <a:lstStyle/>
                    <a:p>
                      <a:endParaRPr/>
                    </a:p>
                  </a:txBody>
                  <a:tcPr marL="0" marR="0" marT="0" marB="0"/>
                </a:tc>
                <a:tc>
                  <a:txBody>
                    <a:bodyPr/>
                    <a:lstStyle/>
                    <a:p>
                      <a:pPr marL="152400">
                        <a:lnSpc>
                          <a:spcPts val="1250"/>
                        </a:lnSpc>
                      </a:pPr>
                      <a:r>
                        <a:rPr sz="1100" b="1" spc="-5" dirty="0">
                          <a:solidFill>
                            <a:srgbClr val="335276"/>
                          </a:solidFill>
                          <a:latin typeface="Arial"/>
                          <a:cs typeface="Arial"/>
                        </a:rPr>
                        <a:t>Yes</a:t>
                      </a:r>
                      <a:endParaRPr sz="11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marR="106045" algn="r">
                        <a:lnSpc>
                          <a:spcPts val="1250"/>
                        </a:lnSpc>
                      </a:pPr>
                      <a:r>
                        <a:rPr sz="1100" b="1" spc="-5" dirty="0">
                          <a:solidFill>
                            <a:srgbClr val="335276"/>
                          </a:solidFill>
                          <a:latin typeface="Arial"/>
                          <a:cs typeface="Arial"/>
                        </a:rPr>
                        <a:t>Yes</a:t>
                      </a:r>
                      <a:endParaRPr sz="11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marR="286385" algn="r">
                        <a:lnSpc>
                          <a:spcPts val="1250"/>
                        </a:lnSpc>
                      </a:pPr>
                      <a:r>
                        <a:rPr sz="1100" b="1" spc="-5" dirty="0">
                          <a:solidFill>
                            <a:srgbClr val="335276"/>
                          </a:solidFill>
                          <a:latin typeface="Arial"/>
                          <a:cs typeface="Arial"/>
                        </a:rPr>
                        <a:t>Yes</a:t>
                      </a:r>
                      <a:endParaRPr sz="11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marR="63500" algn="ctr">
                        <a:lnSpc>
                          <a:spcPts val="1250"/>
                        </a:lnSpc>
                      </a:pPr>
                      <a:r>
                        <a:rPr sz="1100" b="1" spc="-5" dirty="0">
                          <a:solidFill>
                            <a:srgbClr val="335276"/>
                          </a:solidFill>
                          <a:latin typeface="Arial"/>
                          <a:cs typeface="Arial"/>
                        </a:rPr>
                        <a:t>Yes</a:t>
                      </a:r>
                      <a:endParaRPr sz="1100">
                        <a:latin typeface="Arial"/>
                        <a:cs typeface="Arial"/>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a:lnSpc>
                          <a:spcPct val="100000"/>
                        </a:lnSpc>
                      </a:pPr>
                      <a:endParaRPr sz="1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9050">
                      <a:solidFill>
                        <a:srgbClr val="83992A"/>
                      </a:solidFill>
                      <a:prstDash val="solid"/>
                    </a:lnB>
                    <a:solidFill>
                      <a:srgbClr val="A9DDC5"/>
                    </a:solidFill>
                  </a:tcPr>
                </a:tc>
                <a:tc>
                  <a:txBody>
                    <a:bodyPr/>
                    <a:lstStyle/>
                    <a:p>
                      <a:pPr>
                        <a:lnSpc>
                          <a:spcPct val="100000"/>
                        </a:lnSpc>
                      </a:pPr>
                      <a:endParaRPr sz="1300" dirty="0">
                        <a:latin typeface="Times New Roman"/>
                        <a:cs typeface="Times New Roman"/>
                      </a:endParaRPr>
                    </a:p>
                  </a:txBody>
                  <a:tcPr marL="0" marR="0" marT="0" marB="0">
                    <a:lnL w="12700">
                      <a:solidFill>
                        <a:srgbClr val="FFFFFF"/>
                      </a:solidFill>
                      <a:prstDash val="solid"/>
                    </a:lnL>
                    <a:lnR w="19050">
                      <a:solidFill>
                        <a:srgbClr val="83992A"/>
                      </a:solidFill>
                      <a:prstDash val="solid"/>
                    </a:lnR>
                    <a:lnT w="12700">
                      <a:solidFill>
                        <a:srgbClr val="FFFFFF"/>
                      </a:solidFill>
                      <a:prstDash val="solid"/>
                    </a:lnT>
                    <a:lnB w="19050">
                      <a:solidFill>
                        <a:srgbClr val="83992A"/>
                      </a:solidFill>
                      <a:prstDash val="solid"/>
                    </a:lnB>
                    <a:solidFill>
                      <a:srgbClr val="A9DDC5"/>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extBox 2">
            <a:extLst>
              <a:ext uri="{FF2B5EF4-FFF2-40B4-BE49-F238E27FC236}">
                <a16:creationId xmlns:a16="http://schemas.microsoft.com/office/drawing/2014/main" id="{46E64A9A-39BC-AED1-F683-66F2961ADCEA}"/>
              </a:ext>
            </a:extLst>
          </p:cNvPr>
          <p:cNvSpPr txBox="1">
            <a:spLocks noChangeArrowheads="1"/>
          </p:cNvSpPr>
          <p:nvPr/>
        </p:nvSpPr>
        <p:spPr bwMode="auto">
          <a:xfrm>
            <a:off x="198438" y="3732213"/>
            <a:ext cx="11795125"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4800" b="1" dirty="0"/>
              <a:t>What you will study here  in this course?</a:t>
            </a:r>
          </a:p>
        </p:txBody>
      </p:sp>
      <p:pic>
        <p:nvPicPr>
          <p:cNvPr id="13317" name="Picture 6">
            <a:extLst>
              <a:ext uri="{FF2B5EF4-FFF2-40B4-BE49-F238E27FC236}">
                <a16:creationId xmlns:a16="http://schemas.microsoft.com/office/drawing/2014/main" id="{7DDEEBAF-4C3D-961F-4304-5700769EAD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625" y="188913"/>
            <a:ext cx="6046788" cy="3402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D878D-807F-3A18-9845-189B2133B98E}"/>
              </a:ext>
            </a:extLst>
          </p:cNvPr>
          <p:cNvSpPr>
            <a:spLocks noGrp="1"/>
          </p:cNvSpPr>
          <p:nvPr>
            <p:ph type="title"/>
          </p:nvPr>
        </p:nvSpPr>
        <p:spPr>
          <a:xfrm>
            <a:off x="0" y="-1"/>
            <a:ext cx="12192000" cy="609601"/>
          </a:xfrm>
          <a:solidFill>
            <a:schemeClr val="accent4">
              <a:lumMod val="40000"/>
              <a:lumOff val="60000"/>
            </a:schemeClr>
          </a:solidFill>
          <a:effectLst>
            <a:glow rad="228600">
              <a:schemeClr val="accent4">
                <a:satMod val="175000"/>
                <a:alpha val="40000"/>
              </a:schemeClr>
            </a:glow>
          </a:effectLst>
        </p:spPr>
        <p:txBody>
          <a:bodyPr rtlCol="0">
            <a:normAutofit/>
          </a:bodyPr>
          <a:lstStyle/>
          <a:p>
            <a:pPr fontAlgn="auto">
              <a:spcAft>
                <a:spcPts val="0"/>
              </a:spcAft>
              <a:defRPr/>
            </a:pPr>
            <a:r>
              <a:rPr lang="en-US" sz="3600" b="1" dirty="0">
                <a:solidFill>
                  <a:srgbClr val="FF0000"/>
                </a:solidFill>
                <a:latin typeface="Times New Roman" panose="02020603050405020304" pitchFamily="18" charset="0"/>
                <a:cs typeface="Times New Roman" panose="02020603050405020304" pitchFamily="18" charset="0"/>
              </a:rPr>
              <a:t>But how to find the syllabus in UMS ?</a:t>
            </a:r>
          </a:p>
        </p:txBody>
      </p:sp>
      <p:sp>
        <p:nvSpPr>
          <p:cNvPr id="14340" name="Content Placeholder 2">
            <a:extLst>
              <a:ext uri="{FF2B5EF4-FFF2-40B4-BE49-F238E27FC236}">
                <a16:creationId xmlns:a16="http://schemas.microsoft.com/office/drawing/2014/main" id="{6CEBEC51-637B-731B-B097-F8BD195A6B8B}"/>
              </a:ext>
            </a:extLst>
          </p:cNvPr>
          <p:cNvSpPr>
            <a:spLocks noGrp="1" noChangeArrowheads="1"/>
          </p:cNvSpPr>
          <p:nvPr>
            <p:ph sz="quarter" idx="1"/>
          </p:nvPr>
        </p:nvSpPr>
        <p:spPr>
          <a:xfrm>
            <a:off x="2148215" y="2634030"/>
            <a:ext cx="8179128" cy="4223970"/>
          </a:xfrm>
        </p:spPr>
        <p:txBody>
          <a:bodyPr/>
          <a:lstStyle/>
          <a:p>
            <a:r>
              <a:rPr lang="en-US" altLang="en-US" sz="4000" b="1" dirty="0">
                <a:solidFill>
                  <a:srgbClr val="0000FF"/>
                </a:solidFill>
                <a:latin typeface="Times New Roman" panose="02020603050405020304" pitchFamily="18" charset="0"/>
                <a:cs typeface="Times New Roman" panose="02020603050405020304" pitchFamily="18" charset="0"/>
              </a:rPr>
              <a:t>UMS log in &gt;&gt; UMS navigation</a:t>
            </a:r>
          </a:p>
          <a:p>
            <a:pPr marL="0" indent="0">
              <a:buNone/>
            </a:pPr>
            <a:r>
              <a:rPr lang="en-US" altLang="en-US" sz="4000" b="1" dirty="0">
                <a:solidFill>
                  <a:srgbClr val="0000FF"/>
                </a:solidFill>
                <a:latin typeface="Times New Roman" panose="02020603050405020304" pitchFamily="18" charset="0"/>
                <a:cs typeface="Times New Roman" panose="02020603050405020304" pitchFamily="18" charset="0"/>
              </a:rPr>
              <a:t>  &gt;&gt; Learning Management System  </a:t>
            </a:r>
          </a:p>
          <a:p>
            <a:pPr marL="0" indent="0">
              <a:buNone/>
            </a:pPr>
            <a:r>
              <a:rPr lang="en-US" altLang="en-US" sz="4000" b="1" dirty="0">
                <a:solidFill>
                  <a:srgbClr val="0000FF"/>
                </a:solidFill>
                <a:latin typeface="Times New Roman" panose="02020603050405020304" pitchFamily="18" charset="0"/>
                <a:cs typeface="Times New Roman" panose="02020603050405020304" pitchFamily="18" charset="0"/>
              </a:rPr>
              <a:t>  &gt;&gt; Academic course syllabus </a:t>
            </a:r>
          </a:p>
          <a:p>
            <a:pPr marL="0" indent="0">
              <a:buNone/>
            </a:pPr>
            <a:r>
              <a:rPr lang="en-US" altLang="en-US" sz="4000" b="1" dirty="0">
                <a:solidFill>
                  <a:srgbClr val="0000FF"/>
                </a:solidFill>
                <a:latin typeface="Times New Roman" panose="02020603050405020304" pitchFamily="18" charset="0"/>
                <a:cs typeface="Times New Roman" panose="02020603050405020304" pitchFamily="18" charset="0"/>
              </a:rPr>
              <a:t>  &gt;&gt; syllabus files </a:t>
            </a:r>
          </a:p>
          <a:p>
            <a:pPr marL="0" indent="0">
              <a:buNone/>
            </a:pPr>
            <a:r>
              <a:rPr lang="en-US" altLang="en-US" sz="4000" b="1" dirty="0">
                <a:solidFill>
                  <a:srgbClr val="0000FF"/>
                </a:solidFill>
                <a:latin typeface="Times New Roman" panose="02020603050405020304" pitchFamily="18" charset="0"/>
                <a:cs typeface="Times New Roman" panose="02020603050405020304" pitchFamily="18" charset="0"/>
              </a:rPr>
              <a:t>  &gt;&gt; select the session </a:t>
            </a:r>
          </a:p>
          <a:p>
            <a:pPr marL="0" indent="0">
              <a:buNone/>
            </a:pPr>
            <a:r>
              <a:rPr lang="en-US" altLang="en-US" sz="4000" b="1" dirty="0">
                <a:solidFill>
                  <a:srgbClr val="0000FF"/>
                </a:solidFill>
                <a:latin typeface="Times New Roman" panose="02020603050405020304" pitchFamily="18" charset="0"/>
                <a:cs typeface="Times New Roman" panose="02020603050405020304" pitchFamily="18" charset="0"/>
              </a:rPr>
              <a:t>  &gt;&gt; PHY110</a:t>
            </a:r>
          </a:p>
        </p:txBody>
      </p:sp>
      <p:pic>
        <p:nvPicPr>
          <p:cNvPr id="14341" name="Picture 4">
            <a:extLst>
              <a:ext uri="{FF2B5EF4-FFF2-40B4-BE49-F238E27FC236}">
                <a16:creationId xmlns:a16="http://schemas.microsoft.com/office/drawing/2014/main" id="{47C9D68E-15C1-61B1-1A1B-0A6FF38B7B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005" y="862012"/>
            <a:ext cx="4550149" cy="1519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DBC94A5-BBF4-E8FC-76FD-F6D283E15735}"/>
              </a:ext>
            </a:extLst>
          </p:cNvPr>
          <p:cNvSpPr txBox="1"/>
          <p:nvPr/>
        </p:nvSpPr>
        <p:spPr>
          <a:xfrm>
            <a:off x="286604" y="1595023"/>
            <a:ext cx="11905396" cy="5099625"/>
          </a:xfrm>
          <a:prstGeom prst="rect">
            <a:avLst/>
          </a:prstGeom>
          <a:noFill/>
        </p:spPr>
        <p:txBody>
          <a:bodyPr wrap="square" rtlCol="0">
            <a:spAutoFit/>
          </a:bodyPr>
          <a:lstStyle/>
          <a:p>
            <a:r>
              <a:rPr lang="en-IN" sz="2700" b="1" dirty="0">
                <a:solidFill>
                  <a:srgbClr val="C00000"/>
                </a:solidFill>
              </a:rPr>
              <a:t>CO 1 : understand the basic principles of physics to lay the foundation for various </a:t>
            </a:r>
          </a:p>
          <a:p>
            <a:r>
              <a:rPr lang="en-IN" sz="2700" b="1" dirty="0">
                <a:solidFill>
                  <a:srgbClr val="C00000"/>
                </a:solidFill>
              </a:rPr>
              <a:t>            engineering courses</a:t>
            </a:r>
          </a:p>
          <a:p>
            <a:endParaRPr lang="en-IN" sz="2700" b="1" dirty="0">
              <a:solidFill>
                <a:srgbClr val="C00000"/>
              </a:solidFill>
            </a:endParaRPr>
          </a:p>
          <a:p>
            <a:r>
              <a:rPr lang="en-IN" sz="2700" b="1" dirty="0">
                <a:solidFill>
                  <a:srgbClr val="C00000"/>
                </a:solidFill>
              </a:rPr>
              <a:t>CO 2: explain the principle and working of lasers and optical </a:t>
            </a:r>
            <a:r>
              <a:rPr lang="en-IN" sz="2700" b="1" dirty="0" err="1">
                <a:solidFill>
                  <a:srgbClr val="C00000"/>
                </a:solidFill>
              </a:rPr>
              <a:t>fiber</a:t>
            </a:r>
            <a:r>
              <a:rPr lang="en-IN" sz="2700" b="1" dirty="0">
                <a:solidFill>
                  <a:srgbClr val="C00000"/>
                </a:solidFill>
              </a:rPr>
              <a:t> for their wide </a:t>
            </a:r>
          </a:p>
          <a:p>
            <a:r>
              <a:rPr lang="en-IN" sz="2700" b="1" dirty="0">
                <a:solidFill>
                  <a:srgbClr val="C00000"/>
                </a:solidFill>
              </a:rPr>
              <a:t>           applications.</a:t>
            </a:r>
          </a:p>
          <a:p>
            <a:endParaRPr lang="en-IN" sz="2700" b="1" dirty="0">
              <a:solidFill>
                <a:srgbClr val="C00000"/>
              </a:solidFill>
            </a:endParaRPr>
          </a:p>
          <a:p>
            <a:r>
              <a:rPr lang="en-IN" sz="2700" b="1" dirty="0">
                <a:solidFill>
                  <a:srgbClr val="C00000"/>
                </a:solidFill>
              </a:rPr>
              <a:t>CO 3: employ the principle of quantum mechanics to solve Schrodinger equations </a:t>
            </a:r>
          </a:p>
          <a:p>
            <a:r>
              <a:rPr lang="en-IN" sz="2700" b="1" dirty="0">
                <a:solidFill>
                  <a:srgbClr val="C00000"/>
                </a:solidFill>
              </a:rPr>
              <a:t>          for standard systems.</a:t>
            </a:r>
          </a:p>
          <a:p>
            <a:endParaRPr lang="en-IN" sz="2700" b="1" dirty="0">
              <a:solidFill>
                <a:srgbClr val="C00000"/>
              </a:solidFill>
            </a:endParaRPr>
          </a:p>
          <a:p>
            <a:r>
              <a:rPr lang="en-IN" sz="2700" b="1" dirty="0">
                <a:solidFill>
                  <a:srgbClr val="C00000"/>
                </a:solidFill>
              </a:rPr>
              <a:t>CO 4: articulate the physics of solids to understand their properties.</a:t>
            </a:r>
          </a:p>
          <a:p>
            <a:endParaRPr lang="en-IN" sz="2700" b="1" dirty="0">
              <a:solidFill>
                <a:srgbClr val="C00000"/>
              </a:solidFill>
            </a:endParaRPr>
          </a:p>
          <a:p>
            <a:r>
              <a:rPr lang="en-IN" sz="2700" b="1" dirty="0">
                <a:solidFill>
                  <a:srgbClr val="C00000"/>
                </a:solidFill>
              </a:rPr>
              <a:t>CO 5: determine the properties of engineering materials.</a:t>
            </a:r>
            <a:endParaRPr lang="en-US" sz="2700" b="1" dirty="0">
              <a:solidFill>
                <a:srgbClr val="C00000"/>
              </a:solidFill>
            </a:endParaRPr>
          </a:p>
        </p:txBody>
      </p:sp>
      <p:sp>
        <p:nvSpPr>
          <p:cNvPr id="6" name="TextBox 5">
            <a:extLst>
              <a:ext uri="{FF2B5EF4-FFF2-40B4-BE49-F238E27FC236}">
                <a16:creationId xmlns:a16="http://schemas.microsoft.com/office/drawing/2014/main" id="{E7E38D19-9EE2-E575-3D3F-F4BAADA6D33B}"/>
              </a:ext>
            </a:extLst>
          </p:cNvPr>
          <p:cNvSpPr txBox="1"/>
          <p:nvPr/>
        </p:nvSpPr>
        <p:spPr>
          <a:xfrm>
            <a:off x="3658452" y="163352"/>
            <a:ext cx="4875095" cy="769441"/>
          </a:xfrm>
          <a:prstGeom prst="rect">
            <a:avLst/>
          </a:prstGeom>
          <a:noFill/>
        </p:spPr>
        <p:txBody>
          <a:bodyPr wrap="square">
            <a:spAutoFit/>
          </a:bodyPr>
          <a:lstStyle/>
          <a:p>
            <a:r>
              <a:rPr lang="en-IN" sz="4400" b="1" spc="-10" dirty="0">
                <a:latin typeface="Cambria"/>
                <a:cs typeface="Cambria"/>
              </a:rPr>
              <a:t>Course</a:t>
            </a:r>
            <a:r>
              <a:rPr lang="en-IN" sz="4400" b="1" spc="-30" dirty="0">
                <a:latin typeface="Cambria"/>
                <a:cs typeface="Cambria"/>
              </a:rPr>
              <a:t> </a:t>
            </a:r>
            <a:r>
              <a:rPr lang="en-IN" sz="4400" b="1" spc="-5" dirty="0">
                <a:latin typeface="Cambria"/>
                <a:cs typeface="Cambria"/>
              </a:rPr>
              <a:t>Outcomes:</a:t>
            </a:r>
            <a:endParaRPr lang="en-US" sz="4400" dirty="0"/>
          </a:p>
        </p:txBody>
      </p:sp>
    </p:spTree>
    <p:extLst>
      <p:ext uri="{BB962C8B-B14F-4D97-AF65-F5344CB8AC3E}">
        <p14:creationId xmlns:p14="http://schemas.microsoft.com/office/powerpoint/2010/main" val="1869408441"/>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431540" y="2594610"/>
            <a:ext cx="7664450" cy="2739390"/>
            <a:chOff x="3431540" y="2594610"/>
            <a:chExt cx="7664450" cy="2739390"/>
          </a:xfrm>
        </p:grpSpPr>
        <p:sp>
          <p:nvSpPr>
            <p:cNvPr id="4" name="object 4"/>
            <p:cNvSpPr/>
            <p:nvPr/>
          </p:nvSpPr>
          <p:spPr>
            <a:xfrm>
              <a:off x="3431540" y="4344034"/>
              <a:ext cx="3427095" cy="0"/>
            </a:xfrm>
            <a:custGeom>
              <a:avLst/>
              <a:gdLst/>
              <a:ahLst/>
              <a:cxnLst/>
              <a:rect l="l" t="t" r="r" b="b"/>
              <a:pathLst>
                <a:path w="3427095">
                  <a:moveTo>
                    <a:pt x="0" y="0"/>
                  </a:moveTo>
                  <a:lnTo>
                    <a:pt x="3427094" y="0"/>
                  </a:lnTo>
                </a:path>
              </a:pathLst>
            </a:custGeom>
            <a:ln w="38100">
              <a:solidFill>
                <a:srgbClr val="000000"/>
              </a:solidFill>
            </a:ln>
          </p:spPr>
          <p:txBody>
            <a:bodyPr wrap="square" lIns="0" tIns="0" rIns="0" bIns="0" rtlCol="0"/>
            <a:lstStyle/>
            <a:p>
              <a:endParaRPr/>
            </a:p>
          </p:txBody>
        </p:sp>
        <p:sp>
          <p:nvSpPr>
            <p:cNvPr id="5" name="object 5"/>
            <p:cNvSpPr/>
            <p:nvPr/>
          </p:nvSpPr>
          <p:spPr>
            <a:xfrm>
              <a:off x="8352790" y="3962400"/>
              <a:ext cx="2743200" cy="1371600"/>
            </a:xfrm>
            <a:custGeom>
              <a:avLst/>
              <a:gdLst/>
              <a:ahLst/>
              <a:cxnLst/>
              <a:rect l="l" t="t" r="r" b="b"/>
              <a:pathLst>
                <a:path w="2743200" h="1371600">
                  <a:moveTo>
                    <a:pt x="2743200" y="0"/>
                  </a:moveTo>
                  <a:lnTo>
                    <a:pt x="1371600" y="0"/>
                  </a:lnTo>
                  <a:lnTo>
                    <a:pt x="0" y="12064"/>
                  </a:lnTo>
                  <a:lnTo>
                    <a:pt x="1269" y="59689"/>
                  </a:lnTo>
                  <a:lnTo>
                    <a:pt x="4444" y="107314"/>
                  </a:lnTo>
                  <a:lnTo>
                    <a:pt x="8889" y="154305"/>
                  </a:lnTo>
                  <a:lnTo>
                    <a:pt x="14604" y="200660"/>
                  </a:lnTo>
                  <a:lnTo>
                    <a:pt x="22225" y="247014"/>
                  </a:lnTo>
                  <a:lnTo>
                    <a:pt x="31114" y="292100"/>
                  </a:lnTo>
                  <a:lnTo>
                    <a:pt x="41909" y="337185"/>
                  </a:lnTo>
                  <a:lnTo>
                    <a:pt x="53975" y="381635"/>
                  </a:lnTo>
                  <a:lnTo>
                    <a:pt x="67309" y="424814"/>
                  </a:lnTo>
                  <a:lnTo>
                    <a:pt x="81914" y="467994"/>
                  </a:lnTo>
                  <a:lnTo>
                    <a:pt x="98425" y="510539"/>
                  </a:lnTo>
                  <a:lnTo>
                    <a:pt x="116204" y="552450"/>
                  </a:lnTo>
                  <a:lnTo>
                    <a:pt x="134619" y="593089"/>
                  </a:lnTo>
                  <a:lnTo>
                    <a:pt x="154939" y="633730"/>
                  </a:lnTo>
                  <a:lnTo>
                    <a:pt x="176529" y="673100"/>
                  </a:lnTo>
                  <a:lnTo>
                    <a:pt x="199389" y="711835"/>
                  </a:lnTo>
                  <a:lnTo>
                    <a:pt x="222884" y="749935"/>
                  </a:lnTo>
                  <a:lnTo>
                    <a:pt x="248284" y="786764"/>
                  </a:lnTo>
                  <a:lnTo>
                    <a:pt x="274319" y="822960"/>
                  </a:lnTo>
                  <a:lnTo>
                    <a:pt x="301625" y="857885"/>
                  </a:lnTo>
                  <a:lnTo>
                    <a:pt x="330200" y="892810"/>
                  </a:lnTo>
                  <a:lnTo>
                    <a:pt x="360044" y="925830"/>
                  </a:lnTo>
                  <a:lnTo>
                    <a:pt x="390525" y="958214"/>
                  </a:lnTo>
                  <a:lnTo>
                    <a:pt x="422275" y="989964"/>
                  </a:lnTo>
                  <a:lnTo>
                    <a:pt x="454659" y="1019810"/>
                  </a:lnTo>
                  <a:lnTo>
                    <a:pt x="488314" y="1049020"/>
                  </a:lnTo>
                  <a:lnTo>
                    <a:pt x="523239" y="1077595"/>
                  </a:lnTo>
                  <a:lnTo>
                    <a:pt x="558800" y="1104264"/>
                  </a:lnTo>
                  <a:lnTo>
                    <a:pt x="594994" y="1130300"/>
                  </a:lnTo>
                  <a:lnTo>
                    <a:pt x="632459" y="1155064"/>
                  </a:lnTo>
                  <a:lnTo>
                    <a:pt x="669925" y="1178560"/>
                  </a:lnTo>
                  <a:lnTo>
                    <a:pt x="709294" y="1201420"/>
                  </a:lnTo>
                  <a:lnTo>
                    <a:pt x="748664" y="1222375"/>
                  </a:lnTo>
                  <a:lnTo>
                    <a:pt x="789304" y="1242060"/>
                  </a:lnTo>
                  <a:lnTo>
                    <a:pt x="830579" y="1260475"/>
                  </a:lnTo>
                  <a:lnTo>
                    <a:pt x="872489" y="1277620"/>
                  </a:lnTo>
                  <a:lnTo>
                    <a:pt x="915034" y="1293495"/>
                  </a:lnTo>
                  <a:lnTo>
                    <a:pt x="958214" y="1308100"/>
                  </a:lnTo>
                  <a:lnTo>
                    <a:pt x="1002029" y="1321435"/>
                  </a:lnTo>
                  <a:lnTo>
                    <a:pt x="1046479" y="1332865"/>
                  </a:lnTo>
                  <a:lnTo>
                    <a:pt x="1091564" y="1343025"/>
                  </a:lnTo>
                  <a:lnTo>
                    <a:pt x="1136650" y="1351280"/>
                  </a:lnTo>
                  <a:lnTo>
                    <a:pt x="1183004" y="1358900"/>
                  </a:lnTo>
                  <a:lnTo>
                    <a:pt x="1229359" y="1364615"/>
                  </a:lnTo>
                  <a:lnTo>
                    <a:pt x="1276350" y="1368425"/>
                  </a:lnTo>
                  <a:lnTo>
                    <a:pt x="1323975" y="1370965"/>
                  </a:lnTo>
                  <a:lnTo>
                    <a:pt x="1371600" y="1371600"/>
                  </a:lnTo>
                  <a:lnTo>
                    <a:pt x="1419859" y="1370965"/>
                  </a:lnTo>
                  <a:lnTo>
                    <a:pt x="1467484" y="1368425"/>
                  </a:lnTo>
                  <a:lnTo>
                    <a:pt x="1515109" y="1363980"/>
                  </a:lnTo>
                  <a:lnTo>
                    <a:pt x="1562100" y="1358265"/>
                  </a:lnTo>
                  <a:lnTo>
                    <a:pt x="1608454" y="1351280"/>
                  </a:lnTo>
                  <a:lnTo>
                    <a:pt x="1654175" y="1342390"/>
                  </a:lnTo>
                  <a:lnTo>
                    <a:pt x="1699259" y="1332230"/>
                  </a:lnTo>
                  <a:lnTo>
                    <a:pt x="1743709" y="1320800"/>
                  </a:lnTo>
                  <a:lnTo>
                    <a:pt x="1788159" y="1307465"/>
                  </a:lnTo>
                  <a:lnTo>
                    <a:pt x="1831339" y="1292860"/>
                  </a:lnTo>
                  <a:lnTo>
                    <a:pt x="1873884" y="1276985"/>
                  </a:lnTo>
                  <a:lnTo>
                    <a:pt x="1916429" y="1259205"/>
                  </a:lnTo>
                  <a:lnTo>
                    <a:pt x="1957704" y="1240789"/>
                  </a:lnTo>
                  <a:lnTo>
                    <a:pt x="1998344" y="1220470"/>
                  </a:lnTo>
                  <a:lnTo>
                    <a:pt x="2037714" y="1199514"/>
                  </a:lnTo>
                  <a:lnTo>
                    <a:pt x="2077084" y="1176655"/>
                  </a:lnTo>
                  <a:lnTo>
                    <a:pt x="2115184" y="1153160"/>
                  </a:lnTo>
                  <a:lnTo>
                    <a:pt x="2152650" y="1127760"/>
                  </a:lnTo>
                  <a:lnTo>
                    <a:pt x="2188844" y="1101725"/>
                  </a:lnTo>
                  <a:lnTo>
                    <a:pt x="2225039" y="1074420"/>
                  </a:lnTo>
                  <a:lnTo>
                    <a:pt x="2259329" y="1045844"/>
                  </a:lnTo>
                  <a:lnTo>
                    <a:pt x="2292984" y="1016000"/>
                  </a:lnTo>
                  <a:lnTo>
                    <a:pt x="2326004" y="985519"/>
                  </a:lnTo>
                  <a:lnTo>
                    <a:pt x="2357754" y="953769"/>
                  </a:lnTo>
                  <a:lnTo>
                    <a:pt x="2388234" y="921385"/>
                  </a:lnTo>
                  <a:lnTo>
                    <a:pt x="2417444" y="887730"/>
                  </a:lnTo>
                  <a:lnTo>
                    <a:pt x="2446019" y="852805"/>
                  </a:lnTo>
                  <a:lnTo>
                    <a:pt x="2473325" y="817244"/>
                  </a:lnTo>
                  <a:lnTo>
                    <a:pt x="2499994" y="781050"/>
                  </a:lnTo>
                  <a:lnTo>
                    <a:pt x="2524759" y="743585"/>
                  </a:lnTo>
                  <a:lnTo>
                    <a:pt x="2548254" y="705485"/>
                  </a:lnTo>
                  <a:lnTo>
                    <a:pt x="2571114" y="666114"/>
                  </a:lnTo>
                  <a:lnTo>
                    <a:pt x="2592704" y="626110"/>
                  </a:lnTo>
                  <a:lnTo>
                    <a:pt x="2612389" y="585469"/>
                  </a:lnTo>
                  <a:lnTo>
                    <a:pt x="2631439" y="544194"/>
                  </a:lnTo>
                  <a:lnTo>
                    <a:pt x="2648584" y="502285"/>
                  </a:lnTo>
                  <a:lnTo>
                    <a:pt x="2664459" y="459739"/>
                  </a:lnTo>
                  <a:lnTo>
                    <a:pt x="2679064" y="415925"/>
                  </a:lnTo>
                  <a:lnTo>
                    <a:pt x="2692400" y="372110"/>
                  </a:lnTo>
                  <a:lnTo>
                    <a:pt x="2703829" y="327660"/>
                  </a:lnTo>
                  <a:lnTo>
                    <a:pt x="2714625" y="281939"/>
                  </a:lnTo>
                  <a:lnTo>
                    <a:pt x="2722879" y="236219"/>
                  </a:lnTo>
                  <a:lnTo>
                    <a:pt x="2730500" y="189864"/>
                  </a:lnTo>
                  <a:lnTo>
                    <a:pt x="2736214" y="142875"/>
                  </a:lnTo>
                  <a:lnTo>
                    <a:pt x="2740025" y="95885"/>
                  </a:lnTo>
                  <a:lnTo>
                    <a:pt x="2742564" y="48260"/>
                  </a:lnTo>
                  <a:lnTo>
                    <a:pt x="2743200" y="0"/>
                  </a:lnTo>
                  <a:close/>
                </a:path>
              </a:pathLst>
            </a:custGeom>
            <a:solidFill>
              <a:srgbClr val="6D2D9F"/>
            </a:solidFill>
          </p:spPr>
          <p:txBody>
            <a:bodyPr wrap="square" lIns="0" tIns="0" rIns="0" bIns="0" rtlCol="0"/>
            <a:lstStyle/>
            <a:p>
              <a:endParaRPr/>
            </a:p>
          </p:txBody>
        </p:sp>
        <p:sp>
          <p:nvSpPr>
            <p:cNvPr id="6" name="object 6"/>
            <p:cNvSpPr/>
            <p:nvPr/>
          </p:nvSpPr>
          <p:spPr>
            <a:xfrm>
              <a:off x="9724390" y="2757170"/>
              <a:ext cx="1371600" cy="1204595"/>
            </a:xfrm>
            <a:custGeom>
              <a:avLst/>
              <a:gdLst/>
              <a:ahLst/>
              <a:cxnLst/>
              <a:rect l="l" t="t" r="r" b="b"/>
              <a:pathLst>
                <a:path w="1371600" h="1204595">
                  <a:moveTo>
                    <a:pt x="655954" y="0"/>
                  </a:moveTo>
                  <a:lnTo>
                    <a:pt x="0" y="1204594"/>
                  </a:lnTo>
                  <a:lnTo>
                    <a:pt x="1371600" y="1203324"/>
                  </a:lnTo>
                  <a:lnTo>
                    <a:pt x="1370964" y="1153794"/>
                  </a:lnTo>
                  <a:lnTo>
                    <a:pt x="1368425" y="1103629"/>
                  </a:lnTo>
                  <a:lnTo>
                    <a:pt x="1363344" y="1054099"/>
                  </a:lnTo>
                  <a:lnTo>
                    <a:pt x="1357629" y="1005204"/>
                  </a:lnTo>
                  <a:lnTo>
                    <a:pt x="1349375" y="956944"/>
                  </a:lnTo>
                  <a:lnTo>
                    <a:pt x="1339850" y="908684"/>
                  </a:lnTo>
                  <a:lnTo>
                    <a:pt x="1328419" y="861059"/>
                  </a:lnTo>
                  <a:lnTo>
                    <a:pt x="1315084" y="814069"/>
                  </a:lnTo>
                  <a:lnTo>
                    <a:pt x="1300479" y="767714"/>
                  </a:lnTo>
                  <a:lnTo>
                    <a:pt x="1283969" y="721994"/>
                  </a:lnTo>
                  <a:lnTo>
                    <a:pt x="1266189" y="676275"/>
                  </a:lnTo>
                  <a:lnTo>
                    <a:pt x="1246504" y="631825"/>
                  </a:lnTo>
                  <a:lnTo>
                    <a:pt x="1225550" y="588644"/>
                  </a:lnTo>
                  <a:lnTo>
                    <a:pt x="1203325" y="545464"/>
                  </a:lnTo>
                  <a:lnTo>
                    <a:pt x="1179194" y="503554"/>
                  </a:lnTo>
                  <a:lnTo>
                    <a:pt x="1153794" y="462279"/>
                  </a:lnTo>
                  <a:lnTo>
                    <a:pt x="1126489" y="421639"/>
                  </a:lnTo>
                  <a:lnTo>
                    <a:pt x="1098550" y="382904"/>
                  </a:lnTo>
                  <a:lnTo>
                    <a:pt x="1068704" y="344169"/>
                  </a:lnTo>
                  <a:lnTo>
                    <a:pt x="1037589" y="306704"/>
                  </a:lnTo>
                  <a:lnTo>
                    <a:pt x="1005204" y="270509"/>
                  </a:lnTo>
                  <a:lnTo>
                    <a:pt x="970914" y="235584"/>
                  </a:lnTo>
                  <a:lnTo>
                    <a:pt x="935989" y="201929"/>
                  </a:lnTo>
                  <a:lnTo>
                    <a:pt x="899794" y="168909"/>
                  </a:lnTo>
                  <a:lnTo>
                    <a:pt x="861694" y="137159"/>
                  </a:lnTo>
                  <a:lnTo>
                    <a:pt x="822959" y="107314"/>
                  </a:lnTo>
                  <a:lnTo>
                    <a:pt x="782954" y="78104"/>
                  </a:lnTo>
                  <a:lnTo>
                    <a:pt x="741679" y="50800"/>
                  </a:lnTo>
                  <a:lnTo>
                    <a:pt x="699134" y="24764"/>
                  </a:lnTo>
                  <a:lnTo>
                    <a:pt x="655954" y="0"/>
                  </a:lnTo>
                  <a:close/>
                </a:path>
              </a:pathLst>
            </a:custGeom>
            <a:solidFill>
              <a:srgbClr val="00AD50"/>
            </a:solidFill>
          </p:spPr>
          <p:txBody>
            <a:bodyPr wrap="square" lIns="0" tIns="0" rIns="0" bIns="0" rtlCol="0"/>
            <a:lstStyle/>
            <a:p>
              <a:endParaRPr/>
            </a:p>
          </p:txBody>
        </p:sp>
        <p:sp>
          <p:nvSpPr>
            <p:cNvPr id="7" name="object 7"/>
            <p:cNvSpPr/>
            <p:nvPr/>
          </p:nvSpPr>
          <p:spPr>
            <a:xfrm>
              <a:off x="8352790" y="3369309"/>
              <a:ext cx="1371600" cy="605790"/>
            </a:xfrm>
            <a:custGeom>
              <a:avLst/>
              <a:gdLst/>
              <a:ahLst/>
              <a:cxnLst/>
              <a:rect l="l" t="t" r="r" b="b"/>
              <a:pathLst>
                <a:path w="1371600" h="605789">
                  <a:moveTo>
                    <a:pt x="136525" y="0"/>
                  </a:moveTo>
                  <a:lnTo>
                    <a:pt x="114934" y="47625"/>
                  </a:lnTo>
                  <a:lnTo>
                    <a:pt x="94614" y="95885"/>
                  </a:lnTo>
                  <a:lnTo>
                    <a:pt x="76834" y="144779"/>
                  </a:lnTo>
                  <a:lnTo>
                    <a:pt x="60325" y="194310"/>
                  </a:lnTo>
                  <a:lnTo>
                    <a:pt x="46354" y="244475"/>
                  </a:lnTo>
                  <a:lnTo>
                    <a:pt x="33654" y="295275"/>
                  </a:lnTo>
                  <a:lnTo>
                    <a:pt x="23494" y="346075"/>
                  </a:lnTo>
                  <a:lnTo>
                    <a:pt x="14604" y="397509"/>
                  </a:lnTo>
                  <a:lnTo>
                    <a:pt x="8254" y="448944"/>
                  </a:lnTo>
                  <a:lnTo>
                    <a:pt x="3809" y="501014"/>
                  </a:lnTo>
                  <a:lnTo>
                    <a:pt x="634" y="553084"/>
                  </a:lnTo>
                  <a:lnTo>
                    <a:pt x="0" y="605789"/>
                  </a:lnTo>
                  <a:lnTo>
                    <a:pt x="1371600" y="596264"/>
                  </a:lnTo>
                  <a:lnTo>
                    <a:pt x="136525" y="0"/>
                  </a:lnTo>
                  <a:close/>
                </a:path>
              </a:pathLst>
            </a:custGeom>
            <a:solidFill>
              <a:srgbClr val="FF0000"/>
            </a:solidFill>
          </p:spPr>
          <p:txBody>
            <a:bodyPr wrap="square" lIns="0" tIns="0" rIns="0" bIns="0" rtlCol="0"/>
            <a:lstStyle/>
            <a:p>
              <a:endParaRPr/>
            </a:p>
          </p:txBody>
        </p:sp>
        <p:sp>
          <p:nvSpPr>
            <p:cNvPr id="8" name="object 8"/>
            <p:cNvSpPr/>
            <p:nvPr/>
          </p:nvSpPr>
          <p:spPr>
            <a:xfrm>
              <a:off x="8482965" y="2594610"/>
              <a:ext cx="1899920" cy="1371600"/>
            </a:xfrm>
            <a:custGeom>
              <a:avLst/>
              <a:gdLst/>
              <a:ahLst/>
              <a:cxnLst/>
              <a:rect l="l" t="t" r="r" b="b"/>
              <a:pathLst>
                <a:path w="1899920" h="1371600">
                  <a:moveTo>
                    <a:pt x="1238884" y="0"/>
                  </a:moveTo>
                  <a:lnTo>
                    <a:pt x="1193800" y="635"/>
                  </a:lnTo>
                  <a:lnTo>
                    <a:pt x="1148714" y="3175"/>
                  </a:lnTo>
                  <a:lnTo>
                    <a:pt x="1103629" y="6985"/>
                  </a:lnTo>
                  <a:lnTo>
                    <a:pt x="1059179" y="12064"/>
                  </a:lnTo>
                  <a:lnTo>
                    <a:pt x="1014729" y="19050"/>
                  </a:lnTo>
                  <a:lnTo>
                    <a:pt x="970279" y="27304"/>
                  </a:lnTo>
                  <a:lnTo>
                    <a:pt x="926464" y="36829"/>
                  </a:lnTo>
                  <a:lnTo>
                    <a:pt x="882650" y="47625"/>
                  </a:lnTo>
                  <a:lnTo>
                    <a:pt x="840104" y="60325"/>
                  </a:lnTo>
                  <a:lnTo>
                    <a:pt x="796925" y="73660"/>
                  </a:lnTo>
                  <a:lnTo>
                    <a:pt x="755014" y="88900"/>
                  </a:lnTo>
                  <a:lnTo>
                    <a:pt x="713739" y="105410"/>
                  </a:lnTo>
                  <a:lnTo>
                    <a:pt x="672464" y="123825"/>
                  </a:lnTo>
                  <a:lnTo>
                    <a:pt x="631825" y="142875"/>
                  </a:lnTo>
                  <a:lnTo>
                    <a:pt x="591819" y="163194"/>
                  </a:lnTo>
                  <a:lnTo>
                    <a:pt x="552450" y="185419"/>
                  </a:lnTo>
                  <a:lnTo>
                    <a:pt x="514350" y="208279"/>
                  </a:lnTo>
                  <a:lnTo>
                    <a:pt x="476250" y="233044"/>
                  </a:lnTo>
                  <a:lnTo>
                    <a:pt x="439419" y="258444"/>
                  </a:lnTo>
                  <a:lnTo>
                    <a:pt x="403225" y="285750"/>
                  </a:lnTo>
                  <a:lnTo>
                    <a:pt x="367664" y="313689"/>
                  </a:lnTo>
                  <a:lnTo>
                    <a:pt x="333375" y="342900"/>
                  </a:lnTo>
                  <a:lnTo>
                    <a:pt x="299719" y="374014"/>
                  </a:lnTo>
                  <a:lnTo>
                    <a:pt x="266700" y="405764"/>
                  </a:lnTo>
                  <a:lnTo>
                    <a:pt x="234950" y="438785"/>
                  </a:lnTo>
                  <a:lnTo>
                    <a:pt x="204469" y="473075"/>
                  </a:lnTo>
                  <a:lnTo>
                    <a:pt x="174625" y="508635"/>
                  </a:lnTo>
                  <a:lnTo>
                    <a:pt x="146050" y="544829"/>
                  </a:lnTo>
                  <a:lnTo>
                    <a:pt x="118744" y="582929"/>
                  </a:lnTo>
                  <a:lnTo>
                    <a:pt x="92709" y="621664"/>
                  </a:lnTo>
                  <a:lnTo>
                    <a:pt x="67309" y="661669"/>
                  </a:lnTo>
                  <a:lnTo>
                    <a:pt x="43814" y="702944"/>
                  </a:lnTo>
                  <a:lnTo>
                    <a:pt x="20954" y="744854"/>
                  </a:lnTo>
                  <a:lnTo>
                    <a:pt x="0" y="788035"/>
                  </a:lnTo>
                  <a:lnTo>
                    <a:pt x="1240789" y="1371600"/>
                  </a:lnTo>
                  <a:lnTo>
                    <a:pt x="1899919" y="168910"/>
                  </a:lnTo>
                  <a:lnTo>
                    <a:pt x="1881504" y="158750"/>
                  </a:lnTo>
                  <a:lnTo>
                    <a:pt x="1844039" y="139700"/>
                  </a:lnTo>
                  <a:lnTo>
                    <a:pt x="1780539" y="111125"/>
                  </a:lnTo>
                  <a:lnTo>
                    <a:pt x="1736725" y="92710"/>
                  </a:lnTo>
                  <a:lnTo>
                    <a:pt x="1692275" y="76200"/>
                  </a:lnTo>
                  <a:lnTo>
                    <a:pt x="1647189" y="61594"/>
                  </a:lnTo>
                  <a:lnTo>
                    <a:pt x="1602104" y="48260"/>
                  </a:lnTo>
                  <a:lnTo>
                    <a:pt x="1557019" y="36829"/>
                  </a:lnTo>
                  <a:lnTo>
                    <a:pt x="1511934" y="26669"/>
                  </a:lnTo>
                  <a:lnTo>
                    <a:pt x="1466214" y="18414"/>
                  </a:lnTo>
                  <a:lnTo>
                    <a:pt x="1421129" y="11429"/>
                  </a:lnTo>
                  <a:lnTo>
                    <a:pt x="1375409" y="6350"/>
                  </a:lnTo>
                  <a:lnTo>
                    <a:pt x="1329689" y="2539"/>
                  </a:lnTo>
                  <a:lnTo>
                    <a:pt x="1284604" y="635"/>
                  </a:lnTo>
                  <a:lnTo>
                    <a:pt x="1238884" y="0"/>
                  </a:lnTo>
                  <a:close/>
                </a:path>
              </a:pathLst>
            </a:custGeom>
            <a:solidFill>
              <a:srgbClr val="FFFF00"/>
            </a:solidFill>
          </p:spPr>
          <p:txBody>
            <a:bodyPr wrap="square" lIns="0" tIns="0" rIns="0" bIns="0" rtlCol="0"/>
            <a:lstStyle/>
            <a:p>
              <a:endParaRPr/>
            </a:p>
          </p:txBody>
        </p:sp>
      </p:grpSp>
      <p:sp>
        <p:nvSpPr>
          <p:cNvPr id="9" name="object 9"/>
          <p:cNvSpPr txBox="1">
            <a:spLocks noGrp="1"/>
          </p:cNvSpPr>
          <p:nvPr>
            <p:ph type="title"/>
          </p:nvPr>
        </p:nvSpPr>
        <p:spPr>
          <a:xfrm>
            <a:off x="2679700" y="135813"/>
            <a:ext cx="6832600" cy="757555"/>
          </a:xfrm>
          <a:prstGeom prst="rect">
            <a:avLst/>
          </a:prstGeom>
        </p:spPr>
        <p:txBody>
          <a:bodyPr vert="horz" wrap="square" lIns="0" tIns="12700" rIns="0" bIns="0" rtlCol="0">
            <a:spAutoFit/>
          </a:bodyPr>
          <a:lstStyle/>
          <a:p>
            <a:pPr marL="12700">
              <a:lnSpc>
                <a:spcPct val="100000"/>
              </a:lnSpc>
              <a:spcBef>
                <a:spcPts val="100"/>
              </a:spcBef>
            </a:pPr>
            <a:r>
              <a:rPr sz="4800" b="1" u="heavy" spc="-5" dirty="0">
                <a:solidFill>
                  <a:srgbClr val="335276"/>
                </a:solidFill>
                <a:uFill>
                  <a:solidFill>
                    <a:srgbClr val="335276"/>
                  </a:solidFill>
                </a:uFill>
                <a:latin typeface="Times New Roman"/>
                <a:cs typeface="Times New Roman"/>
              </a:rPr>
              <a:t>Course</a:t>
            </a:r>
            <a:r>
              <a:rPr sz="4800" b="1" u="heavy" spc="5" dirty="0">
                <a:solidFill>
                  <a:srgbClr val="335276"/>
                </a:solidFill>
                <a:uFill>
                  <a:solidFill>
                    <a:srgbClr val="335276"/>
                  </a:solidFill>
                </a:uFill>
                <a:latin typeface="Times New Roman"/>
                <a:cs typeface="Times New Roman"/>
              </a:rPr>
              <a:t> </a:t>
            </a:r>
            <a:r>
              <a:rPr sz="4800" b="1" u="heavy" dirty="0">
                <a:solidFill>
                  <a:srgbClr val="335276"/>
                </a:solidFill>
                <a:uFill>
                  <a:solidFill>
                    <a:srgbClr val="335276"/>
                  </a:solidFill>
                </a:uFill>
                <a:latin typeface="Times New Roman"/>
                <a:cs typeface="Times New Roman"/>
              </a:rPr>
              <a:t>Assessment</a:t>
            </a:r>
            <a:r>
              <a:rPr sz="4800" b="1" u="heavy" spc="-60" dirty="0">
                <a:solidFill>
                  <a:srgbClr val="335276"/>
                </a:solidFill>
                <a:uFill>
                  <a:solidFill>
                    <a:srgbClr val="335276"/>
                  </a:solidFill>
                </a:uFill>
                <a:latin typeface="Times New Roman"/>
                <a:cs typeface="Times New Roman"/>
              </a:rPr>
              <a:t> </a:t>
            </a:r>
            <a:r>
              <a:rPr sz="4800" b="1" u="heavy" spc="-5" dirty="0">
                <a:solidFill>
                  <a:srgbClr val="335276"/>
                </a:solidFill>
                <a:uFill>
                  <a:solidFill>
                    <a:srgbClr val="335276"/>
                  </a:solidFill>
                </a:uFill>
                <a:latin typeface="Times New Roman"/>
                <a:cs typeface="Times New Roman"/>
              </a:rPr>
              <a:t>Model</a:t>
            </a:r>
            <a:endParaRPr sz="4800" dirty="0">
              <a:latin typeface="Times New Roman"/>
              <a:cs typeface="Times New Roman"/>
            </a:endParaRPr>
          </a:p>
        </p:txBody>
      </p:sp>
      <p:sp>
        <p:nvSpPr>
          <p:cNvPr id="10" name="object 10"/>
          <p:cNvSpPr txBox="1"/>
          <p:nvPr/>
        </p:nvSpPr>
        <p:spPr>
          <a:xfrm>
            <a:off x="1484122" y="1999945"/>
            <a:ext cx="2253615" cy="512445"/>
          </a:xfrm>
          <a:prstGeom prst="rect">
            <a:avLst/>
          </a:prstGeom>
        </p:spPr>
        <p:txBody>
          <a:bodyPr vert="horz" wrap="square" lIns="0" tIns="12065" rIns="0" bIns="0" rtlCol="0">
            <a:spAutoFit/>
          </a:bodyPr>
          <a:lstStyle/>
          <a:p>
            <a:pPr marL="12700">
              <a:lnSpc>
                <a:spcPct val="100000"/>
              </a:lnSpc>
              <a:spcBef>
                <a:spcPts val="95"/>
              </a:spcBef>
            </a:pPr>
            <a:r>
              <a:rPr sz="3200" spc="-5" dirty="0">
                <a:solidFill>
                  <a:srgbClr val="FF0000"/>
                </a:solidFill>
                <a:latin typeface="Lucida Sans Unicode"/>
                <a:cs typeface="Lucida Sans Unicode"/>
              </a:rPr>
              <a:t>At</a:t>
            </a:r>
            <a:r>
              <a:rPr sz="3200" spc="5" dirty="0">
                <a:solidFill>
                  <a:srgbClr val="FF0000"/>
                </a:solidFill>
                <a:latin typeface="Lucida Sans Unicode"/>
                <a:cs typeface="Lucida Sans Unicode"/>
              </a:rPr>
              <a:t>t</a:t>
            </a:r>
            <a:r>
              <a:rPr sz="3200" spc="-10" dirty="0">
                <a:solidFill>
                  <a:srgbClr val="FF0000"/>
                </a:solidFill>
                <a:latin typeface="Lucida Sans Unicode"/>
                <a:cs typeface="Lucida Sans Unicode"/>
              </a:rPr>
              <a:t>en</a:t>
            </a:r>
            <a:r>
              <a:rPr sz="3200" dirty="0">
                <a:solidFill>
                  <a:srgbClr val="FF0000"/>
                </a:solidFill>
                <a:latin typeface="Lucida Sans Unicode"/>
                <a:cs typeface="Lucida Sans Unicode"/>
              </a:rPr>
              <a:t>d</a:t>
            </a:r>
            <a:r>
              <a:rPr sz="3200" spc="-20" dirty="0">
                <a:solidFill>
                  <a:srgbClr val="FF0000"/>
                </a:solidFill>
                <a:latin typeface="Lucida Sans Unicode"/>
                <a:cs typeface="Lucida Sans Unicode"/>
              </a:rPr>
              <a:t>a</a:t>
            </a:r>
            <a:r>
              <a:rPr sz="3200" spc="-5" dirty="0">
                <a:solidFill>
                  <a:srgbClr val="FF0000"/>
                </a:solidFill>
                <a:latin typeface="Lucida Sans Unicode"/>
                <a:cs typeface="Lucida Sans Unicode"/>
              </a:rPr>
              <a:t>nce</a:t>
            </a:r>
            <a:endParaRPr sz="3200">
              <a:latin typeface="Lucida Sans Unicode"/>
              <a:cs typeface="Lucida Sans Unicode"/>
            </a:endParaRPr>
          </a:p>
        </p:txBody>
      </p:sp>
      <p:sp>
        <p:nvSpPr>
          <p:cNvPr id="11" name="object 11"/>
          <p:cNvSpPr txBox="1"/>
          <p:nvPr/>
        </p:nvSpPr>
        <p:spPr>
          <a:xfrm>
            <a:off x="6804406" y="1999945"/>
            <a:ext cx="281940" cy="512445"/>
          </a:xfrm>
          <a:prstGeom prst="rect">
            <a:avLst/>
          </a:prstGeom>
        </p:spPr>
        <p:txBody>
          <a:bodyPr vert="horz" wrap="square" lIns="0" tIns="12065" rIns="0" bIns="0" rtlCol="0">
            <a:spAutoFit/>
          </a:bodyPr>
          <a:lstStyle/>
          <a:p>
            <a:pPr marL="12700">
              <a:lnSpc>
                <a:spcPct val="100000"/>
              </a:lnSpc>
              <a:spcBef>
                <a:spcPts val="95"/>
              </a:spcBef>
            </a:pPr>
            <a:r>
              <a:rPr sz="3200" spc="-5" dirty="0">
                <a:solidFill>
                  <a:srgbClr val="FF0000"/>
                </a:solidFill>
                <a:latin typeface="Lucida Sans Unicode"/>
                <a:cs typeface="Lucida Sans Unicode"/>
              </a:rPr>
              <a:t>5</a:t>
            </a:r>
            <a:endParaRPr sz="3200">
              <a:latin typeface="Lucida Sans Unicode"/>
              <a:cs typeface="Lucida Sans Unicode"/>
            </a:endParaRPr>
          </a:p>
        </p:txBody>
      </p:sp>
      <p:sp>
        <p:nvSpPr>
          <p:cNvPr id="12" name="object 12"/>
          <p:cNvSpPr txBox="1"/>
          <p:nvPr/>
        </p:nvSpPr>
        <p:spPr>
          <a:xfrm>
            <a:off x="6530085" y="3094431"/>
            <a:ext cx="537845" cy="512445"/>
          </a:xfrm>
          <a:prstGeom prst="rect">
            <a:avLst/>
          </a:prstGeom>
        </p:spPr>
        <p:txBody>
          <a:bodyPr vert="horz" wrap="square" lIns="0" tIns="12065" rIns="0" bIns="0" rtlCol="0">
            <a:spAutoFit/>
          </a:bodyPr>
          <a:lstStyle/>
          <a:p>
            <a:pPr marL="12700">
              <a:lnSpc>
                <a:spcPct val="100000"/>
              </a:lnSpc>
              <a:spcBef>
                <a:spcPts val="95"/>
              </a:spcBef>
            </a:pPr>
            <a:r>
              <a:rPr sz="3200" spc="-10" dirty="0">
                <a:solidFill>
                  <a:srgbClr val="00AD50"/>
                </a:solidFill>
                <a:latin typeface="Lucida Sans Unicode"/>
                <a:cs typeface="Lucida Sans Unicode"/>
              </a:rPr>
              <a:t>20</a:t>
            </a:r>
            <a:endParaRPr sz="3200">
              <a:latin typeface="Lucida Sans Unicode"/>
              <a:cs typeface="Lucida Sans Unicode"/>
            </a:endParaRPr>
          </a:p>
        </p:txBody>
      </p:sp>
      <p:sp>
        <p:nvSpPr>
          <p:cNvPr id="13" name="object 13"/>
          <p:cNvSpPr txBox="1"/>
          <p:nvPr/>
        </p:nvSpPr>
        <p:spPr>
          <a:xfrm>
            <a:off x="1340866" y="2483977"/>
            <a:ext cx="5742305" cy="1711325"/>
          </a:xfrm>
          <a:prstGeom prst="rect">
            <a:avLst/>
          </a:prstGeom>
        </p:spPr>
        <p:txBody>
          <a:bodyPr vert="horz" wrap="square" lIns="0" tIns="12700" rIns="0" bIns="0" rtlCol="0">
            <a:spAutoFit/>
          </a:bodyPr>
          <a:lstStyle/>
          <a:p>
            <a:pPr marL="121920" marR="5080" indent="-109855" algn="just">
              <a:lnSpc>
                <a:spcPct val="112500"/>
              </a:lnSpc>
              <a:spcBef>
                <a:spcPts val="100"/>
              </a:spcBef>
              <a:tabLst>
                <a:tab pos="5216525" algn="l"/>
              </a:tabLst>
            </a:pPr>
            <a:r>
              <a:rPr sz="3200" spc="-5" dirty="0">
                <a:solidFill>
                  <a:srgbClr val="FFC000"/>
                </a:solidFill>
                <a:latin typeface="Lucida Sans Unicode"/>
                <a:cs typeface="Lucida Sans Unicode"/>
              </a:rPr>
              <a:t>Co</a:t>
            </a:r>
            <a:r>
              <a:rPr sz="3200" dirty="0">
                <a:solidFill>
                  <a:srgbClr val="FFC000"/>
                </a:solidFill>
                <a:latin typeface="Lucida Sans Unicode"/>
                <a:cs typeface="Lucida Sans Unicode"/>
              </a:rPr>
              <a:t>n</a:t>
            </a:r>
            <a:r>
              <a:rPr sz="3200" spc="-10" dirty="0">
                <a:solidFill>
                  <a:srgbClr val="FFC000"/>
                </a:solidFill>
                <a:latin typeface="Lucida Sans Unicode"/>
                <a:cs typeface="Lucida Sans Unicode"/>
              </a:rPr>
              <a:t>tin</a:t>
            </a:r>
            <a:r>
              <a:rPr sz="3200" dirty="0">
                <a:solidFill>
                  <a:srgbClr val="FFC000"/>
                </a:solidFill>
                <a:latin typeface="Lucida Sans Unicode"/>
                <a:cs typeface="Lucida Sans Unicode"/>
              </a:rPr>
              <a:t>u</a:t>
            </a:r>
            <a:r>
              <a:rPr sz="3200" spc="-10" dirty="0">
                <a:solidFill>
                  <a:srgbClr val="FFC000"/>
                </a:solidFill>
                <a:latin typeface="Lucida Sans Unicode"/>
                <a:cs typeface="Lucida Sans Unicode"/>
              </a:rPr>
              <a:t>o</a:t>
            </a:r>
            <a:r>
              <a:rPr sz="3200" spc="5" dirty="0">
                <a:solidFill>
                  <a:srgbClr val="FFC000"/>
                </a:solidFill>
                <a:latin typeface="Lucida Sans Unicode"/>
                <a:cs typeface="Lucida Sans Unicode"/>
              </a:rPr>
              <a:t>u</a:t>
            </a:r>
            <a:r>
              <a:rPr sz="3200" spc="-5" dirty="0">
                <a:solidFill>
                  <a:srgbClr val="FFC000"/>
                </a:solidFill>
                <a:latin typeface="Lucida Sans Unicode"/>
                <a:cs typeface="Lucida Sans Unicode"/>
              </a:rPr>
              <a:t>s</a:t>
            </a:r>
            <a:r>
              <a:rPr sz="3200" spc="-10" dirty="0">
                <a:solidFill>
                  <a:srgbClr val="FFC000"/>
                </a:solidFill>
                <a:latin typeface="Lucida Sans Unicode"/>
                <a:cs typeface="Lucida Sans Unicode"/>
              </a:rPr>
              <a:t> </a:t>
            </a:r>
            <a:r>
              <a:rPr sz="3200" spc="-5" dirty="0">
                <a:solidFill>
                  <a:srgbClr val="FFC000"/>
                </a:solidFill>
                <a:latin typeface="Lucida Sans Unicode"/>
                <a:cs typeface="Lucida Sans Unicode"/>
              </a:rPr>
              <a:t>As</a:t>
            </a:r>
            <a:r>
              <a:rPr sz="3200" spc="-25" dirty="0">
                <a:solidFill>
                  <a:srgbClr val="FFC000"/>
                </a:solidFill>
                <a:latin typeface="Lucida Sans Unicode"/>
                <a:cs typeface="Lucida Sans Unicode"/>
              </a:rPr>
              <a:t>s</a:t>
            </a:r>
            <a:r>
              <a:rPr sz="3200" spc="-10" dirty="0">
                <a:solidFill>
                  <a:srgbClr val="FFC000"/>
                </a:solidFill>
                <a:latin typeface="Lucida Sans Unicode"/>
                <a:cs typeface="Lucida Sans Unicode"/>
              </a:rPr>
              <a:t>essmen</a:t>
            </a:r>
            <a:r>
              <a:rPr sz="3200" spc="-5" dirty="0">
                <a:solidFill>
                  <a:srgbClr val="FFC000"/>
                </a:solidFill>
                <a:latin typeface="Lucida Sans Unicode"/>
                <a:cs typeface="Lucida Sans Unicode"/>
              </a:rPr>
              <a:t>t</a:t>
            </a:r>
            <a:r>
              <a:rPr sz="3200" dirty="0">
                <a:solidFill>
                  <a:srgbClr val="FFC000"/>
                </a:solidFill>
                <a:latin typeface="Lucida Sans Unicode"/>
                <a:cs typeface="Lucida Sans Unicode"/>
              </a:rPr>
              <a:t>	</a:t>
            </a:r>
            <a:r>
              <a:rPr sz="3200" spc="-10" dirty="0">
                <a:solidFill>
                  <a:srgbClr val="FFC000"/>
                </a:solidFill>
                <a:latin typeface="Lucida Sans Unicode"/>
                <a:cs typeface="Lucida Sans Unicode"/>
              </a:rPr>
              <a:t>25 </a:t>
            </a:r>
            <a:r>
              <a:rPr sz="3200" spc="-10" dirty="0">
                <a:solidFill>
                  <a:srgbClr val="00AD50"/>
                </a:solidFill>
                <a:latin typeface="Lucida Sans Unicode"/>
                <a:cs typeface="Lucida Sans Unicode"/>
              </a:rPr>
              <a:t>Mid</a:t>
            </a:r>
            <a:r>
              <a:rPr sz="3200" spc="-25" dirty="0">
                <a:solidFill>
                  <a:srgbClr val="00AD50"/>
                </a:solidFill>
                <a:latin typeface="Lucida Sans Unicode"/>
                <a:cs typeface="Lucida Sans Unicode"/>
              </a:rPr>
              <a:t> </a:t>
            </a:r>
            <a:r>
              <a:rPr sz="3200" spc="-10" dirty="0">
                <a:solidFill>
                  <a:srgbClr val="00AD50"/>
                </a:solidFill>
                <a:latin typeface="Lucida Sans Unicode"/>
                <a:cs typeface="Lucida Sans Unicode"/>
              </a:rPr>
              <a:t>Term</a:t>
            </a:r>
            <a:r>
              <a:rPr sz="3200" spc="-40" dirty="0">
                <a:solidFill>
                  <a:srgbClr val="00AD50"/>
                </a:solidFill>
                <a:latin typeface="Lucida Sans Unicode"/>
                <a:cs typeface="Lucida Sans Unicode"/>
              </a:rPr>
              <a:t> </a:t>
            </a:r>
            <a:r>
              <a:rPr sz="3200" spc="-5" dirty="0">
                <a:solidFill>
                  <a:srgbClr val="00AD50"/>
                </a:solidFill>
                <a:latin typeface="Lucida Sans Unicode"/>
                <a:cs typeface="Lucida Sans Unicode"/>
              </a:rPr>
              <a:t>Exam</a:t>
            </a:r>
            <a:endParaRPr sz="3200" dirty="0">
              <a:latin typeface="Lucida Sans Unicode"/>
              <a:cs typeface="Lucida Sans Unicode"/>
            </a:endParaRPr>
          </a:p>
          <a:p>
            <a:pPr marL="155575" algn="just">
              <a:lnSpc>
                <a:spcPct val="100000"/>
              </a:lnSpc>
              <a:spcBef>
                <a:spcPts val="795"/>
              </a:spcBef>
            </a:pPr>
            <a:r>
              <a:rPr sz="3200" spc="-5" dirty="0">
                <a:solidFill>
                  <a:srgbClr val="6D2D9F"/>
                </a:solidFill>
                <a:latin typeface="Lucida Sans Unicode"/>
                <a:cs typeface="Lucida Sans Unicode"/>
              </a:rPr>
              <a:t>End</a:t>
            </a:r>
            <a:r>
              <a:rPr sz="3200" spc="-70" dirty="0">
                <a:solidFill>
                  <a:srgbClr val="6D2D9F"/>
                </a:solidFill>
                <a:latin typeface="Lucida Sans Unicode"/>
                <a:cs typeface="Lucida Sans Unicode"/>
              </a:rPr>
              <a:t> </a:t>
            </a:r>
            <a:r>
              <a:rPr sz="3200" spc="-10" dirty="0">
                <a:solidFill>
                  <a:srgbClr val="6D2D9F"/>
                </a:solidFill>
                <a:latin typeface="Lucida Sans Unicode"/>
                <a:cs typeface="Lucida Sans Unicode"/>
              </a:rPr>
              <a:t>Term</a:t>
            </a:r>
            <a:r>
              <a:rPr sz="3200" spc="-50" dirty="0">
                <a:solidFill>
                  <a:srgbClr val="6D2D9F"/>
                </a:solidFill>
                <a:latin typeface="Lucida Sans Unicode"/>
                <a:cs typeface="Lucida Sans Unicode"/>
              </a:rPr>
              <a:t> </a:t>
            </a:r>
            <a:r>
              <a:rPr sz="3200" spc="-5" dirty="0">
                <a:solidFill>
                  <a:srgbClr val="6D2D9F"/>
                </a:solidFill>
                <a:latin typeface="Lucida Sans Unicode"/>
                <a:cs typeface="Lucida Sans Unicode"/>
              </a:rPr>
              <a:t>Exam</a:t>
            </a:r>
            <a:endParaRPr sz="3200" dirty="0">
              <a:latin typeface="Lucida Sans Unicode"/>
              <a:cs typeface="Lucida Sans Unicode"/>
            </a:endParaRPr>
          </a:p>
        </p:txBody>
      </p:sp>
      <p:sp>
        <p:nvSpPr>
          <p:cNvPr id="14" name="object 14"/>
          <p:cNvSpPr txBox="1"/>
          <p:nvPr/>
        </p:nvSpPr>
        <p:spPr>
          <a:xfrm>
            <a:off x="6563614" y="3682949"/>
            <a:ext cx="537845" cy="512445"/>
          </a:xfrm>
          <a:prstGeom prst="rect">
            <a:avLst/>
          </a:prstGeom>
        </p:spPr>
        <p:txBody>
          <a:bodyPr vert="horz" wrap="square" lIns="0" tIns="12065" rIns="0" bIns="0" rtlCol="0">
            <a:spAutoFit/>
          </a:bodyPr>
          <a:lstStyle/>
          <a:p>
            <a:pPr marL="12700">
              <a:lnSpc>
                <a:spcPct val="100000"/>
              </a:lnSpc>
              <a:spcBef>
                <a:spcPts val="95"/>
              </a:spcBef>
            </a:pPr>
            <a:r>
              <a:rPr sz="3200" spc="-10" dirty="0">
                <a:solidFill>
                  <a:srgbClr val="6D2D9F"/>
                </a:solidFill>
                <a:latin typeface="Lucida Sans Unicode"/>
                <a:cs typeface="Lucida Sans Unicode"/>
              </a:rPr>
              <a:t>50</a:t>
            </a:r>
            <a:endParaRPr sz="3200">
              <a:latin typeface="Lucida Sans Unicode"/>
              <a:cs typeface="Lucida Sans Unicode"/>
            </a:endParaRPr>
          </a:p>
        </p:txBody>
      </p:sp>
      <p:sp>
        <p:nvSpPr>
          <p:cNvPr id="15" name="object 15"/>
          <p:cNvSpPr txBox="1"/>
          <p:nvPr/>
        </p:nvSpPr>
        <p:spPr>
          <a:xfrm>
            <a:off x="3545204" y="4361926"/>
            <a:ext cx="4865370" cy="2360261"/>
          </a:xfrm>
          <a:prstGeom prst="rect">
            <a:avLst/>
          </a:prstGeom>
        </p:spPr>
        <p:txBody>
          <a:bodyPr vert="horz" wrap="square" lIns="0" tIns="107314" rIns="0" bIns="0" rtlCol="0">
            <a:spAutoFit/>
          </a:bodyPr>
          <a:lstStyle/>
          <a:p>
            <a:pPr marL="12700">
              <a:lnSpc>
                <a:spcPct val="100000"/>
              </a:lnSpc>
              <a:spcBef>
                <a:spcPts val="844"/>
              </a:spcBef>
              <a:tabLst>
                <a:tab pos="2777490" algn="l"/>
              </a:tabLst>
            </a:pPr>
            <a:r>
              <a:rPr sz="3200" spc="-10" dirty="0">
                <a:latin typeface="Lucida Sans Unicode"/>
                <a:cs typeface="Lucida Sans Unicode"/>
              </a:rPr>
              <a:t>Total	100</a:t>
            </a:r>
            <a:r>
              <a:rPr sz="3200" spc="-114" dirty="0">
                <a:latin typeface="Lucida Sans Unicode"/>
                <a:cs typeface="Lucida Sans Unicode"/>
              </a:rPr>
              <a:t> </a:t>
            </a:r>
            <a:r>
              <a:rPr sz="3200" spc="-10" dirty="0">
                <a:latin typeface="Lucida Sans Unicode"/>
                <a:cs typeface="Lucida Sans Unicode"/>
              </a:rPr>
              <a:t>Marks</a:t>
            </a:r>
            <a:endParaRPr lang="en-US" sz="3200" spc="-10" dirty="0">
              <a:latin typeface="Lucida Sans Unicode"/>
              <a:cs typeface="Lucida Sans Unicode"/>
            </a:endParaRPr>
          </a:p>
          <a:p>
            <a:pPr marL="12700">
              <a:lnSpc>
                <a:spcPct val="100000"/>
              </a:lnSpc>
              <a:spcBef>
                <a:spcPts val="844"/>
              </a:spcBef>
              <a:tabLst>
                <a:tab pos="2777490" algn="l"/>
              </a:tabLst>
            </a:pPr>
            <a:endParaRPr sz="3200" dirty="0">
              <a:latin typeface="Lucida Sans Unicode"/>
              <a:cs typeface="Lucida Sans Unicode"/>
            </a:endParaRPr>
          </a:p>
          <a:p>
            <a:pPr marL="73660">
              <a:lnSpc>
                <a:spcPct val="100000"/>
              </a:lnSpc>
              <a:spcBef>
                <a:spcPts val="745"/>
              </a:spcBef>
            </a:pPr>
            <a:r>
              <a:rPr sz="3200" spc="-5" dirty="0">
                <a:latin typeface="Lucida Sans Unicode"/>
                <a:cs typeface="Lucida Sans Unicode"/>
              </a:rPr>
              <a:t>MTE:</a:t>
            </a:r>
            <a:r>
              <a:rPr sz="3200" spc="-80" dirty="0">
                <a:latin typeface="Lucida Sans Unicode"/>
                <a:cs typeface="Lucida Sans Unicode"/>
              </a:rPr>
              <a:t> </a:t>
            </a:r>
            <a:r>
              <a:rPr sz="3200" spc="-5" dirty="0">
                <a:latin typeface="Lucida Sans Unicode"/>
                <a:cs typeface="Lucida Sans Unicode"/>
              </a:rPr>
              <a:t>100%</a:t>
            </a:r>
            <a:r>
              <a:rPr sz="3200" spc="-75" dirty="0">
                <a:latin typeface="Lucida Sans Unicode"/>
                <a:cs typeface="Lucida Sans Unicode"/>
              </a:rPr>
              <a:t> </a:t>
            </a:r>
            <a:r>
              <a:rPr sz="3200" dirty="0">
                <a:latin typeface="Lucida Sans Unicode"/>
                <a:cs typeface="Lucida Sans Unicode"/>
              </a:rPr>
              <a:t>MCQ</a:t>
            </a:r>
            <a:endParaRPr lang="en-US" sz="3200" dirty="0">
              <a:latin typeface="Lucida Sans Unicode"/>
              <a:cs typeface="Lucida Sans Unicode"/>
            </a:endParaRPr>
          </a:p>
          <a:p>
            <a:pPr marL="73660">
              <a:lnSpc>
                <a:spcPct val="100000"/>
              </a:lnSpc>
              <a:spcBef>
                <a:spcPts val="745"/>
              </a:spcBef>
            </a:pPr>
            <a:r>
              <a:rPr sz="3200" spc="-10" dirty="0">
                <a:latin typeface="Lucida Sans Unicode"/>
                <a:cs typeface="Lucida Sans Unicode"/>
              </a:rPr>
              <a:t>ETE:</a:t>
            </a:r>
            <a:r>
              <a:rPr sz="3200" spc="-40" dirty="0">
                <a:latin typeface="Lucida Sans Unicode"/>
                <a:cs typeface="Lucida Sans Unicode"/>
              </a:rPr>
              <a:t> </a:t>
            </a:r>
            <a:r>
              <a:rPr sz="3200" b="1" dirty="0">
                <a:latin typeface="Times New Roman"/>
                <a:cs typeface="Times New Roman"/>
              </a:rPr>
              <a:t>100%</a:t>
            </a:r>
            <a:r>
              <a:rPr sz="3200" b="1" spc="-60" dirty="0">
                <a:latin typeface="Times New Roman"/>
                <a:cs typeface="Times New Roman"/>
              </a:rPr>
              <a:t> </a:t>
            </a:r>
            <a:r>
              <a:rPr sz="3200" b="1" dirty="0">
                <a:latin typeface="Times New Roman"/>
                <a:cs typeface="Times New Roman"/>
              </a:rPr>
              <a:t>MCQ</a:t>
            </a:r>
            <a:endParaRPr sz="3200" dirty="0">
              <a:latin typeface="Times New Roman"/>
              <a:cs typeface="Times New Roman"/>
            </a:endParaRPr>
          </a:p>
        </p:txBody>
      </p:sp>
      <p:sp>
        <p:nvSpPr>
          <p:cNvPr id="16" name="TextBox 15">
            <a:extLst>
              <a:ext uri="{FF2B5EF4-FFF2-40B4-BE49-F238E27FC236}">
                <a16:creationId xmlns:a16="http://schemas.microsoft.com/office/drawing/2014/main" id="{0FB82FC4-1CD5-FD9A-1F84-4A334629A8F8}"/>
              </a:ext>
            </a:extLst>
          </p:cNvPr>
          <p:cNvSpPr txBox="1"/>
          <p:nvPr/>
        </p:nvSpPr>
        <p:spPr>
          <a:xfrm>
            <a:off x="2983753" y="1185063"/>
            <a:ext cx="6224494" cy="584775"/>
          </a:xfrm>
          <a:prstGeom prst="rect">
            <a:avLst/>
          </a:prstGeom>
          <a:solidFill>
            <a:schemeClr val="accent2">
              <a:lumMod val="40000"/>
              <a:lumOff val="60000"/>
            </a:schemeClr>
          </a:solidFill>
        </p:spPr>
        <p:txBody>
          <a:bodyPr wrap="square">
            <a:spAutoFit/>
          </a:bodyPr>
          <a:lstStyle/>
          <a:p>
            <a:pPr algn="ctr" eaLnBrk="1" fontAlgn="auto" hangingPunct="1">
              <a:spcBef>
                <a:spcPts val="0"/>
              </a:spcBef>
              <a:spcAft>
                <a:spcPts val="0"/>
              </a:spcAft>
              <a:defRPr/>
            </a:pPr>
            <a:r>
              <a:rPr lang="fr-FR" sz="3200" b="1" dirty="0">
                <a:solidFill>
                  <a:srgbClr val="0000FF"/>
                </a:solidFill>
                <a:effectLst>
                  <a:outerShdw blurRad="38100" dist="38100" dir="2700000" algn="tl">
                    <a:srgbClr val="000000">
                      <a:alpha val="43137"/>
                    </a:srgbClr>
                  </a:outerShdw>
                </a:effectLst>
                <a:latin typeface="Tiger Expert" panose="02070300020205020404" pitchFamily="18" charset="0"/>
              </a:rPr>
              <a:t>L: 3.0 T: 0.0 P: 0.0 Cr: 3.0</a:t>
            </a:r>
            <a:endParaRPr lang="en-US" sz="3200" dirty="0">
              <a:solidFill>
                <a:srgbClr val="0000FF"/>
              </a:solidFill>
              <a:effectLst>
                <a:outerShdw blurRad="38100" dist="38100" dir="2700000" algn="tl">
                  <a:srgbClr val="000000">
                    <a:alpha val="43137"/>
                  </a:srgbClr>
                </a:outerShdw>
              </a:effectLst>
              <a:latin typeface="Tiger Expert" panose="020703000202050204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395730" y="2421889"/>
            <a:ext cx="9407525" cy="0"/>
          </a:xfrm>
          <a:custGeom>
            <a:avLst/>
            <a:gdLst/>
            <a:ahLst/>
            <a:cxnLst/>
            <a:rect l="l" t="t" r="r" b="b"/>
            <a:pathLst>
              <a:path w="9407525">
                <a:moveTo>
                  <a:pt x="0" y="0"/>
                </a:moveTo>
                <a:lnTo>
                  <a:pt x="9407525" y="0"/>
                </a:lnTo>
              </a:path>
            </a:pathLst>
          </a:custGeom>
          <a:ln w="15875">
            <a:solidFill>
              <a:srgbClr val="83992A"/>
            </a:solidFill>
          </a:ln>
        </p:spPr>
        <p:txBody>
          <a:bodyPr wrap="square" lIns="0" tIns="0" rIns="0" bIns="0" rtlCol="0"/>
          <a:lstStyle/>
          <a:p>
            <a:endParaRPr/>
          </a:p>
        </p:txBody>
      </p:sp>
      <p:sp>
        <p:nvSpPr>
          <p:cNvPr id="3" name="object 3"/>
          <p:cNvSpPr txBox="1">
            <a:spLocks noGrp="1"/>
          </p:cNvSpPr>
          <p:nvPr>
            <p:ph type="title"/>
          </p:nvPr>
        </p:nvSpPr>
        <p:spPr>
          <a:xfrm>
            <a:off x="2487295" y="857812"/>
            <a:ext cx="7945120" cy="1120820"/>
          </a:xfrm>
          <a:prstGeom prst="rect">
            <a:avLst/>
          </a:prstGeom>
        </p:spPr>
        <p:txBody>
          <a:bodyPr vert="horz" wrap="square" lIns="0" tIns="12700" rIns="0" bIns="0" rtlCol="0">
            <a:spAutoFit/>
          </a:bodyPr>
          <a:lstStyle/>
          <a:p>
            <a:pPr marL="12700" algn="ctr">
              <a:lnSpc>
                <a:spcPct val="100000"/>
              </a:lnSpc>
              <a:spcBef>
                <a:spcPts val="100"/>
              </a:spcBef>
            </a:pPr>
            <a:r>
              <a:rPr sz="4800" b="1" spc="-5" dirty="0">
                <a:solidFill>
                  <a:srgbClr val="335276"/>
                </a:solidFill>
                <a:latin typeface="Times New Roman"/>
                <a:cs typeface="Times New Roman"/>
              </a:rPr>
              <a:t>Continuous</a:t>
            </a:r>
            <a:r>
              <a:rPr sz="4800" b="1" spc="-140" dirty="0">
                <a:solidFill>
                  <a:srgbClr val="335276"/>
                </a:solidFill>
                <a:latin typeface="Times New Roman"/>
                <a:cs typeface="Times New Roman"/>
              </a:rPr>
              <a:t> </a:t>
            </a:r>
            <a:r>
              <a:rPr sz="4800" b="1" spc="-5" dirty="0">
                <a:solidFill>
                  <a:srgbClr val="335276"/>
                </a:solidFill>
                <a:latin typeface="Times New Roman"/>
                <a:cs typeface="Times New Roman"/>
              </a:rPr>
              <a:t>Assessment</a:t>
            </a:r>
            <a:r>
              <a:rPr lang="en-US" sz="4800" b="1" spc="-5" dirty="0">
                <a:solidFill>
                  <a:srgbClr val="335276"/>
                </a:solidFill>
                <a:latin typeface="Times New Roman"/>
                <a:cs typeface="Times New Roman"/>
              </a:rPr>
              <a:t> </a:t>
            </a:r>
            <a:r>
              <a:rPr sz="4800" b="1" spc="-5" dirty="0">
                <a:solidFill>
                  <a:srgbClr val="335276"/>
                </a:solidFill>
                <a:latin typeface="Times New Roman"/>
                <a:cs typeface="Times New Roman"/>
              </a:rPr>
              <a:t>(CA)</a:t>
            </a:r>
            <a:br>
              <a:rPr lang="en-US" sz="4800" b="1" spc="-5" dirty="0">
                <a:solidFill>
                  <a:srgbClr val="335276"/>
                </a:solidFill>
                <a:latin typeface="Times New Roman"/>
                <a:cs typeface="Times New Roman"/>
              </a:rPr>
            </a:br>
            <a:r>
              <a:rPr lang="en-IN" sz="2400" b="1" dirty="0"/>
              <a:t>CA category </a:t>
            </a:r>
            <a:r>
              <a:rPr lang="en-IN" sz="2400" b="1" i="1" dirty="0"/>
              <a:t>C010102</a:t>
            </a:r>
            <a:endParaRPr sz="2400" b="1" dirty="0">
              <a:latin typeface="Times New Roman"/>
              <a:cs typeface="Times New Roman"/>
            </a:endParaRPr>
          </a:p>
        </p:txBody>
      </p:sp>
      <p:sp>
        <p:nvSpPr>
          <p:cNvPr id="4" name="object 4"/>
          <p:cNvSpPr txBox="1"/>
          <p:nvPr/>
        </p:nvSpPr>
        <p:spPr>
          <a:xfrm>
            <a:off x="518616" y="2769429"/>
            <a:ext cx="11423176" cy="2678937"/>
          </a:xfrm>
          <a:prstGeom prst="rect">
            <a:avLst/>
          </a:prstGeom>
        </p:spPr>
        <p:txBody>
          <a:bodyPr vert="horz" wrap="square" lIns="0" tIns="52069" rIns="0" bIns="0" rtlCol="0">
            <a:spAutoFit/>
          </a:bodyPr>
          <a:lstStyle/>
          <a:p>
            <a:pPr marL="299085" indent="-287020">
              <a:spcBef>
                <a:spcPts val="409"/>
              </a:spcBef>
              <a:buClr>
                <a:srgbClr val="83992A"/>
              </a:buClr>
              <a:buSzPct val="114583"/>
              <a:buFont typeface="Arial MT"/>
              <a:buChar char="•"/>
              <a:tabLst>
                <a:tab pos="299085" algn="l"/>
                <a:tab pos="299720" algn="l"/>
              </a:tabLst>
            </a:pPr>
            <a:r>
              <a:rPr sz="2400" b="1" spc="-30" dirty="0">
                <a:solidFill>
                  <a:srgbClr val="C00000"/>
                </a:solidFill>
                <a:latin typeface="Arial"/>
                <a:cs typeface="Arial"/>
              </a:rPr>
              <a:t>T</a:t>
            </a:r>
            <a:r>
              <a:rPr sz="2400" b="1" spc="50" dirty="0">
                <a:solidFill>
                  <a:srgbClr val="C00000"/>
                </a:solidFill>
                <a:latin typeface="Arial"/>
                <a:cs typeface="Arial"/>
              </a:rPr>
              <a:t>w</a:t>
            </a:r>
            <a:r>
              <a:rPr sz="2400" b="1" dirty="0">
                <a:solidFill>
                  <a:srgbClr val="C00000"/>
                </a:solidFill>
                <a:latin typeface="Arial"/>
                <a:cs typeface="Arial"/>
              </a:rPr>
              <a:t>o</a:t>
            </a:r>
            <a:r>
              <a:rPr sz="2400" b="1" spc="-160" dirty="0">
                <a:solidFill>
                  <a:srgbClr val="C00000"/>
                </a:solidFill>
                <a:latin typeface="Arial"/>
                <a:cs typeface="Arial"/>
              </a:rPr>
              <a:t> </a:t>
            </a:r>
            <a:r>
              <a:rPr sz="2400" b="1" spc="-5" dirty="0">
                <a:solidFill>
                  <a:srgbClr val="C00000"/>
                </a:solidFill>
                <a:latin typeface="Arial"/>
                <a:cs typeface="Arial"/>
              </a:rPr>
              <a:t>Cl</a:t>
            </a:r>
            <a:r>
              <a:rPr sz="2400" b="1" spc="-20" dirty="0">
                <a:solidFill>
                  <a:srgbClr val="C00000"/>
                </a:solidFill>
                <a:latin typeface="Arial"/>
                <a:cs typeface="Arial"/>
              </a:rPr>
              <a:t>a</a:t>
            </a:r>
            <a:r>
              <a:rPr sz="2400" b="1" dirty="0">
                <a:solidFill>
                  <a:srgbClr val="C00000"/>
                </a:solidFill>
                <a:latin typeface="Arial"/>
                <a:cs typeface="Arial"/>
              </a:rPr>
              <a:t>s</a:t>
            </a:r>
            <a:r>
              <a:rPr sz="2400" b="1" spc="-5" dirty="0">
                <a:solidFill>
                  <a:srgbClr val="C00000"/>
                </a:solidFill>
                <a:latin typeface="Arial"/>
                <a:cs typeface="Arial"/>
              </a:rPr>
              <a:t>s</a:t>
            </a:r>
            <a:r>
              <a:rPr sz="2400" b="1" spc="-105" dirty="0">
                <a:solidFill>
                  <a:srgbClr val="C00000"/>
                </a:solidFill>
                <a:latin typeface="Arial"/>
                <a:cs typeface="Arial"/>
              </a:rPr>
              <a:t> </a:t>
            </a:r>
            <a:r>
              <a:rPr sz="2400" b="1" spc="-5" dirty="0">
                <a:solidFill>
                  <a:srgbClr val="C00000"/>
                </a:solidFill>
                <a:latin typeface="Arial"/>
                <a:cs typeface="Arial"/>
              </a:rPr>
              <a:t>T</a:t>
            </a:r>
            <a:r>
              <a:rPr sz="2400" b="1" dirty="0">
                <a:solidFill>
                  <a:srgbClr val="C00000"/>
                </a:solidFill>
                <a:latin typeface="Arial"/>
                <a:cs typeface="Arial"/>
              </a:rPr>
              <a:t>es</a:t>
            </a:r>
            <a:r>
              <a:rPr sz="2400" b="1" spc="-5" dirty="0">
                <a:solidFill>
                  <a:srgbClr val="C00000"/>
                </a:solidFill>
                <a:latin typeface="Arial"/>
                <a:cs typeface="Arial"/>
              </a:rPr>
              <a:t>ts</a:t>
            </a:r>
            <a:r>
              <a:rPr lang="en-US" sz="2400" b="1" spc="-5" dirty="0">
                <a:solidFill>
                  <a:srgbClr val="C00000"/>
                </a:solidFill>
                <a:latin typeface="Arial"/>
                <a:cs typeface="Arial"/>
              </a:rPr>
              <a:t> </a:t>
            </a:r>
            <a:r>
              <a:rPr lang="en-IN" sz="2400" b="1" spc="-5" dirty="0">
                <a:solidFill>
                  <a:srgbClr val="335276"/>
                </a:solidFill>
                <a:latin typeface="Arial"/>
                <a:cs typeface="Arial"/>
              </a:rPr>
              <a:t>(One best out of two)</a:t>
            </a:r>
            <a:endParaRPr sz="2400" b="1" spc="-5" dirty="0">
              <a:solidFill>
                <a:srgbClr val="335276"/>
              </a:solidFill>
              <a:latin typeface="Arial"/>
              <a:cs typeface="Arial"/>
            </a:endParaRPr>
          </a:p>
          <a:p>
            <a:pPr marL="756285" lvl="1" indent="-287020">
              <a:lnSpc>
                <a:spcPct val="100000"/>
              </a:lnSpc>
              <a:spcBef>
                <a:spcPts val="725"/>
              </a:spcBef>
              <a:buClr>
                <a:srgbClr val="83992A"/>
              </a:buClr>
              <a:buSzPct val="114583"/>
              <a:buFont typeface="Arial MT"/>
              <a:buChar char="•"/>
              <a:tabLst>
                <a:tab pos="756285" algn="l"/>
                <a:tab pos="756920" algn="l"/>
              </a:tabLst>
            </a:pPr>
            <a:r>
              <a:rPr sz="2400" b="1" dirty="0">
                <a:solidFill>
                  <a:srgbClr val="335276"/>
                </a:solidFill>
                <a:latin typeface="Arial"/>
                <a:cs typeface="Arial"/>
              </a:rPr>
              <a:t>One </a:t>
            </a:r>
            <a:r>
              <a:rPr sz="2400" b="1" spc="-5" dirty="0">
                <a:solidFill>
                  <a:srgbClr val="335276"/>
                </a:solidFill>
                <a:latin typeface="Arial"/>
                <a:cs typeface="Arial"/>
              </a:rPr>
              <a:t>pre-MTE</a:t>
            </a:r>
            <a:r>
              <a:rPr sz="2400" b="1" spc="-30" dirty="0">
                <a:solidFill>
                  <a:srgbClr val="335276"/>
                </a:solidFill>
                <a:latin typeface="Arial"/>
                <a:cs typeface="Arial"/>
              </a:rPr>
              <a:t> </a:t>
            </a:r>
            <a:r>
              <a:rPr sz="2400" b="1" spc="-5" dirty="0">
                <a:solidFill>
                  <a:srgbClr val="335276"/>
                </a:solidFill>
                <a:latin typeface="Arial"/>
                <a:cs typeface="Arial"/>
              </a:rPr>
              <a:t>(30</a:t>
            </a:r>
            <a:r>
              <a:rPr sz="2400" b="1" spc="-25" dirty="0">
                <a:solidFill>
                  <a:srgbClr val="335276"/>
                </a:solidFill>
                <a:latin typeface="Arial"/>
                <a:cs typeface="Arial"/>
              </a:rPr>
              <a:t> </a:t>
            </a:r>
            <a:r>
              <a:rPr sz="2400" b="1" spc="-5" dirty="0">
                <a:solidFill>
                  <a:srgbClr val="335276"/>
                </a:solidFill>
                <a:latin typeface="Arial"/>
                <a:cs typeface="Arial"/>
              </a:rPr>
              <a:t>Marks</a:t>
            </a:r>
            <a:r>
              <a:rPr lang="en-US" sz="2400" b="1" spc="-5" dirty="0">
                <a:solidFill>
                  <a:srgbClr val="335276"/>
                </a:solidFill>
                <a:latin typeface="Arial"/>
                <a:cs typeface="Arial"/>
              </a:rPr>
              <a:t>, allotment week – 4 and submission week - 5</a:t>
            </a:r>
            <a:r>
              <a:rPr sz="2400" b="1" spc="-5" dirty="0">
                <a:solidFill>
                  <a:srgbClr val="335276"/>
                </a:solidFill>
                <a:latin typeface="Arial"/>
                <a:cs typeface="Arial"/>
              </a:rPr>
              <a:t>)</a:t>
            </a:r>
            <a:endParaRPr sz="2400" dirty="0">
              <a:latin typeface="Arial"/>
              <a:cs typeface="Arial"/>
            </a:endParaRPr>
          </a:p>
          <a:p>
            <a:pPr marL="756285" lvl="1" indent="-287020">
              <a:spcBef>
                <a:spcPts val="745"/>
              </a:spcBef>
              <a:buClr>
                <a:srgbClr val="83992A"/>
              </a:buClr>
              <a:buSzPct val="114583"/>
              <a:buFont typeface="Arial MT"/>
              <a:buChar char="•"/>
              <a:tabLst>
                <a:tab pos="756285" algn="l"/>
                <a:tab pos="756920" algn="l"/>
              </a:tabLst>
            </a:pPr>
            <a:r>
              <a:rPr sz="2400" b="1" spc="-5" dirty="0">
                <a:solidFill>
                  <a:srgbClr val="335276"/>
                </a:solidFill>
                <a:latin typeface="Arial"/>
                <a:cs typeface="Arial"/>
              </a:rPr>
              <a:t>one</a:t>
            </a:r>
            <a:r>
              <a:rPr sz="2400" b="1" spc="-25" dirty="0">
                <a:solidFill>
                  <a:srgbClr val="335276"/>
                </a:solidFill>
                <a:latin typeface="Arial"/>
                <a:cs typeface="Arial"/>
              </a:rPr>
              <a:t> </a:t>
            </a:r>
            <a:r>
              <a:rPr sz="2400" b="1" spc="-5" dirty="0">
                <a:solidFill>
                  <a:srgbClr val="335276"/>
                </a:solidFill>
                <a:latin typeface="Arial"/>
                <a:cs typeface="Arial"/>
              </a:rPr>
              <a:t>post-MTE</a:t>
            </a:r>
            <a:r>
              <a:rPr sz="2400" b="1" spc="-25" dirty="0">
                <a:solidFill>
                  <a:srgbClr val="335276"/>
                </a:solidFill>
                <a:latin typeface="Arial"/>
                <a:cs typeface="Arial"/>
              </a:rPr>
              <a:t> </a:t>
            </a:r>
            <a:r>
              <a:rPr sz="2400" b="1" spc="-5" dirty="0">
                <a:solidFill>
                  <a:srgbClr val="335276"/>
                </a:solidFill>
                <a:latin typeface="Arial"/>
                <a:cs typeface="Arial"/>
              </a:rPr>
              <a:t>(30</a:t>
            </a:r>
            <a:r>
              <a:rPr sz="2400" b="1" spc="5" dirty="0">
                <a:solidFill>
                  <a:srgbClr val="335276"/>
                </a:solidFill>
                <a:latin typeface="Arial"/>
                <a:cs typeface="Arial"/>
              </a:rPr>
              <a:t> </a:t>
            </a:r>
            <a:r>
              <a:rPr sz="2400" b="1" spc="-5" dirty="0">
                <a:solidFill>
                  <a:srgbClr val="335276"/>
                </a:solidFill>
                <a:latin typeface="Arial"/>
                <a:cs typeface="Arial"/>
              </a:rPr>
              <a:t>Marks</a:t>
            </a:r>
            <a:r>
              <a:rPr lang="en-US" sz="2400" b="1" spc="-5" dirty="0">
                <a:solidFill>
                  <a:srgbClr val="335276"/>
                </a:solidFill>
                <a:latin typeface="Arial"/>
                <a:cs typeface="Arial"/>
              </a:rPr>
              <a:t>, allotment week – 11 and submission week - 12)</a:t>
            </a:r>
            <a:endParaRPr sz="2400" dirty="0">
              <a:latin typeface="Arial"/>
              <a:cs typeface="Arial"/>
            </a:endParaRPr>
          </a:p>
          <a:p>
            <a:pPr lvl="1">
              <a:lnSpc>
                <a:spcPct val="100000"/>
              </a:lnSpc>
              <a:spcBef>
                <a:spcPts val="30"/>
              </a:spcBef>
              <a:buClr>
                <a:srgbClr val="83992A"/>
              </a:buClr>
              <a:buFont typeface="Arial MT"/>
              <a:buChar char="•"/>
            </a:pPr>
            <a:endParaRPr sz="3900" dirty="0">
              <a:latin typeface="Arial"/>
              <a:cs typeface="Arial"/>
            </a:endParaRPr>
          </a:p>
          <a:p>
            <a:pPr marL="299085" indent="-287020">
              <a:buClr>
                <a:srgbClr val="83992A"/>
              </a:buClr>
              <a:buSzPct val="114583"/>
              <a:buFont typeface="Arial MT"/>
              <a:buChar char="•"/>
              <a:tabLst>
                <a:tab pos="299085" algn="l"/>
                <a:tab pos="299720" algn="l"/>
              </a:tabLst>
            </a:pPr>
            <a:r>
              <a:rPr sz="2400" b="1" dirty="0">
                <a:solidFill>
                  <a:srgbClr val="335276"/>
                </a:solidFill>
                <a:latin typeface="Arial"/>
                <a:cs typeface="Arial"/>
              </a:rPr>
              <a:t>One</a:t>
            </a:r>
            <a:r>
              <a:rPr sz="2400" b="1" spc="-15" dirty="0">
                <a:solidFill>
                  <a:srgbClr val="335276"/>
                </a:solidFill>
                <a:latin typeface="Arial"/>
                <a:cs typeface="Arial"/>
              </a:rPr>
              <a:t> </a:t>
            </a:r>
            <a:r>
              <a:rPr sz="2400" b="1" spc="-5" dirty="0">
                <a:solidFill>
                  <a:srgbClr val="335276"/>
                </a:solidFill>
                <a:latin typeface="Arial"/>
                <a:cs typeface="Arial"/>
              </a:rPr>
              <a:t>assignment</a:t>
            </a:r>
            <a:r>
              <a:rPr lang="en-US" sz="2400" b="1" spc="-5" dirty="0">
                <a:solidFill>
                  <a:srgbClr val="335276"/>
                </a:solidFill>
                <a:latin typeface="Arial"/>
                <a:cs typeface="Arial"/>
              </a:rPr>
              <a:t> (Term paper, </a:t>
            </a:r>
            <a:r>
              <a:rPr lang="en-IN" sz="2400" b="1" spc="-5" dirty="0">
                <a:solidFill>
                  <a:srgbClr val="335276"/>
                </a:solidFill>
                <a:latin typeface="Arial"/>
                <a:cs typeface="Arial"/>
              </a:rPr>
              <a:t>Compulsory task</a:t>
            </a:r>
            <a:r>
              <a:rPr lang="en-US" sz="2400" b="1" spc="-5" dirty="0">
                <a:solidFill>
                  <a:srgbClr val="335276"/>
                </a:solidFill>
                <a:latin typeface="Arial"/>
                <a:cs typeface="Arial"/>
              </a:rPr>
              <a:t>)</a:t>
            </a:r>
            <a:r>
              <a:rPr sz="2400" b="1" spc="-25" dirty="0">
                <a:solidFill>
                  <a:srgbClr val="335276"/>
                </a:solidFill>
                <a:latin typeface="Arial"/>
                <a:cs typeface="Arial"/>
              </a:rPr>
              <a:t> </a:t>
            </a:r>
            <a:r>
              <a:rPr sz="2400" b="1" spc="-5" dirty="0">
                <a:solidFill>
                  <a:srgbClr val="335276"/>
                </a:solidFill>
                <a:latin typeface="Arial"/>
                <a:cs typeface="Arial"/>
              </a:rPr>
              <a:t>Lab@Home</a:t>
            </a:r>
            <a:r>
              <a:rPr sz="2400" b="1" spc="45" dirty="0">
                <a:solidFill>
                  <a:srgbClr val="335276"/>
                </a:solidFill>
                <a:latin typeface="Arial"/>
                <a:cs typeface="Arial"/>
              </a:rPr>
              <a:t> </a:t>
            </a:r>
            <a:r>
              <a:rPr sz="2400" b="1" spc="-10" dirty="0">
                <a:solidFill>
                  <a:srgbClr val="335276"/>
                </a:solidFill>
                <a:latin typeface="Arial"/>
                <a:cs typeface="Arial"/>
              </a:rPr>
              <a:t>30</a:t>
            </a:r>
            <a:r>
              <a:rPr sz="2400" b="1" spc="-15" dirty="0">
                <a:solidFill>
                  <a:srgbClr val="335276"/>
                </a:solidFill>
                <a:latin typeface="Arial"/>
                <a:cs typeface="Arial"/>
              </a:rPr>
              <a:t> </a:t>
            </a:r>
            <a:r>
              <a:rPr sz="2400" b="1" spc="-5" dirty="0">
                <a:solidFill>
                  <a:srgbClr val="335276"/>
                </a:solidFill>
                <a:latin typeface="Arial"/>
                <a:cs typeface="Arial"/>
              </a:rPr>
              <a:t>marks</a:t>
            </a:r>
            <a:r>
              <a:rPr lang="en-US" sz="2400" b="1" spc="-5" dirty="0">
                <a:solidFill>
                  <a:srgbClr val="335276"/>
                </a:solidFill>
                <a:latin typeface="Arial"/>
                <a:cs typeface="Arial"/>
              </a:rPr>
              <a:t> (allotment week – 2 and submission week - 10)</a:t>
            </a:r>
            <a:endParaRPr lang="en-US" sz="2400" dirty="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049655" y="2080260"/>
            <a:ext cx="9970135" cy="3784600"/>
          </a:xfrm>
          <a:custGeom>
            <a:avLst/>
            <a:gdLst/>
            <a:ahLst/>
            <a:cxnLst/>
            <a:rect l="l" t="t" r="r" b="b"/>
            <a:pathLst>
              <a:path w="9970135" h="3784600">
                <a:moveTo>
                  <a:pt x="9970135" y="0"/>
                </a:moveTo>
                <a:lnTo>
                  <a:pt x="0" y="0"/>
                </a:lnTo>
                <a:lnTo>
                  <a:pt x="0" y="3784600"/>
                </a:lnTo>
                <a:lnTo>
                  <a:pt x="9970135" y="3784600"/>
                </a:lnTo>
                <a:lnTo>
                  <a:pt x="9970135" y="0"/>
                </a:lnTo>
                <a:close/>
              </a:path>
            </a:pathLst>
          </a:custGeom>
          <a:solidFill>
            <a:srgbClr val="FFFFFF"/>
          </a:solidFill>
        </p:spPr>
        <p:txBody>
          <a:bodyPr wrap="square" lIns="0" tIns="0" rIns="0" bIns="0" rtlCol="0"/>
          <a:lstStyle/>
          <a:p>
            <a:endParaRPr/>
          </a:p>
        </p:txBody>
      </p:sp>
      <p:sp>
        <p:nvSpPr>
          <p:cNvPr id="3" name="object 3"/>
          <p:cNvSpPr txBox="1">
            <a:spLocks noGrp="1"/>
          </p:cNvSpPr>
          <p:nvPr>
            <p:ph type="title"/>
          </p:nvPr>
        </p:nvSpPr>
        <p:spPr>
          <a:xfrm>
            <a:off x="4946650" y="330106"/>
            <a:ext cx="2089785" cy="757555"/>
          </a:xfrm>
          <a:prstGeom prst="rect">
            <a:avLst/>
          </a:prstGeom>
        </p:spPr>
        <p:txBody>
          <a:bodyPr vert="horz" wrap="square" lIns="0" tIns="12700" rIns="0" bIns="0" rtlCol="0">
            <a:spAutoFit/>
          </a:bodyPr>
          <a:lstStyle/>
          <a:p>
            <a:pPr marL="12700">
              <a:lnSpc>
                <a:spcPct val="100000"/>
              </a:lnSpc>
              <a:spcBef>
                <a:spcPts val="100"/>
              </a:spcBef>
            </a:pPr>
            <a:r>
              <a:rPr sz="4800" b="1" dirty="0">
                <a:solidFill>
                  <a:srgbClr val="335276"/>
                </a:solidFill>
                <a:latin typeface="Times New Roman"/>
                <a:cs typeface="Times New Roman"/>
              </a:rPr>
              <a:t>R</a:t>
            </a:r>
            <a:r>
              <a:rPr sz="4800" b="1" spc="-20" dirty="0">
                <a:solidFill>
                  <a:srgbClr val="335276"/>
                </a:solidFill>
                <a:latin typeface="Times New Roman"/>
                <a:cs typeface="Times New Roman"/>
              </a:rPr>
              <a:t>u</a:t>
            </a:r>
            <a:r>
              <a:rPr sz="4800" b="1" dirty="0">
                <a:solidFill>
                  <a:srgbClr val="335276"/>
                </a:solidFill>
                <a:latin typeface="Times New Roman"/>
                <a:cs typeface="Times New Roman"/>
              </a:rPr>
              <a:t>bric</a:t>
            </a:r>
            <a:endParaRPr sz="4800" dirty="0">
              <a:latin typeface="Times New Roman"/>
              <a:cs typeface="Times New Roman"/>
            </a:endParaRPr>
          </a:p>
        </p:txBody>
      </p:sp>
      <p:sp>
        <p:nvSpPr>
          <p:cNvPr id="4" name="object 4"/>
          <p:cNvSpPr txBox="1">
            <a:spLocks noGrp="1"/>
          </p:cNvSpPr>
          <p:nvPr>
            <p:ph type="body" idx="1"/>
          </p:nvPr>
        </p:nvSpPr>
        <p:spPr>
          <a:xfrm>
            <a:off x="884273" y="1513522"/>
            <a:ext cx="10411256" cy="2929007"/>
          </a:xfrm>
          <a:prstGeom prst="rect">
            <a:avLst/>
          </a:prstGeom>
        </p:spPr>
        <p:txBody>
          <a:bodyPr vert="horz" wrap="square" lIns="0" tIns="12700" rIns="0" bIns="0" rtlCol="0">
            <a:spAutoFit/>
          </a:bodyPr>
          <a:lstStyle/>
          <a:p>
            <a:pPr marL="869315" algn="just">
              <a:lnSpc>
                <a:spcPct val="100000"/>
              </a:lnSpc>
              <a:spcBef>
                <a:spcPts val="100"/>
              </a:spcBef>
            </a:pPr>
            <a:r>
              <a:rPr dirty="0"/>
              <a:t>One</a:t>
            </a:r>
            <a:r>
              <a:rPr spc="-55" dirty="0"/>
              <a:t> </a:t>
            </a:r>
            <a:r>
              <a:rPr spc="-5" dirty="0"/>
              <a:t>assignment</a:t>
            </a:r>
            <a:r>
              <a:rPr dirty="0"/>
              <a:t> Labs </a:t>
            </a:r>
            <a:r>
              <a:rPr spc="-5" dirty="0"/>
              <a:t>@</a:t>
            </a:r>
            <a:r>
              <a:rPr spc="15" dirty="0"/>
              <a:t> </a:t>
            </a:r>
            <a:r>
              <a:rPr spc="-10" dirty="0"/>
              <a:t>Home</a:t>
            </a:r>
            <a:r>
              <a:rPr spc="-35" dirty="0"/>
              <a:t> </a:t>
            </a:r>
            <a:r>
              <a:rPr spc="-5" dirty="0"/>
              <a:t>(Compulsory)</a:t>
            </a:r>
            <a:r>
              <a:rPr spc="25" dirty="0"/>
              <a:t> </a:t>
            </a:r>
            <a:r>
              <a:rPr spc="-5" dirty="0"/>
              <a:t>30</a:t>
            </a:r>
            <a:r>
              <a:rPr spc="5" dirty="0"/>
              <a:t> </a:t>
            </a:r>
            <a:r>
              <a:rPr spc="-10" dirty="0"/>
              <a:t>marks</a:t>
            </a:r>
          </a:p>
          <a:p>
            <a:pPr algn="just">
              <a:lnSpc>
                <a:spcPct val="100000"/>
              </a:lnSpc>
              <a:spcBef>
                <a:spcPts val="15"/>
              </a:spcBef>
            </a:pPr>
            <a:endParaRPr sz="2150" dirty="0"/>
          </a:p>
          <a:p>
            <a:pPr marL="494030" indent="-481965" algn="just">
              <a:lnSpc>
                <a:spcPct val="100000"/>
              </a:lnSpc>
              <a:buFont typeface="Wingdings"/>
              <a:buChar char=""/>
              <a:tabLst>
                <a:tab pos="494030" algn="l"/>
                <a:tab pos="494665" algn="l"/>
                <a:tab pos="6762750" algn="l"/>
              </a:tabLst>
            </a:pPr>
            <a:r>
              <a:rPr sz="2000" spc="-10" dirty="0">
                <a:solidFill>
                  <a:srgbClr val="000000"/>
                </a:solidFill>
                <a:latin typeface="Trebuchet MS"/>
                <a:cs typeface="Trebuchet MS"/>
              </a:rPr>
              <a:t>Marks</a:t>
            </a:r>
            <a:r>
              <a:rPr sz="2000" spc="-5" dirty="0">
                <a:solidFill>
                  <a:srgbClr val="000000"/>
                </a:solidFill>
                <a:latin typeface="Trebuchet MS"/>
                <a:cs typeface="Trebuchet MS"/>
              </a:rPr>
              <a:t> </a:t>
            </a:r>
            <a:r>
              <a:rPr sz="2000" spc="-10" dirty="0">
                <a:solidFill>
                  <a:srgbClr val="000000"/>
                </a:solidFill>
                <a:latin typeface="Trebuchet MS"/>
                <a:cs typeface="Trebuchet MS"/>
              </a:rPr>
              <a:t>split</a:t>
            </a:r>
            <a:r>
              <a:rPr sz="2000" spc="-5" dirty="0">
                <a:solidFill>
                  <a:srgbClr val="000000"/>
                </a:solidFill>
                <a:latin typeface="Trebuchet MS"/>
                <a:cs typeface="Trebuchet MS"/>
              </a:rPr>
              <a:t> </a:t>
            </a:r>
            <a:r>
              <a:rPr sz="2000" spc="-10" dirty="0">
                <a:solidFill>
                  <a:srgbClr val="000000"/>
                </a:solidFill>
                <a:latin typeface="Trebuchet MS"/>
                <a:cs typeface="Trebuchet MS"/>
              </a:rPr>
              <a:t>up</a:t>
            </a:r>
            <a:r>
              <a:rPr sz="2000" spc="-45" dirty="0">
                <a:solidFill>
                  <a:srgbClr val="000000"/>
                </a:solidFill>
                <a:latin typeface="Trebuchet MS"/>
                <a:cs typeface="Trebuchet MS"/>
              </a:rPr>
              <a:t> </a:t>
            </a:r>
            <a:r>
              <a:rPr sz="2000" spc="-5" dirty="0">
                <a:solidFill>
                  <a:srgbClr val="000000"/>
                </a:solidFill>
                <a:latin typeface="Trebuchet MS"/>
                <a:cs typeface="Trebuchet MS"/>
              </a:rPr>
              <a:t>of</a:t>
            </a:r>
            <a:r>
              <a:rPr sz="2000" spc="20" dirty="0">
                <a:solidFill>
                  <a:srgbClr val="000000"/>
                </a:solidFill>
                <a:latin typeface="Trebuchet MS"/>
                <a:cs typeface="Trebuchet MS"/>
              </a:rPr>
              <a:t> </a:t>
            </a:r>
            <a:r>
              <a:rPr sz="2000" spc="-10" dirty="0">
                <a:solidFill>
                  <a:srgbClr val="000000"/>
                </a:solidFill>
                <a:latin typeface="Trebuchet MS"/>
                <a:cs typeface="Trebuchet MS"/>
              </a:rPr>
              <a:t>Written</a:t>
            </a:r>
            <a:r>
              <a:rPr sz="2000" spc="-25" dirty="0">
                <a:solidFill>
                  <a:srgbClr val="000000"/>
                </a:solidFill>
                <a:latin typeface="Trebuchet MS"/>
                <a:cs typeface="Trebuchet MS"/>
              </a:rPr>
              <a:t> </a:t>
            </a:r>
            <a:r>
              <a:rPr sz="2000" spc="-10" dirty="0">
                <a:solidFill>
                  <a:srgbClr val="000000"/>
                </a:solidFill>
                <a:latin typeface="Trebuchet MS"/>
                <a:cs typeface="Trebuchet MS"/>
              </a:rPr>
              <a:t>report	</a:t>
            </a:r>
            <a:r>
              <a:rPr sz="2000" b="1" spc="-10" dirty="0">
                <a:solidFill>
                  <a:srgbClr val="000000"/>
                </a:solidFill>
                <a:latin typeface="Trebuchet MS"/>
                <a:cs typeface="Trebuchet MS"/>
              </a:rPr>
              <a:t>[20</a:t>
            </a:r>
            <a:r>
              <a:rPr sz="2000" b="1" spc="-114" dirty="0">
                <a:solidFill>
                  <a:srgbClr val="000000"/>
                </a:solidFill>
                <a:latin typeface="Trebuchet MS"/>
                <a:cs typeface="Trebuchet MS"/>
              </a:rPr>
              <a:t> </a:t>
            </a:r>
            <a:r>
              <a:rPr sz="2000" b="1" spc="-10" dirty="0">
                <a:solidFill>
                  <a:srgbClr val="000000"/>
                </a:solidFill>
                <a:latin typeface="Trebuchet MS"/>
                <a:cs typeface="Trebuchet MS"/>
              </a:rPr>
              <a:t>Marks]</a:t>
            </a:r>
            <a:endParaRPr sz="2000" b="1" dirty="0">
              <a:latin typeface="Trebuchet MS"/>
              <a:cs typeface="Trebuchet MS"/>
            </a:endParaRPr>
          </a:p>
          <a:p>
            <a:pPr marL="912494" marR="377825" lvl="1" indent="-912494" algn="just">
              <a:lnSpc>
                <a:spcPts val="2330"/>
              </a:lnSpc>
              <a:spcBef>
                <a:spcPts val="1745"/>
              </a:spcBef>
              <a:buAutoNum type="alphaLcParenBoth"/>
              <a:tabLst>
                <a:tab pos="912494" algn="l"/>
                <a:tab pos="7564120" algn="l"/>
              </a:tabLst>
            </a:pPr>
            <a:r>
              <a:rPr sz="2000" spc="-10" dirty="0">
                <a:latin typeface="Times New Roman"/>
                <a:cs typeface="Times New Roman"/>
              </a:rPr>
              <a:t>Lab@</a:t>
            </a:r>
            <a:r>
              <a:rPr sz="2000" spc="-25" dirty="0">
                <a:latin typeface="Times New Roman"/>
                <a:cs typeface="Times New Roman"/>
              </a:rPr>
              <a:t> </a:t>
            </a:r>
            <a:r>
              <a:rPr sz="2000" spc="-10" dirty="0">
                <a:latin typeface="Times New Roman"/>
                <a:cs typeface="Times New Roman"/>
              </a:rPr>
              <a:t>Home</a:t>
            </a:r>
            <a:r>
              <a:rPr sz="2000" spc="20" dirty="0">
                <a:latin typeface="Times New Roman"/>
                <a:cs typeface="Times New Roman"/>
              </a:rPr>
              <a:t> </a:t>
            </a:r>
            <a:r>
              <a:rPr sz="2000" spc="-5" dirty="0">
                <a:latin typeface="Times New Roman"/>
                <a:cs typeface="Times New Roman"/>
              </a:rPr>
              <a:t>review</a:t>
            </a:r>
            <a:r>
              <a:rPr sz="2000" spc="-25" dirty="0">
                <a:latin typeface="Times New Roman"/>
                <a:cs typeface="Times New Roman"/>
              </a:rPr>
              <a:t> </a:t>
            </a:r>
            <a:r>
              <a:rPr sz="2000" spc="-5" dirty="0">
                <a:latin typeface="Times New Roman"/>
                <a:cs typeface="Times New Roman"/>
              </a:rPr>
              <a:t>submission</a:t>
            </a:r>
            <a:r>
              <a:rPr sz="2000" spc="-20" dirty="0">
                <a:latin typeface="Times New Roman"/>
                <a:cs typeface="Times New Roman"/>
              </a:rPr>
              <a:t> </a:t>
            </a:r>
            <a:r>
              <a:rPr sz="2000" spc="-5" dirty="0">
                <a:latin typeface="Times New Roman"/>
                <a:cs typeface="Times New Roman"/>
              </a:rPr>
              <a:t>(students</a:t>
            </a:r>
            <a:r>
              <a:rPr sz="2000" spc="25" dirty="0">
                <a:latin typeface="Times New Roman"/>
                <a:cs typeface="Times New Roman"/>
              </a:rPr>
              <a:t> </a:t>
            </a:r>
            <a:r>
              <a:rPr sz="2000" spc="-10" dirty="0">
                <a:latin typeface="Times New Roman"/>
                <a:cs typeface="Times New Roman"/>
              </a:rPr>
              <a:t>will </a:t>
            </a:r>
            <a:r>
              <a:rPr sz="2000" spc="-5" dirty="0">
                <a:latin typeface="Times New Roman"/>
                <a:cs typeface="Times New Roman"/>
              </a:rPr>
              <a:t>produce</a:t>
            </a:r>
            <a:r>
              <a:rPr sz="2000" spc="30" dirty="0">
                <a:latin typeface="Times New Roman"/>
                <a:cs typeface="Times New Roman"/>
              </a:rPr>
              <a:t> </a:t>
            </a:r>
            <a:r>
              <a:rPr sz="2000" spc="-10" dirty="0">
                <a:latin typeface="Times New Roman"/>
                <a:cs typeface="Times New Roman"/>
              </a:rPr>
              <a:t>the</a:t>
            </a:r>
            <a:r>
              <a:rPr sz="2000" spc="-15" dirty="0">
                <a:latin typeface="Times New Roman"/>
                <a:cs typeface="Times New Roman"/>
              </a:rPr>
              <a:t> </a:t>
            </a:r>
            <a:r>
              <a:rPr sz="2000" spc="-5" dirty="0">
                <a:latin typeface="Times New Roman"/>
                <a:cs typeface="Times New Roman"/>
              </a:rPr>
              <a:t>layout</a:t>
            </a:r>
            <a:r>
              <a:rPr sz="2000" spc="-10" dirty="0">
                <a:latin typeface="Times New Roman"/>
                <a:cs typeface="Times New Roman"/>
              </a:rPr>
              <a:t> </a:t>
            </a:r>
            <a:r>
              <a:rPr sz="2000" spc="-5" dirty="0">
                <a:latin typeface="Times New Roman"/>
                <a:cs typeface="Times New Roman"/>
              </a:rPr>
              <a:t>and</a:t>
            </a:r>
            <a:r>
              <a:rPr sz="2000" spc="25" dirty="0">
                <a:latin typeface="Times New Roman"/>
                <a:cs typeface="Times New Roman"/>
              </a:rPr>
              <a:t> </a:t>
            </a:r>
            <a:r>
              <a:rPr sz="2000" spc="-10" dirty="0">
                <a:latin typeface="Times New Roman"/>
                <a:cs typeface="Times New Roman"/>
              </a:rPr>
              <a:t>content </a:t>
            </a:r>
            <a:r>
              <a:rPr sz="2000" spc="-484" dirty="0">
                <a:latin typeface="Times New Roman"/>
                <a:cs typeface="Times New Roman"/>
              </a:rPr>
              <a:t> </a:t>
            </a:r>
            <a:r>
              <a:rPr sz="2000" spc="-10" dirty="0">
                <a:latin typeface="Times New Roman"/>
                <a:cs typeface="Times New Roman"/>
              </a:rPr>
              <a:t>outline</a:t>
            </a:r>
            <a:r>
              <a:rPr sz="2000" spc="25" dirty="0">
                <a:latin typeface="Times New Roman"/>
                <a:cs typeface="Times New Roman"/>
              </a:rPr>
              <a:t> </a:t>
            </a:r>
            <a:r>
              <a:rPr sz="2000" dirty="0">
                <a:latin typeface="Times New Roman"/>
                <a:cs typeface="Times New Roman"/>
              </a:rPr>
              <a:t>of</a:t>
            </a:r>
            <a:r>
              <a:rPr sz="2000" spc="-30" dirty="0">
                <a:latin typeface="Times New Roman"/>
                <a:cs typeface="Times New Roman"/>
              </a:rPr>
              <a:t> </a:t>
            </a:r>
            <a:r>
              <a:rPr sz="2000" spc="-5" dirty="0">
                <a:latin typeface="Times New Roman"/>
                <a:cs typeface="Times New Roman"/>
              </a:rPr>
              <a:t>the</a:t>
            </a:r>
            <a:r>
              <a:rPr sz="2000" spc="50" dirty="0">
                <a:latin typeface="Times New Roman"/>
                <a:cs typeface="Times New Roman"/>
              </a:rPr>
              <a:t> </a:t>
            </a:r>
            <a:r>
              <a:rPr sz="2000" spc="-10" dirty="0">
                <a:latin typeface="Times New Roman"/>
                <a:cs typeface="Times New Roman"/>
              </a:rPr>
              <a:t>given</a:t>
            </a:r>
            <a:r>
              <a:rPr sz="2000" spc="10" dirty="0">
                <a:latin typeface="Times New Roman"/>
                <a:cs typeface="Times New Roman"/>
              </a:rPr>
              <a:t> </a:t>
            </a:r>
            <a:r>
              <a:rPr sz="2000" spc="-5" dirty="0">
                <a:latin typeface="Times New Roman"/>
                <a:cs typeface="Times New Roman"/>
              </a:rPr>
              <a:t>topic).	</a:t>
            </a:r>
            <a:r>
              <a:rPr lang="en-US" sz="2000" spc="-5" dirty="0">
                <a:latin typeface="Times New Roman"/>
                <a:cs typeface="Times New Roman"/>
              </a:rPr>
              <a:t>                       </a:t>
            </a:r>
            <a:r>
              <a:rPr sz="2000" spc="-5" dirty="0">
                <a:latin typeface="Times New Roman"/>
                <a:cs typeface="Times New Roman"/>
              </a:rPr>
              <a:t>[5 </a:t>
            </a:r>
            <a:r>
              <a:rPr sz="2000" spc="-10" dirty="0">
                <a:latin typeface="Times New Roman"/>
                <a:cs typeface="Times New Roman"/>
              </a:rPr>
              <a:t>Marks]</a:t>
            </a:r>
            <a:endParaRPr sz="2000" dirty="0">
              <a:latin typeface="Times New Roman"/>
              <a:cs typeface="Times New Roman"/>
            </a:endParaRPr>
          </a:p>
          <a:p>
            <a:pPr marL="912494" marR="5080" lvl="1" indent="-912494" algn="just">
              <a:lnSpc>
                <a:spcPts val="2330"/>
              </a:lnSpc>
              <a:spcBef>
                <a:spcPts val="95"/>
              </a:spcBef>
              <a:buAutoNum type="alphaLcParenBoth"/>
              <a:tabLst>
                <a:tab pos="912494" algn="l"/>
                <a:tab pos="7552055" algn="l"/>
              </a:tabLst>
            </a:pPr>
            <a:r>
              <a:rPr sz="2000" spc="-5" dirty="0">
                <a:latin typeface="Times New Roman"/>
                <a:cs typeface="Times New Roman"/>
              </a:rPr>
              <a:t>Presenting accurate information, highlighting key principles, supporting </a:t>
            </a:r>
            <a:r>
              <a:rPr sz="2000" spc="-10" dirty="0">
                <a:latin typeface="Times New Roman"/>
                <a:cs typeface="Times New Roman"/>
              </a:rPr>
              <a:t>facts </a:t>
            </a:r>
            <a:r>
              <a:rPr sz="2000" spc="-5" dirty="0">
                <a:latin typeface="Times New Roman"/>
                <a:cs typeface="Times New Roman"/>
              </a:rPr>
              <a:t>and </a:t>
            </a:r>
            <a:r>
              <a:rPr sz="2000" spc="-484" dirty="0">
                <a:latin typeface="Times New Roman"/>
                <a:cs typeface="Times New Roman"/>
              </a:rPr>
              <a:t> </a:t>
            </a:r>
            <a:r>
              <a:rPr sz="2000" spc="-5" dirty="0">
                <a:latin typeface="Times New Roman"/>
                <a:cs typeface="Times New Roman"/>
              </a:rPr>
              <a:t>details</a:t>
            </a:r>
            <a:r>
              <a:rPr sz="2000" spc="-20" dirty="0">
                <a:latin typeface="Times New Roman"/>
                <a:cs typeface="Times New Roman"/>
              </a:rPr>
              <a:t> </a:t>
            </a:r>
            <a:r>
              <a:rPr sz="2000" spc="-10" dirty="0">
                <a:latin typeface="Times New Roman"/>
                <a:cs typeface="Times New Roman"/>
              </a:rPr>
              <a:t>in</a:t>
            </a:r>
            <a:r>
              <a:rPr sz="2000" spc="-25" dirty="0">
                <a:latin typeface="Times New Roman"/>
                <a:cs typeface="Times New Roman"/>
              </a:rPr>
              <a:t> </a:t>
            </a:r>
            <a:r>
              <a:rPr sz="2000" spc="-5" dirty="0">
                <a:latin typeface="Times New Roman"/>
                <a:cs typeface="Times New Roman"/>
              </a:rPr>
              <a:t>the </a:t>
            </a:r>
            <a:r>
              <a:rPr sz="2000" dirty="0">
                <a:latin typeface="Times New Roman"/>
                <a:cs typeface="Times New Roman"/>
              </a:rPr>
              <a:t>report.	</a:t>
            </a:r>
            <a:r>
              <a:rPr lang="en-US" sz="2000" dirty="0">
                <a:latin typeface="Times New Roman"/>
                <a:cs typeface="Times New Roman"/>
              </a:rPr>
              <a:t>                        </a:t>
            </a:r>
            <a:r>
              <a:rPr sz="2000" spc="-5" dirty="0">
                <a:latin typeface="Times New Roman"/>
                <a:cs typeface="Times New Roman"/>
              </a:rPr>
              <a:t>[5</a:t>
            </a:r>
            <a:r>
              <a:rPr sz="2000" spc="-15" dirty="0">
                <a:latin typeface="Times New Roman"/>
                <a:cs typeface="Times New Roman"/>
              </a:rPr>
              <a:t> </a:t>
            </a:r>
            <a:r>
              <a:rPr sz="2000" spc="-10" dirty="0">
                <a:latin typeface="Times New Roman"/>
                <a:cs typeface="Times New Roman"/>
              </a:rPr>
              <a:t>marks]</a:t>
            </a:r>
            <a:endParaRPr lang="en-US" sz="2000" dirty="0">
              <a:latin typeface="Times New Roman"/>
              <a:cs typeface="Times New Roman"/>
            </a:endParaRPr>
          </a:p>
          <a:p>
            <a:pPr marL="912494" marR="5080" lvl="1" indent="-912494" algn="just">
              <a:lnSpc>
                <a:spcPts val="2330"/>
              </a:lnSpc>
              <a:spcBef>
                <a:spcPts val="95"/>
              </a:spcBef>
              <a:buAutoNum type="alphaLcParenBoth"/>
              <a:tabLst>
                <a:tab pos="912494" algn="l"/>
                <a:tab pos="7552055" algn="l"/>
              </a:tabLst>
            </a:pPr>
            <a:r>
              <a:rPr sz="2000" spc="-5" dirty="0">
                <a:latin typeface="Times New Roman"/>
                <a:cs typeface="Times New Roman"/>
              </a:rPr>
              <a:t>Observation,</a:t>
            </a:r>
            <a:r>
              <a:rPr sz="2000" spc="-25" dirty="0">
                <a:latin typeface="Times New Roman"/>
                <a:cs typeface="Times New Roman"/>
              </a:rPr>
              <a:t> </a:t>
            </a:r>
            <a:r>
              <a:rPr sz="2000" spc="-5" dirty="0">
                <a:latin typeface="Times New Roman"/>
                <a:cs typeface="Times New Roman"/>
              </a:rPr>
              <a:t>conclusion</a:t>
            </a:r>
            <a:r>
              <a:rPr lang="en-US" sz="2000" spc="-40" dirty="0">
                <a:latin typeface="Times New Roman"/>
                <a:cs typeface="Times New Roman"/>
              </a:rPr>
              <a:t>, </a:t>
            </a:r>
            <a:r>
              <a:rPr lang="en-US" sz="2000" spc="-10" dirty="0">
                <a:latin typeface="Times New Roman"/>
                <a:cs typeface="Times New Roman"/>
              </a:rPr>
              <a:t>and references</a:t>
            </a:r>
            <a:endParaRPr sz="2000" dirty="0">
              <a:latin typeface="Times New Roman"/>
              <a:cs typeface="Times New Roman"/>
            </a:endParaRPr>
          </a:p>
        </p:txBody>
      </p:sp>
      <p:sp>
        <p:nvSpPr>
          <p:cNvPr id="5" name="object 5"/>
          <p:cNvSpPr txBox="1"/>
          <p:nvPr/>
        </p:nvSpPr>
        <p:spPr>
          <a:xfrm>
            <a:off x="838200" y="4647024"/>
            <a:ext cx="10181590" cy="319318"/>
          </a:xfrm>
          <a:prstGeom prst="rect">
            <a:avLst/>
          </a:prstGeom>
        </p:spPr>
        <p:txBody>
          <a:bodyPr vert="horz" wrap="square" lIns="0" tIns="11430" rIns="0" bIns="0" rtlCol="0">
            <a:spAutoFit/>
          </a:bodyPr>
          <a:lstStyle/>
          <a:p>
            <a:pPr marL="12700">
              <a:lnSpc>
                <a:spcPct val="100000"/>
              </a:lnSpc>
              <a:spcBef>
                <a:spcPts val="75"/>
              </a:spcBef>
            </a:pPr>
            <a:r>
              <a:rPr sz="2000" spc="-5" dirty="0">
                <a:latin typeface="Times New Roman"/>
                <a:cs typeface="Times New Roman"/>
              </a:rPr>
              <a:t>(</a:t>
            </a:r>
            <a:r>
              <a:rPr lang="en-US" sz="2000" spc="-5" dirty="0">
                <a:latin typeface="Times New Roman"/>
                <a:cs typeface="Times New Roman"/>
              </a:rPr>
              <a:t>d</a:t>
            </a:r>
            <a:r>
              <a:rPr sz="2000" spc="-10" dirty="0">
                <a:latin typeface="Times New Roman"/>
                <a:cs typeface="Times New Roman"/>
              </a:rPr>
              <a:t> </a:t>
            </a:r>
            <a:r>
              <a:rPr sz="2000" spc="-5" dirty="0">
                <a:latin typeface="Times New Roman"/>
                <a:cs typeface="Times New Roman"/>
              </a:rPr>
              <a:t>)</a:t>
            </a:r>
            <a:r>
              <a:rPr sz="2000" spc="-10" dirty="0">
                <a:latin typeface="Times New Roman"/>
                <a:cs typeface="Times New Roman"/>
              </a:rPr>
              <a:t> </a:t>
            </a:r>
            <a:r>
              <a:rPr lang="en-US" sz="2000" spc="-10" dirty="0">
                <a:latin typeface="Times New Roman"/>
                <a:cs typeface="Times New Roman"/>
              </a:rPr>
              <a:t>        </a:t>
            </a:r>
            <a:r>
              <a:rPr sz="2000" spc="-10" dirty="0">
                <a:latin typeface="Times New Roman"/>
                <a:cs typeface="Times New Roman"/>
              </a:rPr>
              <a:t>Completeness</a:t>
            </a:r>
            <a:r>
              <a:rPr sz="2000" spc="-35" dirty="0">
                <a:latin typeface="Times New Roman"/>
                <a:cs typeface="Times New Roman"/>
              </a:rPr>
              <a:t> </a:t>
            </a:r>
            <a:r>
              <a:rPr sz="2000" dirty="0">
                <a:latin typeface="Times New Roman"/>
                <a:cs typeface="Times New Roman"/>
              </a:rPr>
              <a:t>of</a:t>
            </a:r>
            <a:r>
              <a:rPr sz="2000" spc="-55" dirty="0">
                <a:latin typeface="Times New Roman"/>
                <a:cs typeface="Times New Roman"/>
              </a:rPr>
              <a:t> </a:t>
            </a:r>
            <a:r>
              <a:rPr sz="2000" spc="-5" dirty="0">
                <a:latin typeface="Times New Roman"/>
                <a:cs typeface="Times New Roman"/>
              </a:rPr>
              <a:t>the Problem/Task</a:t>
            </a:r>
            <a:r>
              <a:rPr sz="2000" spc="-25" dirty="0">
                <a:latin typeface="Times New Roman"/>
                <a:cs typeface="Times New Roman"/>
              </a:rPr>
              <a:t> </a:t>
            </a:r>
            <a:r>
              <a:rPr sz="2000" spc="-10" dirty="0">
                <a:latin typeface="Times New Roman"/>
                <a:cs typeface="Times New Roman"/>
              </a:rPr>
              <a:t>and</a:t>
            </a:r>
            <a:r>
              <a:rPr sz="2000" spc="-5" dirty="0">
                <a:latin typeface="Times New Roman"/>
                <a:cs typeface="Times New Roman"/>
              </a:rPr>
              <a:t> References</a:t>
            </a:r>
            <a:r>
              <a:rPr sz="2000" spc="-35" dirty="0">
                <a:latin typeface="Times New Roman"/>
                <a:cs typeface="Times New Roman"/>
              </a:rPr>
              <a:t> </a:t>
            </a:r>
            <a:r>
              <a:rPr sz="2000" spc="-5" dirty="0">
                <a:latin typeface="Times New Roman"/>
                <a:cs typeface="Times New Roman"/>
              </a:rPr>
              <a:t>cited.</a:t>
            </a:r>
            <a:r>
              <a:rPr lang="en-US" sz="2000" spc="-5" dirty="0">
                <a:latin typeface="Times New Roman"/>
                <a:cs typeface="Times New Roman"/>
              </a:rPr>
              <a:t>                                       [</a:t>
            </a:r>
            <a:r>
              <a:rPr lang="en-IN" sz="2000" spc="5" dirty="0">
                <a:latin typeface="Times New Roman"/>
                <a:cs typeface="Times New Roman"/>
              </a:rPr>
              <a:t>5</a:t>
            </a:r>
            <a:r>
              <a:rPr lang="en-IN" sz="2000" spc="-10" dirty="0">
                <a:latin typeface="Times New Roman"/>
                <a:cs typeface="Times New Roman"/>
              </a:rPr>
              <a:t>M</a:t>
            </a:r>
            <a:r>
              <a:rPr lang="en-IN" sz="2000" dirty="0">
                <a:latin typeface="Times New Roman"/>
                <a:cs typeface="Times New Roman"/>
              </a:rPr>
              <a:t>ar</a:t>
            </a:r>
            <a:r>
              <a:rPr lang="en-IN" sz="2000" spc="-20" dirty="0">
                <a:latin typeface="Times New Roman"/>
                <a:cs typeface="Times New Roman"/>
              </a:rPr>
              <a:t>k</a:t>
            </a:r>
            <a:r>
              <a:rPr lang="en-IN" sz="2000" spc="-15" dirty="0">
                <a:latin typeface="Times New Roman"/>
                <a:cs typeface="Times New Roman"/>
              </a:rPr>
              <a:t>s</a:t>
            </a:r>
            <a:r>
              <a:rPr lang="en-IN" sz="2000" spc="-5" dirty="0">
                <a:latin typeface="Times New Roman"/>
                <a:cs typeface="Times New Roman"/>
              </a:rPr>
              <a:t>]</a:t>
            </a:r>
            <a:endParaRPr sz="2000" dirty="0">
              <a:latin typeface="Times New Roman"/>
              <a:cs typeface="Times New Roman"/>
            </a:endParaRPr>
          </a:p>
        </p:txBody>
      </p:sp>
      <p:sp>
        <p:nvSpPr>
          <p:cNvPr id="6" name="object 6"/>
          <p:cNvSpPr txBox="1"/>
          <p:nvPr/>
        </p:nvSpPr>
        <p:spPr>
          <a:xfrm>
            <a:off x="9942317" y="4197653"/>
            <a:ext cx="968375" cy="300403"/>
          </a:xfrm>
          <a:prstGeom prst="rect">
            <a:avLst/>
          </a:prstGeom>
        </p:spPr>
        <p:txBody>
          <a:bodyPr vert="horz" wrap="square" lIns="0" tIns="2540" rIns="0" bIns="0" rtlCol="0">
            <a:spAutoFit/>
          </a:bodyPr>
          <a:lstStyle/>
          <a:p>
            <a:pPr marL="12700" marR="5080">
              <a:lnSpc>
                <a:spcPct val="103000"/>
              </a:lnSpc>
              <a:spcBef>
                <a:spcPts val="20"/>
              </a:spcBef>
            </a:pPr>
            <a:r>
              <a:rPr sz="2000" dirty="0">
                <a:latin typeface="Times New Roman"/>
                <a:cs typeface="Times New Roman"/>
              </a:rPr>
              <a:t>[</a:t>
            </a:r>
            <a:r>
              <a:rPr sz="2000" spc="5" dirty="0">
                <a:latin typeface="Times New Roman"/>
                <a:cs typeface="Times New Roman"/>
              </a:rPr>
              <a:t>5</a:t>
            </a:r>
            <a:r>
              <a:rPr sz="2000" spc="-10" dirty="0">
                <a:latin typeface="Times New Roman"/>
                <a:cs typeface="Times New Roman"/>
              </a:rPr>
              <a:t>M</a:t>
            </a:r>
            <a:r>
              <a:rPr sz="2000" dirty="0">
                <a:latin typeface="Times New Roman"/>
                <a:cs typeface="Times New Roman"/>
              </a:rPr>
              <a:t>ar</a:t>
            </a:r>
            <a:r>
              <a:rPr sz="2000" spc="-20" dirty="0">
                <a:latin typeface="Times New Roman"/>
                <a:cs typeface="Times New Roman"/>
              </a:rPr>
              <a:t>k</a:t>
            </a:r>
            <a:r>
              <a:rPr sz="2000" spc="-15" dirty="0">
                <a:latin typeface="Times New Roman"/>
                <a:cs typeface="Times New Roman"/>
              </a:rPr>
              <a:t>s</a:t>
            </a:r>
            <a:r>
              <a:rPr sz="2000" spc="-5" dirty="0">
                <a:latin typeface="Times New Roman"/>
                <a:cs typeface="Times New Roman"/>
              </a:rPr>
              <a:t>]  </a:t>
            </a:r>
            <a:endParaRPr sz="2000" dirty="0">
              <a:latin typeface="Times New Roman"/>
              <a:cs typeface="Times New Roman"/>
            </a:endParaRPr>
          </a:p>
        </p:txBody>
      </p:sp>
      <p:sp>
        <p:nvSpPr>
          <p:cNvPr id="7" name="object 7"/>
          <p:cNvSpPr txBox="1"/>
          <p:nvPr/>
        </p:nvSpPr>
        <p:spPr>
          <a:xfrm>
            <a:off x="7708968" y="5684263"/>
            <a:ext cx="1204595" cy="329565"/>
          </a:xfrm>
          <a:prstGeom prst="rect">
            <a:avLst/>
          </a:prstGeom>
        </p:spPr>
        <p:txBody>
          <a:bodyPr vert="horz" wrap="square" lIns="0" tIns="11430" rIns="0" bIns="0" rtlCol="0">
            <a:spAutoFit/>
          </a:bodyPr>
          <a:lstStyle/>
          <a:p>
            <a:pPr marL="12700">
              <a:lnSpc>
                <a:spcPct val="100000"/>
              </a:lnSpc>
              <a:spcBef>
                <a:spcPts val="90"/>
              </a:spcBef>
            </a:pPr>
            <a:r>
              <a:rPr sz="2000" b="1" spc="-10" dirty="0">
                <a:latin typeface="Trebuchet MS"/>
                <a:cs typeface="Trebuchet MS"/>
              </a:rPr>
              <a:t>[10Marks]</a:t>
            </a:r>
            <a:endParaRPr sz="2000" dirty="0">
              <a:latin typeface="Trebuchet MS"/>
              <a:cs typeface="Trebuchet MS"/>
            </a:endParaRPr>
          </a:p>
        </p:txBody>
      </p:sp>
      <p:sp>
        <p:nvSpPr>
          <p:cNvPr id="10" name="object 10"/>
          <p:cNvSpPr txBox="1"/>
          <p:nvPr/>
        </p:nvSpPr>
        <p:spPr>
          <a:xfrm>
            <a:off x="838200" y="5699714"/>
            <a:ext cx="3778046" cy="663002"/>
          </a:xfrm>
          <a:prstGeom prst="rect">
            <a:avLst/>
          </a:prstGeom>
        </p:spPr>
        <p:txBody>
          <a:bodyPr vert="horz" wrap="square" lIns="0" tIns="11430" rIns="0" bIns="0" rtlCol="0">
            <a:spAutoFit/>
          </a:bodyPr>
          <a:lstStyle/>
          <a:p>
            <a:pPr marL="316865" indent="-304800">
              <a:lnSpc>
                <a:spcPct val="100000"/>
              </a:lnSpc>
              <a:spcBef>
                <a:spcPts val="90"/>
              </a:spcBef>
              <a:buFont typeface="Wingdings"/>
              <a:buChar char=""/>
              <a:tabLst>
                <a:tab pos="317500" algn="l"/>
              </a:tabLst>
            </a:pPr>
            <a:r>
              <a:rPr lang="en-US" sz="2000" b="1" spc="-5" dirty="0">
                <a:latin typeface="Trebuchet MS"/>
                <a:cs typeface="Trebuchet MS"/>
              </a:rPr>
              <a:t>Viva</a:t>
            </a:r>
            <a:endParaRPr sz="2000" dirty="0">
              <a:latin typeface="Trebuchet MS"/>
              <a:cs typeface="Trebuchet MS"/>
            </a:endParaRPr>
          </a:p>
          <a:p>
            <a:pPr>
              <a:lnSpc>
                <a:spcPct val="100000"/>
              </a:lnSpc>
              <a:spcBef>
                <a:spcPts val="50"/>
              </a:spcBef>
              <a:buFont typeface="Wingdings"/>
              <a:buChar char=""/>
            </a:pPr>
            <a:endParaRPr sz="2150" dirty="0">
              <a:latin typeface="Trebuchet MS"/>
              <a:cs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Box 9">
            <a:extLst>
              <a:ext uri="{FF2B5EF4-FFF2-40B4-BE49-F238E27FC236}">
                <a16:creationId xmlns:a16="http://schemas.microsoft.com/office/drawing/2014/main" id="{D3771A95-15E0-FD85-0540-84743D2563A5}"/>
              </a:ext>
            </a:extLst>
          </p:cNvPr>
          <p:cNvSpPr txBox="1">
            <a:spLocks noChangeArrowheads="1"/>
          </p:cNvSpPr>
          <p:nvPr/>
        </p:nvSpPr>
        <p:spPr bwMode="auto">
          <a:xfrm>
            <a:off x="285750" y="0"/>
            <a:ext cx="11490325" cy="830263"/>
          </a:xfrm>
          <a:prstGeom prst="rect">
            <a:avLst/>
          </a:prstGeom>
          <a:noFill/>
          <a:ln>
            <a:noFill/>
          </a:ln>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sz="4800" b="1" dirty="0">
                <a:solidFill>
                  <a:srgbClr val="0000FF"/>
                </a:solidFill>
                <a:latin typeface="Times New Roman" panose="02020603050405020304" pitchFamily="18" charset="0"/>
                <a:cs typeface="Times New Roman" panose="02020603050405020304" pitchFamily="18" charset="0"/>
              </a:rPr>
              <a:t>Text book and Reference Books </a:t>
            </a:r>
          </a:p>
        </p:txBody>
      </p:sp>
      <p:pic>
        <p:nvPicPr>
          <p:cNvPr id="22531" name="Picture 4">
            <a:extLst>
              <a:ext uri="{FF2B5EF4-FFF2-40B4-BE49-F238E27FC236}">
                <a16:creationId xmlns:a16="http://schemas.microsoft.com/office/drawing/2014/main" id="{CFC89114-2417-971C-8727-316CECE85F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500"/>
          <a:stretch>
            <a:fillRect/>
          </a:stretch>
        </p:blipFill>
        <p:spPr bwMode="auto">
          <a:xfrm>
            <a:off x="549275" y="2357438"/>
            <a:ext cx="1109345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extBox 1">
            <a:extLst>
              <a:ext uri="{FF2B5EF4-FFF2-40B4-BE49-F238E27FC236}">
                <a16:creationId xmlns:a16="http://schemas.microsoft.com/office/drawing/2014/main" id="{A2AB155B-3C82-15EA-880C-60039065BEA2}"/>
              </a:ext>
            </a:extLst>
          </p:cNvPr>
          <p:cNvSpPr txBox="1">
            <a:spLocks noChangeArrowheads="1"/>
          </p:cNvSpPr>
          <p:nvPr/>
        </p:nvSpPr>
        <p:spPr bwMode="auto">
          <a:xfrm>
            <a:off x="369094" y="2921000"/>
            <a:ext cx="11453812" cy="1016000"/>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eaLnBrk="1" hangingPunct="1"/>
            <a:r>
              <a:rPr lang="en-US" altLang="en-US" sz="6000" b="1" i="1" dirty="0">
                <a:solidFill>
                  <a:srgbClr val="C00000"/>
                </a:solidFill>
                <a:latin typeface="Times New Roman" panose="02020603050405020304" pitchFamily="18" charset="0"/>
                <a:cs typeface="Times New Roman" panose="02020603050405020304" pitchFamily="18" charset="0"/>
              </a:rPr>
              <a:t>Syllabus</a:t>
            </a:r>
          </a:p>
        </p:txBody>
      </p:sp>
    </p:spTree>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B70207-6A70-22C0-0399-A1D620F77889}"/>
              </a:ext>
            </a:extLst>
          </p:cNvPr>
          <p:cNvSpPr/>
          <p:nvPr/>
        </p:nvSpPr>
        <p:spPr bwMode="auto">
          <a:xfrm>
            <a:off x="0" y="14288"/>
            <a:ext cx="222250" cy="6843712"/>
          </a:xfrm>
          <a:prstGeom prst="rect">
            <a:avLst/>
          </a:prstGeom>
          <a:solidFill>
            <a:srgbClr val="FF000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16386" name="Picture 27">
            <a:extLst>
              <a:ext uri="{FF2B5EF4-FFF2-40B4-BE49-F238E27FC236}">
                <a16:creationId xmlns:a16="http://schemas.microsoft.com/office/drawing/2014/main" id="{9B2B6AB6-2197-FE0D-415E-FC9FE80D3C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2640807" y="3364706"/>
            <a:ext cx="839788"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7" name="TextBox 12">
            <a:extLst>
              <a:ext uri="{FF2B5EF4-FFF2-40B4-BE49-F238E27FC236}">
                <a16:creationId xmlns:a16="http://schemas.microsoft.com/office/drawing/2014/main" id="{40ED2F64-A7E7-1B01-4DF1-6DB7146BF84D}"/>
              </a:ext>
            </a:extLst>
          </p:cNvPr>
          <p:cNvSpPr txBox="1">
            <a:spLocks noChangeArrowheads="1"/>
          </p:cNvSpPr>
          <p:nvPr/>
        </p:nvSpPr>
        <p:spPr bwMode="auto">
          <a:xfrm>
            <a:off x="4852988" y="-147638"/>
            <a:ext cx="2689225"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5400" b="1" dirty="0">
                <a:latin typeface="Times New Roman" panose="02020603050405020304" pitchFamily="18" charset="0"/>
                <a:ea typeface="Cambria" panose="02040503050406030204" pitchFamily="18" charset="0"/>
                <a:cs typeface="Times New Roman" panose="02020603050405020304" pitchFamily="18" charset="0"/>
              </a:rPr>
              <a:t>Unit I</a:t>
            </a:r>
            <a:endParaRPr lang="en-US" altLang="en-US" sz="54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 name="object 2">
            <a:extLst>
              <a:ext uri="{FF2B5EF4-FFF2-40B4-BE49-F238E27FC236}">
                <a16:creationId xmlns:a16="http://schemas.microsoft.com/office/drawing/2014/main" id="{52F8A29E-7E2C-03F3-E239-57EFABD6A1D1}"/>
              </a:ext>
            </a:extLst>
          </p:cNvPr>
          <p:cNvSpPr/>
          <p:nvPr/>
        </p:nvSpPr>
        <p:spPr>
          <a:xfrm>
            <a:off x="0" y="791888"/>
            <a:ext cx="12192000" cy="558165"/>
          </a:xfrm>
          <a:custGeom>
            <a:avLst/>
            <a:gdLst/>
            <a:ahLst/>
            <a:cxnLst/>
            <a:rect l="l" t="t" r="r" b="b"/>
            <a:pathLst>
              <a:path w="12192000" h="558165">
                <a:moveTo>
                  <a:pt x="0" y="0"/>
                </a:moveTo>
                <a:lnTo>
                  <a:pt x="0" y="558088"/>
                </a:lnTo>
                <a:lnTo>
                  <a:pt x="12191999" y="558088"/>
                </a:lnTo>
                <a:lnTo>
                  <a:pt x="12191999" y="0"/>
                </a:lnTo>
                <a:lnTo>
                  <a:pt x="0" y="0"/>
                </a:lnTo>
                <a:close/>
              </a:path>
            </a:pathLst>
          </a:custGeom>
          <a:solidFill>
            <a:srgbClr val="1F4E79"/>
          </a:solidFill>
        </p:spPr>
        <p:txBody>
          <a:bodyPr wrap="square" lIns="0" tIns="0" rIns="0" bIns="0" rtlCol="0"/>
          <a:lstStyle/>
          <a:p>
            <a:endParaRPr/>
          </a:p>
        </p:txBody>
      </p:sp>
      <p:sp>
        <p:nvSpPr>
          <p:cNvPr id="3" name="object 3">
            <a:extLst>
              <a:ext uri="{FF2B5EF4-FFF2-40B4-BE49-F238E27FC236}">
                <a16:creationId xmlns:a16="http://schemas.microsoft.com/office/drawing/2014/main" id="{116C3F8B-DEF7-3273-E109-EE95917FAAC0}"/>
              </a:ext>
            </a:extLst>
          </p:cNvPr>
          <p:cNvSpPr txBox="1">
            <a:spLocks/>
          </p:cNvSpPr>
          <p:nvPr/>
        </p:nvSpPr>
        <p:spPr bwMode="auto">
          <a:xfrm>
            <a:off x="266997" y="757852"/>
            <a:ext cx="452691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2700" rIns="0" bIns="0" numCol="1" rtlCol="0" anchor="b" anchorCtr="0" compatLnSpc="1">
            <a:prstTxWarp prst="textNoShape">
              <a:avLst/>
            </a:prstTxWarp>
            <a:spAutoFit/>
          </a:bodyPr>
          <a:lstStyle>
            <a:lvl1pPr algn="ctr" rtl="0" fontAlgn="base">
              <a:lnSpc>
                <a:spcPct val="90000"/>
              </a:lnSpc>
              <a:spcBef>
                <a:spcPct val="0"/>
              </a:spcBef>
              <a:spcAft>
                <a:spcPct val="0"/>
              </a:spcAft>
              <a:defRPr sz="60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12700" eaLnBrk="1" hangingPunct="1">
              <a:lnSpc>
                <a:spcPct val="100000"/>
              </a:lnSpc>
              <a:spcBef>
                <a:spcPts val="100"/>
              </a:spcBef>
            </a:pPr>
            <a:r>
              <a:rPr lang="en-IN" sz="3600" b="1" spc="-5" dirty="0">
                <a:solidFill>
                  <a:srgbClr val="FFFFFF"/>
                </a:solidFill>
                <a:latin typeface="Calibri"/>
                <a:cs typeface="Calibri"/>
              </a:rPr>
              <a:t>Electromagnetic</a:t>
            </a:r>
            <a:r>
              <a:rPr lang="en-IN" sz="3600" b="1" spc="-75" dirty="0">
                <a:solidFill>
                  <a:srgbClr val="FFFFFF"/>
                </a:solidFill>
                <a:latin typeface="Calibri"/>
                <a:cs typeface="Calibri"/>
              </a:rPr>
              <a:t> </a:t>
            </a:r>
            <a:r>
              <a:rPr lang="en-IN" sz="3600" b="1" spc="-5" dirty="0">
                <a:solidFill>
                  <a:srgbClr val="FFFFFF"/>
                </a:solidFill>
                <a:latin typeface="Calibri"/>
                <a:cs typeface="Calibri"/>
              </a:rPr>
              <a:t>Theory</a:t>
            </a:r>
            <a:endParaRPr lang="en-IN" sz="3600" dirty="0">
              <a:latin typeface="Calibri"/>
              <a:cs typeface="Calibri"/>
            </a:endParaRPr>
          </a:p>
        </p:txBody>
      </p:sp>
      <p:sp>
        <p:nvSpPr>
          <p:cNvPr id="4" name="object 4">
            <a:extLst>
              <a:ext uri="{FF2B5EF4-FFF2-40B4-BE49-F238E27FC236}">
                <a16:creationId xmlns:a16="http://schemas.microsoft.com/office/drawing/2014/main" id="{E52DE91D-1C8D-2372-4A3C-A5003D695B58}"/>
              </a:ext>
            </a:extLst>
          </p:cNvPr>
          <p:cNvSpPr txBox="1"/>
          <p:nvPr/>
        </p:nvSpPr>
        <p:spPr>
          <a:xfrm>
            <a:off x="408409" y="1855279"/>
            <a:ext cx="6798945" cy="4029308"/>
          </a:xfrm>
          <a:prstGeom prst="rect">
            <a:avLst/>
          </a:prstGeom>
        </p:spPr>
        <p:txBody>
          <a:bodyPr vert="horz" wrap="square" lIns="0" tIns="12700" rIns="0" bIns="0" rtlCol="0">
            <a:spAutoFit/>
          </a:bodyPr>
          <a:lstStyle/>
          <a:p>
            <a:pPr marL="12700">
              <a:lnSpc>
                <a:spcPct val="100000"/>
              </a:lnSpc>
              <a:spcBef>
                <a:spcPts val="100"/>
              </a:spcBef>
            </a:pPr>
            <a:r>
              <a:rPr sz="1800" b="1" spc="-10" dirty="0">
                <a:latin typeface="Calibri"/>
                <a:cs typeface="Calibri"/>
              </a:rPr>
              <a:t>Syllabus</a:t>
            </a:r>
            <a:endParaRPr sz="1800" dirty="0">
              <a:latin typeface="Calibri"/>
              <a:cs typeface="Calibri"/>
            </a:endParaRPr>
          </a:p>
          <a:p>
            <a:pPr marL="297815" indent="-285750">
              <a:lnSpc>
                <a:spcPct val="100000"/>
              </a:lnSpc>
              <a:spcBef>
                <a:spcPts val="1510"/>
              </a:spcBef>
              <a:buFont typeface="Arial" panose="020B0604020202020204" pitchFamily="34" charset="0"/>
              <a:buChar char="•"/>
              <a:tabLst>
                <a:tab pos="299085" algn="l"/>
                <a:tab pos="299720" algn="l"/>
              </a:tabLst>
            </a:pPr>
            <a:r>
              <a:rPr sz="1800" spc="-5" dirty="0">
                <a:latin typeface="Calibri"/>
                <a:cs typeface="Calibri"/>
              </a:rPr>
              <a:t>Scalar</a:t>
            </a:r>
            <a:r>
              <a:rPr sz="1800" spc="-65" dirty="0">
                <a:latin typeface="Calibri"/>
                <a:cs typeface="Calibri"/>
              </a:rPr>
              <a:t> </a:t>
            </a:r>
            <a:r>
              <a:rPr sz="1800" spc="-5" dirty="0">
                <a:latin typeface="Calibri"/>
                <a:cs typeface="Calibri"/>
              </a:rPr>
              <a:t>and</a:t>
            </a:r>
            <a:r>
              <a:rPr sz="1800" spc="-65" dirty="0">
                <a:latin typeface="Calibri"/>
                <a:cs typeface="Calibri"/>
              </a:rPr>
              <a:t> </a:t>
            </a:r>
            <a:r>
              <a:rPr sz="1800" dirty="0">
                <a:latin typeface="Calibri"/>
                <a:cs typeface="Calibri"/>
              </a:rPr>
              <a:t>vectors</a:t>
            </a:r>
            <a:r>
              <a:rPr sz="1800" spc="-70" dirty="0">
                <a:latin typeface="Calibri"/>
                <a:cs typeface="Calibri"/>
              </a:rPr>
              <a:t> </a:t>
            </a:r>
            <a:r>
              <a:rPr sz="1800" spc="-5" dirty="0">
                <a:latin typeface="Calibri"/>
                <a:cs typeface="Calibri"/>
              </a:rPr>
              <a:t>fields</a:t>
            </a:r>
            <a:endParaRPr sz="1800" dirty="0">
              <a:latin typeface="Calibri"/>
              <a:cs typeface="Calibri"/>
            </a:endParaRPr>
          </a:p>
          <a:p>
            <a:pPr marL="285750" indent="-285750">
              <a:lnSpc>
                <a:spcPct val="100000"/>
              </a:lnSpc>
              <a:spcBef>
                <a:spcPts val="25"/>
              </a:spcBef>
              <a:buFont typeface="Arial" panose="020B0604020202020204" pitchFamily="34" charset="0"/>
              <a:buChar char="•"/>
            </a:pPr>
            <a:endParaRPr sz="1750" dirty="0">
              <a:latin typeface="Calibri"/>
              <a:cs typeface="Calibri"/>
            </a:endParaRPr>
          </a:p>
          <a:p>
            <a:pPr marL="297815" indent="-285750">
              <a:lnSpc>
                <a:spcPct val="100000"/>
              </a:lnSpc>
              <a:buFont typeface="Arial" panose="020B0604020202020204" pitchFamily="34" charset="0"/>
              <a:buChar char="•"/>
              <a:tabLst>
                <a:tab pos="299085" algn="l"/>
                <a:tab pos="299720" algn="l"/>
              </a:tabLst>
            </a:pPr>
            <a:r>
              <a:rPr sz="1800" spc="-5" dirty="0">
                <a:latin typeface="Calibri"/>
                <a:cs typeface="Calibri"/>
              </a:rPr>
              <a:t>Concept</a:t>
            </a:r>
            <a:r>
              <a:rPr sz="1800" spc="-30" dirty="0">
                <a:latin typeface="Calibri"/>
                <a:cs typeface="Calibri"/>
              </a:rPr>
              <a:t> </a:t>
            </a:r>
            <a:r>
              <a:rPr sz="1800" spc="5" dirty="0">
                <a:latin typeface="Calibri"/>
                <a:cs typeface="Calibri"/>
              </a:rPr>
              <a:t>of</a:t>
            </a:r>
            <a:r>
              <a:rPr sz="1800" spc="-45" dirty="0">
                <a:latin typeface="Calibri"/>
                <a:cs typeface="Calibri"/>
              </a:rPr>
              <a:t> </a:t>
            </a:r>
            <a:r>
              <a:rPr sz="1800" spc="-5" dirty="0">
                <a:latin typeface="Calibri"/>
                <a:cs typeface="Calibri"/>
              </a:rPr>
              <a:t>gradient,</a:t>
            </a:r>
            <a:r>
              <a:rPr sz="1800" spc="-20" dirty="0">
                <a:latin typeface="Calibri"/>
                <a:cs typeface="Calibri"/>
              </a:rPr>
              <a:t> </a:t>
            </a:r>
            <a:r>
              <a:rPr sz="1800" spc="-5" dirty="0">
                <a:latin typeface="Calibri"/>
                <a:cs typeface="Calibri"/>
              </a:rPr>
              <a:t>divergence</a:t>
            </a:r>
            <a:r>
              <a:rPr sz="1800" spc="20" dirty="0">
                <a:latin typeface="Calibri"/>
                <a:cs typeface="Calibri"/>
              </a:rPr>
              <a:t> </a:t>
            </a:r>
            <a:r>
              <a:rPr sz="1800" spc="-5" dirty="0">
                <a:latin typeface="Calibri"/>
                <a:cs typeface="Calibri"/>
              </a:rPr>
              <a:t>and</a:t>
            </a:r>
            <a:r>
              <a:rPr sz="1800" spc="-60" dirty="0">
                <a:latin typeface="Calibri"/>
                <a:cs typeface="Calibri"/>
              </a:rPr>
              <a:t> </a:t>
            </a:r>
            <a:r>
              <a:rPr sz="1800" spc="-5" dirty="0">
                <a:latin typeface="Calibri"/>
                <a:cs typeface="Calibri"/>
              </a:rPr>
              <a:t>curl</a:t>
            </a:r>
            <a:endParaRPr sz="1800" dirty="0">
              <a:latin typeface="Calibri"/>
              <a:cs typeface="Calibri"/>
            </a:endParaRPr>
          </a:p>
          <a:p>
            <a:pPr marL="285750" indent="-285750">
              <a:lnSpc>
                <a:spcPct val="100000"/>
              </a:lnSpc>
              <a:buFont typeface="Arial" panose="020B0604020202020204" pitchFamily="34" charset="0"/>
              <a:buChar char="•"/>
            </a:pPr>
            <a:endParaRPr sz="1750" dirty="0">
              <a:latin typeface="Calibri"/>
              <a:cs typeface="Calibri"/>
            </a:endParaRPr>
          </a:p>
          <a:p>
            <a:pPr marL="297815" indent="-285750">
              <a:lnSpc>
                <a:spcPct val="100000"/>
              </a:lnSpc>
              <a:buFont typeface="Arial" panose="020B0604020202020204" pitchFamily="34" charset="0"/>
              <a:buChar char="•"/>
              <a:tabLst>
                <a:tab pos="299085" algn="l"/>
                <a:tab pos="299720" algn="l"/>
              </a:tabLst>
            </a:pPr>
            <a:r>
              <a:rPr sz="1800" spc="-10" dirty="0">
                <a:latin typeface="Calibri"/>
                <a:cs typeface="Calibri"/>
              </a:rPr>
              <a:t>Gauss</a:t>
            </a:r>
            <a:r>
              <a:rPr sz="1800" spc="-90" dirty="0">
                <a:latin typeface="Calibri"/>
                <a:cs typeface="Calibri"/>
              </a:rPr>
              <a:t> </a:t>
            </a:r>
            <a:r>
              <a:rPr sz="1800" spc="-5" dirty="0">
                <a:latin typeface="Calibri"/>
                <a:cs typeface="Calibri"/>
              </a:rPr>
              <a:t>theorem</a:t>
            </a:r>
            <a:r>
              <a:rPr sz="1800" spc="-25" dirty="0">
                <a:latin typeface="Calibri"/>
                <a:cs typeface="Calibri"/>
              </a:rPr>
              <a:t> </a:t>
            </a:r>
            <a:r>
              <a:rPr sz="1800" spc="-5" dirty="0">
                <a:latin typeface="Calibri"/>
                <a:cs typeface="Calibri"/>
              </a:rPr>
              <a:t>and</a:t>
            </a:r>
            <a:r>
              <a:rPr sz="1800" spc="-40" dirty="0">
                <a:latin typeface="Calibri"/>
                <a:cs typeface="Calibri"/>
              </a:rPr>
              <a:t> </a:t>
            </a:r>
            <a:r>
              <a:rPr sz="1800" spc="-5" dirty="0">
                <a:latin typeface="Calibri"/>
                <a:cs typeface="Calibri"/>
              </a:rPr>
              <a:t>Stokes</a:t>
            </a:r>
            <a:r>
              <a:rPr sz="1800" spc="-80" dirty="0">
                <a:latin typeface="Calibri"/>
                <a:cs typeface="Calibri"/>
              </a:rPr>
              <a:t> </a:t>
            </a:r>
            <a:r>
              <a:rPr sz="1800" dirty="0">
                <a:latin typeface="Calibri"/>
                <a:cs typeface="Calibri"/>
              </a:rPr>
              <a:t>theorem</a:t>
            </a:r>
            <a:r>
              <a:rPr sz="1800" spc="-20" dirty="0">
                <a:latin typeface="Calibri"/>
                <a:cs typeface="Calibri"/>
              </a:rPr>
              <a:t> </a:t>
            </a:r>
            <a:r>
              <a:rPr sz="1800" spc="-5" dirty="0">
                <a:latin typeface="Calibri"/>
                <a:cs typeface="Calibri"/>
              </a:rPr>
              <a:t>(qualitative)</a:t>
            </a:r>
            <a:endParaRPr sz="1800" dirty="0">
              <a:latin typeface="Calibri"/>
              <a:cs typeface="Calibri"/>
            </a:endParaRPr>
          </a:p>
          <a:p>
            <a:pPr marL="285750" indent="-285750">
              <a:lnSpc>
                <a:spcPct val="100000"/>
              </a:lnSpc>
              <a:spcBef>
                <a:spcPts val="10"/>
              </a:spcBef>
              <a:buFont typeface="Arial" panose="020B0604020202020204" pitchFamily="34" charset="0"/>
              <a:buChar char="•"/>
            </a:pPr>
            <a:endParaRPr sz="1800" dirty="0">
              <a:latin typeface="Calibri"/>
              <a:cs typeface="Calibri"/>
            </a:endParaRPr>
          </a:p>
          <a:p>
            <a:pPr marL="297815" indent="-285750">
              <a:lnSpc>
                <a:spcPct val="100000"/>
              </a:lnSpc>
              <a:spcBef>
                <a:spcPts val="5"/>
              </a:spcBef>
              <a:buFont typeface="Arial" panose="020B0604020202020204" pitchFamily="34" charset="0"/>
              <a:buChar char="•"/>
              <a:tabLst>
                <a:tab pos="299085" algn="l"/>
                <a:tab pos="299720" algn="l"/>
              </a:tabLst>
            </a:pPr>
            <a:r>
              <a:rPr sz="1800" spc="-5" dirty="0">
                <a:latin typeface="Calibri"/>
                <a:cs typeface="Calibri"/>
              </a:rPr>
              <a:t>Poisson</a:t>
            </a:r>
            <a:r>
              <a:rPr sz="1800" spc="-80" dirty="0">
                <a:latin typeface="Calibri"/>
                <a:cs typeface="Calibri"/>
              </a:rPr>
              <a:t> </a:t>
            </a:r>
            <a:r>
              <a:rPr sz="1800" spc="-5" dirty="0">
                <a:latin typeface="Calibri"/>
                <a:cs typeface="Calibri"/>
              </a:rPr>
              <a:t>and</a:t>
            </a:r>
            <a:r>
              <a:rPr sz="1800" spc="-60" dirty="0">
                <a:latin typeface="Calibri"/>
                <a:cs typeface="Calibri"/>
              </a:rPr>
              <a:t> </a:t>
            </a:r>
            <a:r>
              <a:rPr sz="1800" dirty="0">
                <a:latin typeface="Calibri"/>
                <a:cs typeface="Calibri"/>
              </a:rPr>
              <a:t>Laplace</a:t>
            </a:r>
            <a:r>
              <a:rPr sz="1800" spc="-30" dirty="0">
                <a:latin typeface="Calibri"/>
                <a:cs typeface="Calibri"/>
              </a:rPr>
              <a:t> </a:t>
            </a:r>
            <a:r>
              <a:rPr sz="1800" spc="-5" dirty="0">
                <a:latin typeface="Calibri"/>
                <a:cs typeface="Calibri"/>
              </a:rPr>
              <a:t>equations,</a:t>
            </a:r>
            <a:r>
              <a:rPr sz="1800" spc="-15" dirty="0">
                <a:latin typeface="Calibri"/>
                <a:cs typeface="Calibri"/>
              </a:rPr>
              <a:t> </a:t>
            </a:r>
            <a:r>
              <a:rPr sz="1800" spc="-5" dirty="0">
                <a:latin typeface="Calibri"/>
                <a:cs typeface="Calibri"/>
              </a:rPr>
              <a:t>continuity</a:t>
            </a:r>
            <a:r>
              <a:rPr sz="1800" spc="5" dirty="0">
                <a:latin typeface="Calibri"/>
                <a:cs typeface="Calibri"/>
              </a:rPr>
              <a:t> </a:t>
            </a:r>
            <a:r>
              <a:rPr sz="1800" spc="-5" dirty="0">
                <a:latin typeface="Calibri"/>
                <a:cs typeface="Calibri"/>
              </a:rPr>
              <a:t>equation</a:t>
            </a:r>
            <a:endParaRPr sz="1800" dirty="0">
              <a:latin typeface="Calibri"/>
              <a:cs typeface="Calibri"/>
            </a:endParaRPr>
          </a:p>
          <a:p>
            <a:pPr marL="285750" indent="-285750">
              <a:lnSpc>
                <a:spcPct val="100000"/>
              </a:lnSpc>
              <a:spcBef>
                <a:spcPts val="25"/>
              </a:spcBef>
              <a:buFont typeface="Arial" panose="020B0604020202020204" pitchFamily="34" charset="0"/>
              <a:buChar char="•"/>
            </a:pPr>
            <a:endParaRPr sz="1750" dirty="0">
              <a:latin typeface="Calibri"/>
              <a:cs typeface="Calibri"/>
            </a:endParaRPr>
          </a:p>
          <a:p>
            <a:pPr marL="297815" indent="-285750">
              <a:lnSpc>
                <a:spcPct val="100000"/>
              </a:lnSpc>
              <a:buFont typeface="Arial" panose="020B0604020202020204" pitchFamily="34" charset="0"/>
              <a:buChar char="•"/>
              <a:tabLst>
                <a:tab pos="299085" algn="l"/>
                <a:tab pos="299720" algn="l"/>
              </a:tabLst>
            </a:pPr>
            <a:r>
              <a:rPr sz="1800" spc="-5" dirty="0">
                <a:latin typeface="Calibri"/>
                <a:cs typeface="Calibri"/>
              </a:rPr>
              <a:t>Maxwell</a:t>
            </a:r>
            <a:r>
              <a:rPr sz="1800" spc="-95" dirty="0">
                <a:latin typeface="Calibri"/>
                <a:cs typeface="Calibri"/>
              </a:rPr>
              <a:t> </a:t>
            </a:r>
            <a:r>
              <a:rPr sz="1800" spc="-5" dirty="0">
                <a:latin typeface="Calibri"/>
                <a:cs typeface="Calibri"/>
              </a:rPr>
              <a:t>electromagnetic</a:t>
            </a:r>
            <a:r>
              <a:rPr sz="1800" spc="-20" dirty="0">
                <a:latin typeface="Calibri"/>
                <a:cs typeface="Calibri"/>
              </a:rPr>
              <a:t> </a:t>
            </a:r>
            <a:r>
              <a:rPr sz="1800" spc="-5" dirty="0">
                <a:latin typeface="Calibri"/>
                <a:cs typeface="Calibri"/>
              </a:rPr>
              <a:t>equations</a:t>
            </a:r>
            <a:r>
              <a:rPr sz="1800" spc="-65" dirty="0">
                <a:latin typeface="Calibri"/>
                <a:cs typeface="Calibri"/>
              </a:rPr>
              <a:t> </a:t>
            </a:r>
            <a:r>
              <a:rPr sz="1800" spc="-5" dirty="0">
                <a:latin typeface="Calibri"/>
                <a:cs typeface="Calibri"/>
              </a:rPr>
              <a:t>(differential</a:t>
            </a:r>
            <a:r>
              <a:rPr sz="1800" spc="-10" dirty="0">
                <a:latin typeface="Calibri"/>
                <a:cs typeface="Calibri"/>
              </a:rPr>
              <a:t> </a:t>
            </a:r>
            <a:r>
              <a:rPr sz="1800" spc="-5" dirty="0">
                <a:latin typeface="Calibri"/>
                <a:cs typeface="Calibri"/>
              </a:rPr>
              <a:t>and</a:t>
            </a:r>
            <a:r>
              <a:rPr sz="1800" spc="-45" dirty="0">
                <a:latin typeface="Calibri"/>
                <a:cs typeface="Calibri"/>
              </a:rPr>
              <a:t> </a:t>
            </a:r>
            <a:r>
              <a:rPr sz="1800" spc="-5" dirty="0">
                <a:latin typeface="Calibri"/>
                <a:cs typeface="Calibri"/>
              </a:rPr>
              <a:t>integral</a:t>
            </a:r>
            <a:r>
              <a:rPr sz="1800" spc="-70" dirty="0">
                <a:latin typeface="Calibri"/>
                <a:cs typeface="Calibri"/>
              </a:rPr>
              <a:t> </a:t>
            </a:r>
            <a:r>
              <a:rPr sz="1800" dirty="0">
                <a:latin typeface="Calibri"/>
                <a:cs typeface="Calibri"/>
              </a:rPr>
              <a:t>forms)</a:t>
            </a:r>
          </a:p>
          <a:p>
            <a:pPr marL="285750" indent="-285750">
              <a:lnSpc>
                <a:spcPct val="100000"/>
              </a:lnSpc>
              <a:spcBef>
                <a:spcPts val="20"/>
              </a:spcBef>
              <a:buFont typeface="Arial" panose="020B0604020202020204" pitchFamily="34" charset="0"/>
              <a:buChar char="•"/>
            </a:pPr>
            <a:endParaRPr sz="1750" dirty="0">
              <a:latin typeface="Calibri"/>
              <a:cs typeface="Calibri"/>
            </a:endParaRPr>
          </a:p>
          <a:p>
            <a:pPr marL="297815" indent="-285750">
              <a:lnSpc>
                <a:spcPct val="100000"/>
              </a:lnSpc>
              <a:spcBef>
                <a:spcPts val="5"/>
              </a:spcBef>
              <a:buFont typeface="Arial" panose="020B0604020202020204" pitchFamily="34" charset="0"/>
              <a:buChar char="•"/>
              <a:tabLst>
                <a:tab pos="299085" algn="l"/>
                <a:tab pos="299720" algn="l"/>
              </a:tabLst>
            </a:pPr>
            <a:r>
              <a:rPr sz="1800" spc="-5" dirty="0">
                <a:latin typeface="Calibri"/>
                <a:cs typeface="Calibri"/>
              </a:rPr>
              <a:t>Physical</a:t>
            </a:r>
            <a:r>
              <a:rPr sz="1800" spc="-75" dirty="0">
                <a:latin typeface="Calibri"/>
                <a:cs typeface="Calibri"/>
              </a:rPr>
              <a:t> </a:t>
            </a:r>
            <a:r>
              <a:rPr sz="1800" spc="-5" dirty="0">
                <a:latin typeface="Calibri"/>
                <a:cs typeface="Calibri"/>
              </a:rPr>
              <a:t>significance</a:t>
            </a:r>
            <a:r>
              <a:rPr sz="1800" spc="-25" dirty="0">
                <a:latin typeface="Calibri"/>
                <a:cs typeface="Calibri"/>
              </a:rPr>
              <a:t> </a:t>
            </a:r>
            <a:r>
              <a:rPr sz="1800" spc="5" dirty="0">
                <a:latin typeface="Calibri"/>
                <a:cs typeface="Calibri"/>
              </a:rPr>
              <a:t>of</a:t>
            </a:r>
            <a:r>
              <a:rPr sz="1800" spc="-40" dirty="0">
                <a:latin typeface="Calibri"/>
                <a:cs typeface="Calibri"/>
              </a:rPr>
              <a:t> </a:t>
            </a:r>
            <a:r>
              <a:rPr sz="1800" spc="-5" dirty="0">
                <a:latin typeface="Calibri"/>
                <a:cs typeface="Calibri"/>
              </a:rPr>
              <a:t>Maxwell</a:t>
            </a:r>
            <a:r>
              <a:rPr sz="1800" spc="-75" dirty="0">
                <a:latin typeface="Calibri"/>
                <a:cs typeface="Calibri"/>
              </a:rPr>
              <a:t> </a:t>
            </a:r>
            <a:r>
              <a:rPr sz="1800" spc="-5" dirty="0">
                <a:latin typeface="Calibri"/>
                <a:cs typeface="Calibri"/>
              </a:rPr>
              <a:t>equations,</a:t>
            </a:r>
            <a:r>
              <a:rPr sz="1800" spc="-35" dirty="0">
                <a:latin typeface="Calibri"/>
                <a:cs typeface="Calibri"/>
              </a:rPr>
              <a:t> </a:t>
            </a:r>
            <a:r>
              <a:rPr sz="1800" dirty="0">
                <a:latin typeface="Calibri"/>
                <a:cs typeface="Calibri"/>
              </a:rPr>
              <a:t>Ampere</a:t>
            </a:r>
            <a:r>
              <a:rPr sz="1800" spc="-70" dirty="0">
                <a:latin typeface="Calibri"/>
                <a:cs typeface="Calibri"/>
              </a:rPr>
              <a:t> </a:t>
            </a:r>
            <a:r>
              <a:rPr sz="1800" spc="-5" dirty="0">
                <a:latin typeface="Calibri"/>
                <a:cs typeface="Calibri"/>
              </a:rPr>
              <a:t>Circuital</a:t>
            </a:r>
            <a:r>
              <a:rPr sz="1800" spc="-55" dirty="0">
                <a:latin typeface="Calibri"/>
                <a:cs typeface="Calibri"/>
              </a:rPr>
              <a:t> </a:t>
            </a:r>
            <a:r>
              <a:rPr sz="1800" dirty="0">
                <a:latin typeface="Calibri"/>
                <a:cs typeface="Calibri"/>
              </a:rPr>
              <a:t>Law</a:t>
            </a:r>
          </a:p>
          <a:p>
            <a:pPr marL="285750" indent="-285750">
              <a:lnSpc>
                <a:spcPct val="100000"/>
              </a:lnSpc>
              <a:buFont typeface="Arial" panose="020B0604020202020204" pitchFamily="34" charset="0"/>
              <a:buChar char="•"/>
            </a:pPr>
            <a:endParaRPr sz="1650" dirty="0">
              <a:latin typeface="Calibri"/>
              <a:cs typeface="Calibri"/>
            </a:endParaRPr>
          </a:p>
          <a:p>
            <a:pPr marL="297815" indent="-285750">
              <a:lnSpc>
                <a:spcPct val="100000"/>
              </a:lnSpc>
              <a:buFont typeface="Arial" panose="020B0604020202020204" pitchFamily="34" charset="0"/>
              <a:buChar char="•"/>
              <a:tabLst>
                <a:tab pos="299085" algn="l"/>
                <a:tab pos="299720" algn="l"/>
              </a:tabLst>
            </a:pPr>
            <a:r>
              <a:rPr sz="1800" spc="-5" dirty="0">
                <a:latin typeface="Calibri"/>
                <a:cs typeface="Calibri"/>
              </a:rPr>
              <a:t>Maxwell</a:t>
            </a:r>
            <a:r>
              <a:rPr sz="1800" spc="-70" dirty="0">
                <a:latin typeface="Calibri"/>
                <a:cs typeface="Calibri"/>
              </a:rPr>
              <a:t> </a:t>
            </a:r>
            <a:r>
              <a:rPr sz="1800" spc="-5" dirty="0">
                <a:latin typeface="Calibri"/>
                <a:cs typeface="Calibri"/>
              </a:rPr>
              <a:t>displacement</a:t>
            </a:r>
            <a:r>
              <a:rPr sz="1800" spc="-40" dirty="0">
                <a:latin typeface="Calibri"/>
                <a:cs typeface="Calibri"/>
              </a:rPr>
              <a:t> </a:t>
            </a:r>
            <a:r>
              <a:rPr sz="1800" dirty="0">
                <a:latin typeface="Calibri"/>
                <a:cs typeface="Calibri"/>
              </a:rPr>
              <a:t>current</a:t>
            </a:r>
            <a:r>
              <a:rPr sz="1800" spc="-40" dirty="0">
                <a:latin typeface="Calibri"/>
                <a:cs typeface="Calibri"/>
              </a:rPr>
              <a:t> </a:t>
            </a:r>
            <a:r>
              <a:rPr sz="1800" dirty="0">
                <a:latin typeface="Calibri"/>
                <a:cs typeface="Calibri"/>
              </a:rPr>
              <a:t>and</a:t>
            </a:r>
            <a:r>
              <a:rPr sz="1800" spc="-50" dirty="0">
                <a:latin typeface="Calibri"/>
                <a:cs typeface="Calibri"/>
              </a:rPr>
              <a:t> </a:t>
            </a:r>
            <a:r>
              <a:rPr sz="1800" spc="-5" dirty="0">
                <a:latin typeface="Calibri"/>
                <a:cs typeface="Calibri"/>
              </a:rPr>
              <a:t>correction</a:t>
            </a:r>
            <a:r>
              <a:rPr sz="1800" spc="-65" dirty="0">
                <a:latin typeface="Calibri"/>
                <a:cs typeface="Calibri"/>
              </a:rPr>
              <a:t> </a:t>
            </a:r>
            <a:r>
              <a:rPr sz="1800" spc="-5" dirty="0">
                <a:latin typeface="Calibri"/>
                <a:cs typeface="Calibri"/>
              </a:rPr>
              <a:t>in</a:t>
            </a:r>
            <a:r>
              <a:rPr sz="1800" spc="-30" dirty="0">
                <a:latin typeface="Calibri"/>
                <a:cs typeface="Calibri"/>
              </a:rPr>
              <a:t> </a:t>
            </a:r>
            <a:r>
              <a:rPr sz="1800" spc="-5" dirty="0">
                <a:latin typeface="Calibri"/>
                <a:cs typeface="Calibri"/>
              </a:rPr>
              <a:t>Ampere</a:t>
            </a:r>
            <a:r>
              <a:rPr sz="1800" spc="-75" dirty="0">
                <a:latin typeface="Calibri"/>
                <a:cs typeface="Calibri"/>
              </a:rPr>
              <a:t> </a:t>
            </a:r>
            <a:r>
              <a:rPr sz="1800" spc="-5" dirty="0">
                <a:latin typeface="Calibri"/>
                <a:cs typeface="Calibri"/>
              </a:rPr>
              <a:t>Circuital</a:t>
            </a:r>
            <a:r>
              <a:rPr sz="1800" spc="-50" dirty="0">
                <a:latin typeface="Calibri"/>
                <a:cs typeface="Calibri"/>
              </a:rPr>
              <a:t> </a:t>
            </a:r>
            <a:r>
              <a:rPr sz="1800" dirty="0">
                <a:latin typeface="Calibri"/>
                <a:cs typeface="Calibri"/>
              </a:rPr>
              <a:t>Law.</a:t>
            </a:r>
          </a:p>
        </p:txBody>
      </p:sp>
      <p:sp>
        <p:nvSpPr>
          <p:cNvPr id="5" name="object 5">
            <a:extLst>
              <a:ext uri="{FF2B5EF4-FFF2-40B4-BE49-F238E27FC236}">
                <a16:creationId xmlns:a16="http://schemas.microsoft.com/office/drawing/2014/main" id="{458743B4-8252-C309-1654-DD87EE0B6E47}"/>
              </a:ext>
            </a:extLst>
          </p:cNvPr>
          <p:cNvSpPr txBox="1"/>
          <p:nvPr/>
        </p:nvSpPr>
        <p:spPr>
          <a:xfrm>
            <a:off x="8145906" y="6192182"/>
            <a:ext cx="1543685"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M</a:t>
            </a:r>
            <a:r>
              <a:rPr sz="1800" spc="-10" dirty="0">
                <a:latin typeface="Calibri"/>
                <a:cs typeface="Calibri"/>
              </a:rPr>
              <a:t>i</a:t>
            </a:r>
            <a:r>
              <a:rPr sz="1800" spc="5" dirty="0">
                <a:latin typeface="Calibri"/>
                <a:cs typeface="Calibri"/>
              </a:rPr>
              <a:t>c</a:t>
            </a:r>
            <a:r>
              <a:rPr sz="1800" spc="-10" dirty="0">
                <a:latin typeface="Calibri"/>
                <a:cs typeface="Calibri"/>
              </a:rPr>
              <a:t>h</a:t>
            </a:r>
            <a:r>
              <a:rPr sz="1800" dirty="0">
                <a:latin typeface="Calibri"/>
                <a:cs typeface="Calibri"/>
              </a:rPr>
              <a:t>a</a:t>
            </a:r>
            <a:r>
              <a:rPr sz="1800" spc="-10" dirty="0">
                <a:latin typeface="Calibri"/>
                <a:cs typeface="Calibri"/>
              </a:rPr>
              <a:t>e</a:t>
            </a:r>
            <a:r>
              <a:rPr sz="1800" dirty="0">
                <a:latin typeface="Calibri"/>
                <a:cs typeface="Calibri"/>
              </a:rPr>
              <a:t>l</a:t>
            </a:r>
            <a:r>
              <a:rPr sz="1800" spc="-50" dirty="0">
                <a:latin typeface="Calibri"/>
                <a:cs typeface="Calibri"/>
              </a:rPr>
              <a:t> </a:t>
            </a:r>
            <a:r>
              <a:rPr sz="1800" spc="-15" dirty="0">
                <a:latin typeface="Calibri"/>
                <a:cs typeface="Calibri"/>
              </a:rPr>
              <a:t>F</a:t>
            </a:r>
            <a:r>
              <a:rPr sz="1800" dirty="0">
                <a:latin typeface="Calibri"/>
                <a:cs typeface="Calibri"/>
              </a:rPr>
              <a:t>ara</a:t>
            </a:r>
            <a:r>
              <a:rPr sz="1800" spc="-10" dirty="0">
                <a:latin typeface="Calibri"/>
                <a:cs typeface="Calibri"/>
              </a:rPr>
              <a:t>d</a:t>
            </a:r>
            <a:r>
              <a:rPr sz="1800" dirty="0">
                <a:latin typeface="Calibri"/>
                <a:cs typeface="Calibri"/>
              </a:rPr>
              <a:t>ay</a:t>
            </a:r>
            <a:endParaRPr sz="1800">
              <a:latin typeface="Calibri"/>
              <a:cs typeface="Calibri"/>
            </a:endParaRPr>
          </a:p>
        </p:txBody>
      </p:sp>
      <p:sp>
        <p:nvSpPr>
          <p:cNvPr id="6" name="object 6">
            <a:extLst>
              <a:ext uri="{FF2B5EF4-FFF2-40B4-BE49-F238E27FC236}">
                <a16:creationId xmlns:a16="http://schemas.microsoft.com/office/drawing/2014/main" id="{F06E36A4-1BD2-DD5D-EFD8-827A413196AF}"/>
              </a:ext>
            </a:extLst>
          </p:cNvPr>
          <p:cNvSpPr txBox="1"/>
          <p:nvPr/>
        </p:nvSpPr>
        <p:spPr>
          <a:xfrm>
            <a:off x="10085069" y="6167798"/>
            <a:ext cx="203835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a:cs typeface="Calibri"/>
              </a:rPr>
              <a:t>James</a:t>
            </a:r>
            <a:r>
              <a:rPr sz="1800" spc="-95" dirty="0">
                <a:latin typeface="Calibri"/>
                <a:cs typeface="Calibri"/>
              </a:rPr>
              <a:t> </a:t>
            </a:r>
            <a:r>
              <a:rPr sz="1800" spc="-5" dirty="0">
                <a:latin typeface="Calibri"/>
                <a:cs typeface="Calibri"/>
              </a:rPr>
              <a:t>Clerck</a:t>
            </a:r>
            <a:r>
              <a:rPr sz="1800" spc="-60" dirty="0">
                <a:latin typeface="Calibri"/>
                <a:cs typeface="Calibri"/>
              </a:rPr>
              <a:t> </a:t>
            </a:r>
            <a:r>
              <a:rPr sz="1800" spc="-5" dirty="0">
                <a:latin typeface="Calibri"/>
                <a:cs typeface="Calibri"/>
              </a:rPr>
              <a:t>Maxwell</a:t>
            </a:r>
            <a:endParaRPr sz="1800">
              <a:latin typeface="Calibri"/>
              <a:cs typeface="Calibri"/>
            </a:endParaRPr>
          </a:p>
        </p:txBody>
      </p:sp>
      <p:pic>
        <p:nvPicPr>
          <p:cNvPr id="8" name="object 7">
            <a:extLst>
              <a:ext uri="{FF2B5EF4-FFF2-40B4-BE49-F238E27FC236}">
                <a16:creationId xmlns:a16="http://schemas.microsoft.com/office/drawing/2014/main" id="{D1AA4C8B-E818-4367-0D01-B4992F870F72}"/>
              </a:ext>
            </a:extLst>
          </p:cNvPr>
          <p:cNvPicPr/>
          <p:nvPr/>
        </p:nvPicPr>
        <p:blipFill>
          <a:blip r:embed="rId3" cstate="print"/>
          <a:stretch>
            <a:fillRect/>
          </a:stretch>
        </p:blipFill>
        <p:spPr>
          <a:xfrm>
            <a:off x="8063230" y="3862291"/>
            <a:ext cx="1821179" cy="2159635"/>
          </a:xfrm>
          <a:prstGeom prst="rect">
            <a:avLst/>
          </a:prstGeom>
        </p:spPr>
      </p:pic>
      <p:pic>
        <p:nvPicPr>
          <p:cNvPr id="9" name="object 8">
            <a:extLst>
              <a:ext uri="{FF2B5EF4-FFF2-40B4-BE49-F238E27FC236}">
                <a16:creationId xmlns:a16="http://schemas.microsoft.com/office/drawing/2014/main" id="{17E1F327-3C30-CE00-5465-2D9163567DDE}"/>
              </a:ext>
            </a:extLst>
          </p:cNvPr>
          <p:cNvPicPr/>
          <p:nvPr/>
        </p:nvPicPr>
        <p:blipFill>
          <a:blip r:embed="rId4" cstate="print"/>
          <a:stretch>
            <a:fillRect/>
          </a:stretch>
        </p:blipFill>
        <p:spPr>
          <a:xfrm>
            <a:off x="10001884" y="3862291"/>
            <a:ext cx="1942465" cy="2159635"/>
          </a:xfrm>
          <a:prstGeom prst="rect">
            <a:avLst/>
          </a:prstGeom>
        </p:spPr>
      </p:pic>
      <p:pic>
        <p:nvPicPr>
          <p:cNvPr id="10" name="object 9">
            <a:extLst>
              <a:ext uri="{FF2B5EF4-FFF2-40B4-BE49-F238E27FC236}">
                <a16:creationId xmlns:a16="http://schemas.microsoft.com/office/drawing/2014/main" id="{029AF3C0-4F8C-BBCB-535D-562B90C9F545}"/>
              </a:ext>
            </a:extLst>
          </p:cNvPr>
          <p:cNvPicPr/>
          <p:nvPr/>
        </p:nvPicPr>
        <p:blipFill>
          <a:blip r:embed="rId5" cstate="print"/>
          <a:stretch>
            <a:fillRect/>
          </a:stretch>
        </p:blipFill>
        <p:spPr>
          <a:xfrm>
            <a:off x="9329419" y="1478500"/>
            <a:ext cx="2606675" cy="2120900"/>
          </a:xfrm>
          <a:prstGeom prst="rect">
            <a:avLst/>
          </a:prstGeom>
        </p:spPr>
      </p:pic>
      <p:pic>
        <p:nvPicPr>
          <p:cNvPr id="11" name="object 10">
            <a:extLst>
              <a:ext uri="{FF2B5EF4-FFF2-40B4-BE49-F238E27FC236}">
                <a16:creationId xmlns:a16="http://schemas.microsoft.com/office/drawing/2014/main" id="{1994B755-4212-4623-A47F-3BD3AA4651CD}"/>
              </a:ext>
            </a:extLst>
          </p:cNvPr>
          <p:cNvPicPr/>
          <p:nvPr/>
        </p:nvPicPr>
        <p:blipFill>
          <a:blip r:embed="rId6" cstate="print"/>
          <a:stretch>
            <a:fillRect/>
          </a:stretch>
        </p:blipFill>
        <p:spPr>
          <a:xfrm>
            <a:off x="5551804" y="1580735"/>
            <a:ext cx="3427095" cy="19431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09" name="Picture 27">
            <a:extLst>
              <a:ext uri="{FF2B5EF4-FFF2-40B4-BE49-F238E27FC236}">
                <a16:creationId xmlns:a16="http://schemas.microsoft.com/office/drawing/2014/main" id="{91CB4332-2087-754E-F13B-C72E17F748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5400000">
            <a:off x="455613" y="873125"/>
            <a:ext cx="5302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a:extLst>
              <a:ext uri="{FF2B5EF4-FFF2-40B4-BE49-F238E27FC236}">
                <a16:creationId xmlns:a16="http://schemas.microsoft.com/office/drawing/2014/main" id="{DBDE584E-6D01-E52D-7690-7CE8BFE6DAA7}"/>
              </a:ext>
            </a:extLst>
          </p:cNvPr>
          <p:cNvSpPr/>
          <p:nvPr/>
        </p:nvSpPr>
        <p:spPr bwMode="auto">
          <a:xfrm>
            <a:off x="0" y="0"/>
            <a:ext cx="277813" cy="6858000"/>
          </a:xfrm>
          <a:prstGeom prst="rect">
            <a:avLst/>
          </a:prstGeom>
          <a:solidFill>
            <a:srgbClr val="0000FF"/>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7411" name="TextBox 14">
            <a:extLst>
              <a:ext uri="{FF2B5EF4-FFF2-40B4-BE49-F238E27FC236}">
                <a16:creationId xmlns:a16="http://schemas.microsoft.com/office/drawing/2014/main" id="{5E2BC689-DBC6-B3EE-5E4C-E55F11966DC0}"/>
              </a:ext>
            </a:extLst>
          </p:cNvPr>
          <p:cNvSpPr txBox="1">
            <a:spLocks noChangeArrowheads="1"/>
          </p:cNvSpPr>
          <p:nvPr/>
        </p:nvSpPr>
        <p:spPr bwMode="auto">
          <a:xfrm>
            <a:off x="4659313" y="-80682"/>
            <a:ext cx="2687637"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5400" b="1" dirty="0">
                <a:latin typeface="Times New Roman" panose="02020603050405020304" pitchFamily="18" charset="0"/>
                <a:cs typeface="Times New Roman" panose="02020603050405020304" pitchFamily="18" charset="0"/>
              </a:rPr>
              <a:t>Unit II</a:t>
            </a:r>
            <a:endParaRPr lang="en-US" altLang="en-US" sz="5400" dirty="0">
              <a:latin typeface="Times New Roman" panose="02020603050405020304" pitchFamily="18" charset="0"/>
              <a:cs typeface="Times New Roman" panose="02020603050405020304" pitchFamily="18" charset="0"/>
            </a:endParaRPr>
          </a:p>
        </p:txBody>
      </p:sp>
      <p:sp>
        <p:nvSpPr>
          <p:cNvPr id="2" name="object 4">
            <a:extLst>
              <a:ext uri="{FF2B5EF4-FFF2-40B4-BE49-F238E27FC236}">
                <a16:creationId xmlns:a16="http://schemas.microsoft.com/office/drawing/2014/main" id="{1BF51405-9640-A301-A906-3A0BD58B2B88}"/>
              </a:ext>
            </a:extLst>
          </p:cNvPr>
          <p:cNvSpPr txBox="1"/>
          <p:nvPr/>
        </p:nvSpPr>
        <p:spPr>
          <a:xfrm>
            <a:off x="453885" y="1868009"/>
            <a:ext cx="11284230" cy="4976170"/>
          </a:xfrm>
          <a:prstGeom prst="rect">
            <a:avLst/>
          </a:prstGeom>
        </p:spPr>
        <p:txBody>
          <a:bodyPr vert="horz" wrap="square" lIns="0" tIns="128270" rIns="0" bIns="0" rtlCol="0">
            <a:spAutoFit/>
          </a:bodyPr>
          <a:lstStyle/>
          <a:p>
            <a:pPr marL="234950">
              <a:lnSpc>
                <a:spcPct val="100000"/>
              </a:lnSpc>
              <a:spcBef>
                <a:spcPts val="1010"/>
              </a:spcBef>
            </a:pPr>
            <a:r>
              <a:rPr sz="2400" b="1" spc="-10" dirty="0">
                <a:latin typeface="Calibri"/>
                <a:cs typeface="Calibri"/>
              </a:rPr>
              <a:t>Syllabus</a:t>
            </a:r>
            <a:endParaRPr sz="2400" dirty="0">
              <a:latin typeface="Calibri"/>
              <a:cs typeface="Calibri"/>
            </a:endParaRPr>
          </a:p>
          <a:p>
            <a:pPr marL="354965" indent="-342900">
              <a:lnSpc>
                <a:spcPct val="150000"/>
              </a:lnSpc>
              <a:spcBef>
                <a:spcPts val="825"/>
              </a:spcBef>
              <a:buFont typeface="Arial" panose="020B0604020202020204" pitchFamily="34" charset="0"/>
              <a:buChar char="•"/>
              <a:tabLst>
                <a:tab pos="299085" algn="l"/>
                <a:tab pos="299720" algn="l"/>
              </a:tabLst>
            </a:pPr>
            <a:r>
              <a:rPr sz="2400" spc="-5" dirty="0">
                <a:latin typeface="Calibri"/>
                <a:cs typeface="Calibri"/>
              </a:rPr>
              <a:t>Fundamentals</a:t>
            </a:r>
            <a:r>
              <a:rPr sz="2400" spc="-80" dirty="0">
                <a:latin typeface="Calibri"/>
                <a:cs typeface="Calibri"/>
              </a:rPr>
              <a:t> </a:t>
            </a:r>
            <a:r>
              <a:rPr sz="2400" spc="-5" dirty="0">
                <a:latin typeface="Calibri"/>
                <a:cs typeface="Calibri"/>
              </a:rPr>
              <a:t>of</a:t>
            </a:r>
            <a:r>
              <a:rPr sz="2400" spc="-65" dirty="0">
                <a:latin typeface="Calibri"/>
                <a:cs typeface="Calibri"/>
              </a:rPr>
              <a:t> </a:t>
            </a:r>
            <a:r>
              <a:rPr sz="2400" spc="-5" dirty="0">
                <a:latin typeface="Calibri"/>
                <a:cs typeface="Calibri"/>
              </a:rPr>
              <a:t>laser-</a:t>
            </a:r>
            <a:r>
              <a:rPr sz="2400" spc="-20" dirty="0">
                <a:latin typeface="Calibri"/>
                <a:cs typeface="Calibri"/>
              </a:rPr>
              <a:t> </a:t>
            </a:r>
            <a:r>
              <a:rPr sz="2400" spc="-5" dirty="0">
                <a:latin typeface="Calibri"/>
                <a:cs typeface="Calibri"/>
              </a:rPr>
              <a:t>energy</a:t>
            </a:r>
            <a:r>
              <a:rPr sz="2400" spc="-30" dirty="0">
                <a:latin typeface="Calibri"/>
                <a:cs typeface="Calibri"/>
              </a:rPr>
              <a:t> </a:t>
            </a:r>
            <a:r>
              <a:rPr sz="2400" spc="-5" dirty="0">
                <a:latin typeface="Calibri"/>
                <a:cs typeface="Calibri"/>
              </a:rPr>
              <a:t>levels</a:t>
            </a:r>
            <a:r>
              <a:rPr sz="2400" spc="-15" dirty="0">
                <a:latin typeface="Calibri"/>
                <a:cs typeface="Calibri"/>
              </a:rPr>
              <a:t> </a:t>
            </a:r>
            <a:r>
              <a:rPr sz="2400" spc="10" dirty="0">
                <a:latin typeface="Calibri"/>
                <a:cs typeface="Calibri"/>
              </a:rPr>
              <a:t>in</a:t>
            </a:r>
            <a:r>
              <a:rPr sz="2400" spc="-80" dirty="0">
                <a:latin typeface="Calibri"/>
                <a:cs typeface="Calibri"/>
              </a:rPr>
              <a:t> </a:t>
            </a:r>
            <a:r>
              <a:rPr sz="2400" dirty="0">
                <a:latin typeface="Calibri"/>
                <a:cs typeface="Calibri"/>
              </a:rPr>
              <a:t>atoms</a:t>
            </a:r>
          </a:p>
          <a:p>
            <a:pPr marL="354965" indent="-342900">
              <a:lnSpc>
                <a:spcPct val="150000"/>
              </a:lnSpc>
              <a:buFont typeface="Arial" panose="020B0604020202020204" pitchFamily="34" charset="0"/>
              <a:buChar char="•"/>
              <a:tabLst>
                <a:tab pos="299085" algn="l"/>
                <a:tab pos="299720" algn="l"/>
              </a:tabLst>
            </a:pPr>
            <a:r>
              <a:rPr sz="2400" spc="-5" dirty="0">
                <a:latin typeface="Calibri"/>
                <a:cs typeface="Calibri"/>
              </a:rPr>
              <a:t>Radiation</a:t>
            </a:r>
            <a:r>
              <a:rPr sz="2400" spc="-85" dirty="0">
                <a:latin typeface="Calibri"/>
                <a:cs typeface="Calibri"/>
              </a:rPr>
              <a:t> </a:t>
            </a:r>
            <a:r>
              <a:rPr sz="2400" dirty="0">
                <a:latin typeface="Calibri"/>
                <a:cs typeface="Calibri"/>
              </a:rPr>
              <a:t>matter</a:t>
            </a:r>
            <a:r>
              <a:rPr sz="2400" spc="-55" dirty="0">
                <a:latin typeface="Calibri"/>
                <a:cs typeface="Calibri"/>
              </a:rPr>
              <a:t> </a:t>
            </a:r>
            <a:r>
              <a:rPr sz="2400" spc="-5" dirty="0">
                <a:latin typeface="Calibri"/>
                <a:cs typeface="Calibri"/>
              </a:rPr>
              <a:t>interaction,</a:t>
            </a:r>
            <a:r>
              <a:rPr sz="2400" spc="-65" dirty="0">
                <a:latin typeface="Calibri"/>
                <a:cs typeface="Calibri"/>
              </a:rPr>
              <a:t> </a:t>
            </a:r>
            <a:r>
              <a:rPr sz="2400" dirty="0">
                <a:latin typeface="Calibri"/>
                <a:cs typeface="Calibri"/>
              </a:rPr>
              <a:t>Absorption</a:t>
            </a:r>
            <a:r>
              <a:rPr sz="2400" spc="-30" dirty="0">
                <a:latin typeface="Calibri"/>
                <a:cs typeface="Calibri"/>
              </a:rPr>
              <a:t> </a:t>
            </a:r>
            <a:r>
              <a:rPr sz="2400" spc="-5" dirty="0">
                <a:latin typeface="Calibri"/>
                <a:cs typeface="Calibri"/>
              </a:rPr>
              <a:t>of</a:t>
            </a:r>
            <a:r>
              <a:rPr sz="2400" spc="-70" dirty="0">
                <a:latin typeface="Calibri"/>
                <a:cs typeface="Calibri"/>
              </a:rPr>
              <a:t> </a:t>
            </a:r>
            <a:r>
              <a:rPr sz="2400" spc="-5" dirty="0">
                <a:latin typeface="Calibri"/>
                <a:cs typeface="Calibri"/>
              </a:rPr>
              <a:t>light</a:t>
            </a:r>
            <a:endParaRPr sz="2400" dirty="0">
              <a:latin typeface="Calibri"/>
              <a:cs typeface="Calibri"/>
            </a:endParaRPr>
          </a:p>
          <a:p>
            <a:pPr marL="354965" marR="221615" indent="-342900">
              <a:lnSpc>
                <a:spcPct val="150000"/>
              </a:lnSpc>
              <a:spcBef>
                <a:spcPts val="40"/>
              </a:spcBef>
              <a:buFont typeface="Arial" panose="020B0604020202020204" pitchFamily="34" charset="0"/>
              <a:buChar char="•"/>
              <a:tabLst>
                <a:tab pos="299085" algn="l"/>
                <a:tab pos="299720" algn="l"/>
              </a:tabLst>
            </a:pPr>
            <a:r>
              <a:rPr sz="2400" dirty="0">
                <a:latin typeface="Calibri"/>
                <a:cs typeface="Calibri"/>
              </a:rPr>
              <a:t>S</a:t>
            </a:r>
            <a:r>
              <a:rPr sz="2400" spc="-5" dirty="0">
                <a:latin typeface="Calibri"/>
                <a:cs typeface="Calibri"/>
              </a:rPr>
              <a:t>p</a:t>
            </a:r>
            <a:r>
              <a:rPr sz="2400" spc="-15" dirty="0">
                <a:latin typeface="Calibri"/>
                <a:cs typeface="Calibri"/>
              </a:rPr>
              <a:t>o</a:t>
            </a:r>
            <a:r>
              <a:rPr sz="2400" spc="-5" dirty="0">
                <a:latin typeface="Calibri"/>
                <a:cs typeface="Calibri"/>
              </a:rPr>
              <a:t>n</a:t>
            </a:r>
            <a:r>
              <a:rPr sz="2400" spc="-20" dirty="0">
                <a:latin typeface="Calibri"/>
                <a:cs typeface="Calibri"/>
              </a:rPr>
              <a:t>t</a:t>
            </a:r>
            <a:r>
              <a:rPr sz="2400" dirty="0">
                <a:latin typeface="Calibri"/>
                <a:cs typeface="Calibri"/>
              </a:rPr>
              <a:t>a</a:t>
            </a:r>
            <a:r>
              <a:rPr sz="2400" spc="-10" dirty="0">
                <a:latin typeface="Calibri"/>
                <a:cs typeface="Calibri"/>
              </a:rPr>
              <a:t>neo</a:t>
            </a:r>
            <a:r>
              <a:rPr sz="2400" spc="-5" dirty="0">
                <a:latin typeface="Calibri"/>
                <a:cs typeface="Calibri"/>
              </a:rPr>
              <a:t>u</a:t>
            </a:r>
            <a:r>
              <a:rPr sz="2400" dirty="0">
                <a:latin typeface="Calibri"/>
                <a:cs typeface="Calibri"/>
              </a:rPr>
              <a:t>s</a:t>
            </a:r>
            <a:r>
              <a:rPr sz="2400" spc="-60" dirty="0">
                <a:latin typeface="Calibri"/>
                <a:cs typeface="Calibri"/>
              </a:rPr>
              <a:t> </a:t>
            </a:r>
            <a:r>
              <a:rPr sz="2400" spc="-10" dirty="0">
                <a:latin typeface="Calibri"/>
                <a:cs typeface="Calibri"/>
              </a:rPr>
              <a:t>e</a:t>
            </a:r>
            <a:r>
              <a:rPr sz="2400" spc="10" dirty="0">
                <a:latin typeface="Calibri"/>
                <a:cs typeface="Calibri"/>
              </a:rPr>
              <a:t>m</a:t>
            </a:r>
            <a:r>
              <a:rPr sz="2400" spc="-10" dirty="0">
                <a:latin typeface="Calibri"/>
                <a:cs typeface="Calibri"/>
              </a:rPr>
              <a:t>i</a:t>
            </a:r>
            <a:r>
              <a:rPr sz="2400" spc="-5" dirty="0">
                <a:latin typeface="Calibri"/>
                <a:cs typeface="Calibri"/>
              </a:rPr>
              <a:t>s</a:t>
            </a:r>
            <a:r>
              <a:rPr sz="2400" spc="-10" dirty="0">
                <a:latin typeface="Calibri"/>
                <a:cs typeface="Calibri"/>
              </a:rPr>
              <a:t>sio</a:t>
            </a:r>
            <a:r>
              <a:rPr sz="2400" dirty="0">
                <a:latin typeface="Calibri"/>
                <a:cs typeface="Calibri"/>
              </a:rPr>
              <a:t>n</a:t>
            </a:r>
            <a:r>
              <a:rPr sz="2400" spc="-55" dirty="0">
                <a:latin typeface="Calibri"/>
                <a:cs typeface="Calibri"/>
              </a:rPr>
              <a:t> </a:t>
            </a:r>
            <a:r>
              <a:rPr sz="2400" spc="-10" dirty="0">
                <a:latin typeface="Calibri"/>
                <a:cs typeface="Calibri"/>
              </a:rPr>
              <a:t>o</a:t>
            </a:r>
            <a:r>
              <a:rPr sz="2400" dirty="0">
                <a:latin typeface="Calibri"/>
                <a:cs typeface="Calibri"/>
              </a:rPr>
              <a:t>f</a:t>
            </a:r>
            <a:r>
              <a:rPr sz="2400" spc="-60" dirty="0">
                <a:latin typeface="Calibri"/>
                <a:cs typeface="Calibri"/>
              </a:rPr>
              <a:t> </a:t>
            </a:r>
            <a:r>
              <a:rPr sz="2400" spc="10" dirty="0">
                <a:latin typeface="Calibri"/>
                <a:cs typeface="Calibri"/>
              </a:rPr>
              <a:t>l</a:t>
            </a:r>
            <a:r>
              <a:rPr sz="2400" spc="-10" dirty="0">
                <a:latin typeface="Calibri"/>
                <a:cs typeface="Calibri"/>
              </a:rPr>
              <a:t>i</a:t>
            </a:r>
            <a:r>
              <a:rPr sz="2400" spc="10" dirty="0">
                <a:latin typeface="Calibri"/>
                <a:cs typeface="Calibri"/>
              </a:rPr>
              <a:t>g</a:t>
            </a:r>
            <a:r>
              <a:rPr sz="2400" spc="-5" dirty="0">
                <a:latin typeface="Calibri"/>
                <a:cs typeface="Calibri"/>
              </a:rPr>
              <a:t>h</a:t>
            </a:r>
            <a:r>
              <a:rPr sz="2400" spc="-20" dirty="0">
                <a:latin typeface="Calibri"/>
                <a:cs typeface="Calibri"/>
              </a:rPr>
              <a:t>t</a:t>
            </a:r>
            <a:r>
              <a:rPr sz="2400" dirty="0">
                <a:latin typeface="Calibri"/>
                <a:cs typeface="Calibri"/>
              </a:rPr>
              <a:t>,</a:t>
            </a:r>
            <a:r>
              <a:rPr sz="2400" spc="-65" dirty="0">
                <a:latin typeface="Calibri"/>
                <a:cs typeface="Calibri"/>
              </a:rPr>
              <a:t> </a:t>
            </a:r>
            <a:r>
              <a:rPr sz="2400" spc="-5" dirty="0">
                <a:latin typeface="Calibri"/>
                <a:cs typeface="Calibri"/>
              </a:rPr>
              <a:t>s</a:t>
            </a:r>
            <a:r>
              <a:rPr sz="2400" spc="-20" dirty="0">
                <a:latin typeface="Calibri"/>
                <a:cs typeface="Calibri"/>
              </a:rPr>
              <a:t>t</a:t>
            </a:r>
            <a:r>
              <a:rPr sz="2400" spc="-10" dirty="0">
                <a:latin typeface="Calibri"/>
                <a:cs typeface="Calibri"/>
              </a:rPr>
              <a:t>i</a:t>
            </a:r>
            <a:r>
              <a:rPr sz="2400" spc="10" dirty="0">
                <a:latin typeface="Calibri"/>
                <a:cs typeface="Calibri"/>
              </a:rPr>
              <a:t>m</a:t>
            </a:r>
            <a:r>
              <a:rPr sz="2400" spc="-5" dirty="0">
                <a:latin typeface="Calibri"/>
                <a:cs typeface="Calibri"/>
              </a:rPr>
              <a:t>u</a:t>
            </a:r>
            <a:r>
              <a:rPr sz="2400" spc="-20" dirty="0">
                <a:latin typeface="Calibri"/>
                <a:cs typeface="Calibri"/>
              </a:rPr>
              <a:t>l</a:t>
            </a:r>
            <a:r>
              <a:rPr sz="2400" dirty="0">
                <a:latin typeface="Calibri"/>
                <a:cs typeface="Calibri"/>
              </a:rPr>
              <a:t>a</a:t>
            </a:r>
            <a:r>
              <a:rPr sz="2400" spc="-15" dirty="0">
                <a:latin typeface="Calibri"/>
                <a:cs typeface="Calibri"/>
              </a:rPr>
              <a:t>t</a:t>
            </a:r>
            <a:r>
              <a:rPr sz="2400" spc="-10" dirty="0">
                <a:latin typeface="Calibri"/>
                <a:cs typeface="Calibri"/>
              </a:rPr>
              <a:t>e</a:t>
            </a:r>
            <a:r>
              <a:rPr sz="2400" dirty="0">
                <a:latin typeface="Calibri"/>
                <a:cs typeface="Calibri"/>
              </a:rPr>
              <a:t>d</a:t>
            </a:r>
            <a:r>
              <a:rPr sz="2400" spc="-100" dirty="0">
                <a:latin typeface="Calibri"/>
                <a:cs typeface="Calibri"/>
              </a:rPr>
              <a:t> </a:t>
            </a:r>
            <a:r>
              <a:rPr sz="2400" spc="-10" dirty="0">
                <a:latin typeface="Calibri"/>
                <a:cs typeface="Calibri"/>
              </a:rPr>
              <a:t>e</a:t>
            </a:r>
            <a:r>
              <a:rPr sz="2400" spc="10" dirty="0">
                <a:latin typeface="Calibri"/>
                <a:cs typeface="Calibri"/>
              </a:rPr>
              <a:t>m</a:t>
            </a:r>
            <a:r>
              <a:rPr sz="2400" spc="-10" dirty="0">
                <a:latin typeface="Calibri"/>
                <a:cs typeface="Calibri"/>
              </a:rPr>
              <a:t>i</a:t>
            </a:r>
            <a:r>
              <a:rPr sz="2400" spc="-5" dirty="0">
                <a:latin typeface="Calibri"/>
                <a:cs typeface="Calibri"/>
              </a:rPr>
              <a:t>s</a:t>
            </a:r>
            <a:r>
              <a:rPr sz="2400" spc="-10" dirty="0">
                <a:latin typeface="Calibri"/>
                <a:cs typeface="Calibri"/>
              </a:rPr>
              <a:t>sio</a:t>
            </a:r>
            <a:r>
              <a:rPr sz="2400" dirty="0">
                <a:latin typeface="Calibri"/>
                <a:cs typeface="Calibri"/>
              </a:rPr>
              <a:t>n</a:t>
            </a:r>
            <a:r>
              <a:rPr sz="2400" spc="-55" dirty="0">
                <a:latin typeface="Calibri"/>
                <a:cs typeface="Calibri"/>
              </a:rPr>
              <a:t> </a:t>
            </a:r>
            <a:r>
              <a:rPr sz="2400" spc="-10" dirty="0">
                <a:latin typeface="Calibri"/>
                <a:cs typeface="Calibri"/>
              </a:rPr>
              <a:t>of  </a:t>
            </a:r>
            <a:r>
              <a:rPr sz="2400" spc="-5" dirty="0">
                <a:latin typeface="Calibri"/>
                <a:cs typeface="Calibri"/>
              </a:rPr>
              <a:t>light</a:t>
            </a:r>
            <a:endParaRPr sz="2400" dirty="0">
              <a:latin typeface="Calibri"/>
              <a:cs typeface="Calibri"/>
            </a:endParaRPr>
          </a:p>
          <a:p>
            <a:pPr marL="354965" indent="-342900">
              <a:lnSpc>
                <a:spcPct val="150000"/>
              </a:lnSpc>
              <a:spcBef>
                <a:spcPts val="10"/>
              </a:spcBef>
              <a:buFont typeface="Arial" panose="020B0604020202020204" pitchFamily="34" charset="0"/>
              <a:buChar char="•"/>
              <a:tabLst>
                <a:tab pos="299085" algn="l"/>
                <a:tab pos="299720" algn="l"/>
              </a:tabLst>
            </a:pPr>
            <a:r>
              <a:rPr sz="2400" spc="-5" dirty="0">
                <a:latin typeface="Calibri"/>
                <a:cs typeface="Calibri"/>
              </a:rPr>
              <a:t>Population</a:t>
            </a:r>
            <a:r>
              <a:rPr sz="2400" spc="-75" dirty="0">
                <a:latin typeface="Calibri"/>
                <a:cs typeface="Calibri"/>
              </a:rPr>
              <a:t> </a:t>
            </a:r>
            <a:r>
              <a:rPr sz="2400" spc="-5" dirty="0">
                <a:latin typeface="Calibri"/>
                <a:cs typeface="Calibri"/>
              </a:rPr>
              <a:t>of</a:t>
            </a:r>
            <a:r>
              <a:rPr sz="2400" spc="-65" dirty="0">
                <a:latin typeface="Calibri"/>
                <a:cs typeface="Calibri"/>
              </a:rPr>
              <a:t> </a:t>
            </a:r>
            <a:r>
              <a:rPr sz="2400" dirty="0">
                <a:latin typeface="Calibri"/>
                <a:cs typeface="Calibri"/>
              </a:rPr>
              <a:t>energy</a:t>
            </a:r>
            <a:r>
              <a:rPr sz="2400" spc="-35" dirty="0">
                <a:latin typeface="Calibri"/>
                <a:cs typeface="Calibri"/>
              </a:rPr>
              <a:t> </a:t>
            </a:r>
            <a:r>
              <a:rPr sz="2400" spc="-5" dirty="0">
                <a:latin typeface="Calibri"/>
                <a:cs typeface="Calibri"/>
              </a:rPr>
              <a:t>levels,</a:t>
            </a:r>
            <a:r>
              <a:rPr sz="2400" spc="-50" dirty="0">
                <a:latin typeface="Calibri"/>
                <a:cs typeface="Calibri"/>
              </a:rPr>
              <a:t> </a:t>
            </a:r>
            <a:r>
              <a:rPr sz="2400" spc="-5" dirty="0">
                <a:latin typeface="Calibri"/>
                <a:cs typeface="Calibri"/>
              </a:rPr>
              <a:t>Einstein</a:t>
            </a:r>
            <a:r>
              <a:rPr sz="2400" spc="-25" dirty="0">
                <a:latin typeface="Calibri"/>
                <a:cs typeface="Calibri"/>
              </a:rPr>
              <a:t> </a:t>
            </a:r>
            <a:r>
              <a:rPr sz="2400" dirty="0">
                <a:latin typeface="Calibri"/>
                <a:cs typeface="Calibri"/>
              </a:rPr>
              <a:t>A</a:t>
            </a:r>
            <a:r>
              <a:rPr sz="2400" spc="-45" dirty="0">
                <a:latin typeface="Calibri"/>
                <a:cs typeface="Calibri"/>
              </a:rPr>
              <a:t> </a:t>
            </a:r>
            <a:r>
              <a:rPr sz="2400" dirty="0">
                <a:latin typeface="Calibri"/>
                <a:cs typeface="Calibri"/>
              </a:rPr>
              <a:t>and</a:t>
            </a:r>
            <a:r>
              <a:rPr sz="2400" spc="-55" dirty="0">
                <a:latin typeface="Calibri"/>
                <a:cs typeface="Calibri"/>
              </a:rPr>
              <a:t> </a:t>
            </a:r>
            <a:r>
              <a:rPr sz="2400" dirty="0">
                <a:latin typeface="Calibri"/>
                <a:cs typeface="Calibri"/>
              </a:rPr>
              <a:t>B</a:t>
            </a:r>
            <a:r>
              <a:rPr sz="2400" spc="-65" dirty="0">
                <a:latin typeface="Calibri"/>
                <a:cs typeface="Calibri"/>
              </a:rPr>
              <a:t> </a:t>
            </a:r>
            <a:r>
              <a:rPr sz="2400" spc="-5" dirty="0">
                <a:latin typeface="Calibri"/>
                <a:cs typeface="Calibri"/>
              </a:rPr>
              <a:t>coefficients</a:t>
            </a:r>
            <a:endParaRPr sz="2400" dirty="0">
              <a:latin typeface="Calibri"/>
              <a:cs typeface="Calibri"/>
            </a:endParaRPr>
          </a:p>
          <a:p>
            <a:pPr marL="354965" indent="-342900">
              <a:lnSpc>
                <a:spcPct val="150000"/>
              </a:lnSpc>
              <a:buFont typeface="Arial" panose="020B0604020202020204" pitchFamily="34" charset="0"/>
              <a:buChar char="•"/>
              <a:tabLst>
                <a:tab pos="299085" algn="l"/>
                <a:tab pos="299720" algn="l"/>
              </a:tabLst>
            </a:pPr>
            <a:r>
              <a:rPr sz="2400" spc="-5" dirty="0">
                <a:latin typeface="Calibri"/>
                <a:cs typeface="Calibri"/>
              </a:rPr>
              <a:t>Metastable</a:t>
            </a:r>
            <a:r>
              <a:rPr sz="2400" spc="-105" dirty="0">
                <a:latin typeface="Calibri"/>
                <a:cs typeface="Calibri"/>
              </a:rPr>
              <a:t> </a:t>
            </a:r>
            <a:r>
              <a:rPr sz="2400" spc="-10" dirty="0">
                <a:latin typeface="Calibri"/>
                <a:cs typeface="Calibri"/>
              </a:rPr>
              <a:t>state,</a:t>
            </a:r>
            <a:r>
              <a:rPr sz="2400" spc="-65" dirty="0">
                <a:latin typeface="Calibri"/>
                <a:cs typeface="Calibri"/>
              </a:rPr>
              <a:t> </a:t>
            </a:r>
            <a:r>
              <a:rPr sz="2400" spc="-10" dirty="0">
                <a:latin typeface="Calibri"/>
                <a:cs typeface="Calibri"/>
              </a:rPr>
              <a:t>population</a:t>
            </a:r>
            <a:r>
              <a:rPr sz="2400" spc="-45" dirty="0">
                <a:latin typeface="Calibri"/>
                <a:cs typeface="Calibri"/>
              </a:rPr>
              <a:t> </a:t>
            </a:r>
            <a:r>
              <a:rPr sz="2400" spc="-10" dirty="0">
                <a:latin typeface="Calibri"/>
                <a:cs typeface="Calibri"/>
              </a:rPr>
              <a:t>inversion,</a:t>
            </a:r>
            <a:r>
              <a:rPr sz="2400" spc="-65" dirty="0">
                <a:latin typeface="Calibri"/>
                <a:cs typeface="Calibri"/>
              </a:rPr>
              <a:t> </a:t>
            </a:r>
            <a:r>
              <a:rPr sz="2400" spc="-5" dirty="0">
                <a:latin typeface="Calibri"/>
                <a:cs typeface="Calibri"/>
              </a:rPr>
              <a:t>lasing</a:t>
            </a:r>
            <a:r>
              <a:rPr sz="2400" spc="-70" dirty="0">
                <a:latin typeface="Calibri"/>
                <a:cs typeface="Calibri"/>
              </a:rPr>
              <a:t> </a:t>
            </a:r>
            <a:r>
              <a:rPr sz="2400" spc="-5" dirty="0">
                <a:latin typeface="Calibri"/>
                <a:cs typeface="Calibri"/>
              </a:rPr>
              <a:t>action</a:t>
            </a:r>
            <a:endParaRPr sz="2400" dirty="0">
              <a:latin typeface="Calibri"/>
              <a:cs typeface="Calibri"/>
            </a:endParaRPr>
          </a:p>
          <a:p>
            <a:pPr marL="354965" marR="901700" indent="-342900">
              <a:lnSpc>
                <a:spcPct val="150000"/>
              </a:lnSpc>
              <a:spcBef>
                <a:spcPts val="40"/>
              </a:spcBef>
              <a:buFont typeface="Arial" panose="020B0604020202020204" pitchFamily="34" charset="0"/>
              <a:buChar char="•"/>
              <a:tabLst>
                <a:tab pos="299085" algn="l"/>
                <a:tab pos="299720" algn="l"/>
              </a:tabLst>
            </a:pPr>
            <a:r>
              <a:rPr sz="2400" spc="5" dirty="0">
                <a:latin typeface="Calibri"/>
                <a:cs typeface="Calibri"/>
              </a:rPr>
              <a:t>P</a:t>
            </a:r>
            <a:r>
              <a:rPr sz="2400" spc="-10" dirty="0">
                <a:latin typeface="Calibri"/>
                <a:cs typeface="Calibri"/>
              </a:rPr>
              <a:t>ro</a:t>
            </a:r>
            <a:r>
              <a:rPr sz="2400" spc="-5" dirty="0">
                <a:latin typeface="Calibri"/>
                <a:cs typeface="Calibri"/>
              </a:rPr>
              <a:t>p</a:t>
            </a:r>
            <a:r>
              <a:rPr sz="2400" spc="-15" dirty="0">
                <a:latin typeface="Calibri"/>
                <a:cs typeface="Calibri"/>
              </a:rPr>
              <a:t>e</a:t>
            </a:r>
            <a:r>
              <a:rPr sz="2400" spc="-10" dirty="0">
                <a:latin typeface="Calibri"/>
                <a:cs typeface="Calibri"/>
              </a:rPr>
              <a:t>r</a:t>
            </a:r>
            <a:r>
              <a:rPr sz="2400" spc="-15" dirty="0">
                <a:latin typeface="Calibri"/>
                <a:cs typeface="Calibri"/>
              </a:rPr>
              <a:t>t</a:t>
            </a:r>
            <a:r>
              <a:rPr sz="2400" spc="-10" dirty="0">
                <a:latin typeface="Calibri"/>
                <a:cs typeface="Calibri"/>
              </a:rPr>
              <a:t>ie</a:t>
            </a:r>
            <a:r>
              <a:rPr sz="2400" dirty="0">
                <a:latin typeface="Calibri"/>
                <a:cs typeface="Calibri"/>
              </a:rPr>
              <a:t>s</a:t>
            </a:r>
            <a:r>
              <a:rPr sz="2400" spc="-50" dirty="0">
                <a:latin typeface="Calibri"/>
                <a:cs typeface="Calibri"/>
              </a:rPr>
              <a:t> </a:t>
            </a:r>
            <a:r>
              <a:rPr sz="2400" spc="-10" dirty="0">
                <a:latin typeface="Calibri"/>
                <a:cs typeface="Calibri"/>
              </a:rPr>
              <a:t>o</a:t>
            </a:r>
            <a:r>
              <a:rPr sz="2400" dirty="0">
                <a:latin typeface="Calibri"/>
                <a:cs typeface="Calibri"/>
              </a:rPr>
              <a:t>f</a:t>
            </a:r>
            <a:r>
              <a:rPr sz="2400" spc="-85" dirty="0">
                <a:latin typeface="Calibri"/>
                <a:cs typeface="Calibri"/>
              </a:rPr>
              <a:t> </a:t>
            </a:r>
            <a:r>
              <a:rPr sz="2400" spc="-10" dirty="0">
                <a:latin typeface="Calibri"/>
                <a:cs typeface="Calibri"/>
              </a:rPr>
              <a:t>l</a:t>
            </a:r>
            <a:r>
              <a:rPr sz="2400" spc="-30" dirty="0">
                <a:latin typeface="Calibri"/>
                <a:cs typeface="Calibri"/>
              </a:rPr>
              <a:t>a</a:t>
            </a:r>
            <a:r>
              <a:rPr sz="2400" spc="-5" dirty="0">
                <a:latin typeface="Calibri"/>
                <a:cs typeface="Calibri"/>
              </a:rPr>
              <a:t>s</a:t>
            </a:r>
            <a:r>
              <a:rPr sz="2400" spc="-15" dirty="0">
                <a:latin typeface="Calibri"/>
                <a:cs typeface="Calibri"/>
              </a:rPr>
              <a:t>e</a:t>
            </a:r>
            <a:r>
              <a:rPr sz="2400" spc="-10" dirty="0">
                <a:latin typeface="Calibri"/>
                <a:cs typeface="Calibri"/>
              </a:rPr>
              <a:t>r</a:t>
            </a:r>
            <a:r>
              <a:rPr sz="2400" dirty="0">
                <a:latin typeface="Calibri"/>
                <a:cs typeface="Calibri"/>
              </a:rPr>
              <a:t>,</a:t>
            </a:r>
            <a:r>
              <a:rPr sz="2400" spc="-70" dirty="0">
                <a:latin typeface="Calibri"/>
                <a:cs typeface="Calibri"/>
              </a:rPr>
              <a:t> </a:t>
            </a:r>
            <a:r>
              <a:rPr sz="2400" spc="-10" dirty="0">
                <a:latin typeface="Calibri"/>
                <a:cs typeface="Calibri"/>
              </a:rPr>
              <a:t>re</a:t>
            </a:r>
            <a:r>
              <a:rPr sz="2400" spc="-5" dirty="0">
                <a:latin typeface="Calibri"/>
                <a:cs typeface="Calibri"/>
              </a:rPr>
              <a:t>s</a:t>
            </a:r>
            <a:r>
              <a:rPr sz="2400" spc="-15" dirty="0">
                <a:latin typeface="Calibri"/>
                <a:cs typeface="Calibri"/>
              </a:rPr>
              <a:t>o</a:t>
            </a:r>
            <a:r>
              <a:rPr sz="2400" spc="-30" dirty="0">
                <a:latin typeface="Calibri"/>
                <a:cs typeface="Calibri"/>
              </a:rPr>
              <a:t>n</a:t>
            </a:r>
            <a:r>
              <a:rPr sz="2400" dirty="0">
                <a:latin typeface="Calibri"/>
                <a:cs typeface="Calibri"/>
              </a:rPr>
              <a:t>a</a:t>
            </a:r>
            <a:r>
              <a:rPr sz="2400" spc="-10" dirty="0">
                <a:latin typeface="Calibri"/>
                <a:cs typeface="Calibri"/>
              </a:rPr>
              <a:t>n</a:t>
            </a:r>
            <a:r>
              <a:rPr sz="2400" dirty="0">
                <a:latin typeface="Calibri"/>
                <a:cs typeface="Calibri"/>
              </a:rPr>
              <a:t>t</a:t>
            </a:r>
            <a:r>
              <a:rPr sz="2400" spc="-110" dirty="0">
                <a:latin typeface="Calibri"/>
                <a:cs typeface="Calibri"/>
              </a:rPr>
              <a:t> </a:t>
            </a:r>
            <a:r>
              <a:rPr sz="2400" spc="-10" dirty="0">
                <a:latin typeface="Calibri"/>
                <a:cs typeface="Calibri"/>
              </a:rPr>
              <a:t>c</a:t>
            </a:r>
            <a:r>
              <a:rPr sz="2400" dirty="0">
                <a:latin typeface="Calibri"/>
                <a:cs typeface="Calibri"/>
              </a:rPr>
              <a:t>a</a:t>
            </a:r>
            <a:r>
              <a:rPr sz="2400" spc="-10" dirty="0">
                <a:latin typeface="Calibri"/>
                <a:cs typeface="Calibri"/>
              </a:rPr>
              <a:t>vi</a:t>
            </a:r>
            <a:r>
              <a:rPr sz="2400" spc="-15" dirty="0">
                <a:latin typeface="Calibri"/>
                <a:cs typeface="Calibri"/>
              </a:rPr>
              <a:t>t</a:t>
            </a:r>
            <a:r>
              <a:rPr sz="2400" spc="-10" dirty="0">
                <a:latin typeface="Calibri"/>
                <a:cs typeface="Calibri"/>
              </a:rPr>
              <a:t>y</a:t>
            </a:r>
            <a:r>
              <a:rPr sz="2400" dirty="0">
                <a:latin typeface="Calibri"/>
                <a:cs typeface="Calibri"/>
              </a:rPr>
              <a:t>,</a:t>
            </a:r>
            <a:r>
              <a:rPr sz="2400" spc="-70" dirty="0">
                <a:latin typeface="Calibri"/>
                <a:cs typeface="Calibri"/>
              </a:rPr>
              <a:t> </a:t>
            </a:r>
            <a:r>
              <a:rPr sz="2400" spc="-10" dirty="0">
                <a:latin typeface="Calibri"/>
                <a:cs typeface="Calibri"/>
              </a:rPr>
              <a:t>e</a:t>
            </a:r>
            <a:r>
              <a:rPr sz="2400" spc="-25" dirty="0">
                <a:latin typeface="Calibri"/>
                <a:cs typeface="Calibri"/>
              </a:rPr>
              <a:t>x</a:t>
            </a:r>
            <a:r>
              <a:rPr sz="2400" spc="-10" dirty="0">
                <a:latin typeface="Calibri"/>
                <a:cs typeface="Calibri"/>
              </a:rPr>
              <a:t>ci</a:t>
            </a:r>
            <a:r>
              <a:rPr sz="2400" spc="-15" dirty="0">
                <a:latin typeface="Calibri"/>
                <a:cs typeface="Calibri"/>
              </a:rPr>
              <a:t>t</a:t>
            </a:r>
            <a:r>
              <a:rPr sz="2400" dirty="0">
                <a:latin typeface="Calibri"/>
                <a:cs typeface="Calibri"/>
              </a:rPr>
              <a:t>a</a:t>
            </a:r>
            <a:r>
              <a:rPr sz="2400" spc="-15" dirty="0">
                <a:latin typeface="Calibri"/>
                <a:cs typeface="Calibri"/>
              </a:rPr>
              <a:t>t</a:t>
            </a:r>
            <a:r>
              <a:rPr sz="2400" spc="10" dirty="0">
                <a:latin typeface="Calibri"/>
                <a:cs typeface="Calibri"/>
              </a:rPr>
              <a:t>i</a:t>
            </a:r>
            <a:r>
              <a:rPr sz="2400" spc="-10" dirty="0">
                <a:latin typeface="Calibri"/>
                <a:cs typeface="Calibri"/>
              </a:rPr>
              <a:t>o</a:t>
            </a:r>
            <a:r>
              <a:rPr sz="2400" dirty="0">
                <a:latin typeface="Calibri"/>
                <a:cs typeface="Calibri"/>
              </a:rPr>
              <a:t>n  </a:t>
            </a:r>
            <a:r>
              <a:rPr sz="2400" spc="-5" dirty="0">
                <a:latin typeface="Calibri"/>
                <a:cs typeface="Calibri"/>
              </a:rPr>
              <a:t>mechanisms</a:t>
            </a:r>
            <a:endParaRPr sz="2400" dirty="0">
              <a:latin typeface="Calibri"/>
              <a:cs typeface="Calibri"/>
            </a:endParaRPr>
          </a:p>
          <a:p>
            <a:pPr marL="354965" indent="-342900">
              <a:lnSpc>
                <a:spcPct val="150000"/>
              </a:lnSpc>
              <a:buFont typeface="Arial" panose="020B0604020202020204" pitchFamily="34" charset="0"/>
              <a:buChar char="•"/>
              <a:tabLst>
                <a:tab pos="299085" algn="l"/>
                <a:tab pos="299720" algn="l"/>
              </a:tabLst>
            </a:pPr>
            <a:r>
              <a:rPr sz="2400" spc="-5" dirty="0">
                <a:latin typeface="Calibri"/>
                <a:cs typeface="Calibri"/>
              </a:rPr>
              <a:t>N</a:t>
            </a:r>
            <a:r>
              <a:rPr sz="2400" dirty="0">
                <a:latin typeface="Calibri"/>
                <a:cs typeface="Calibri"/>
              </a:rPr>
              <a:t>d</a:t>
            </a:r>
            <a:r>
              <a:rPr sz="2400" spc="-105" dirty="0">
                <a:latin typeface="Calibri"/>
                <a:cs typeface="Calibri"/>
              </a:rPr>
              <a:t> </a:t>
            </a:r>
            <a:r>
              <a:rPr sz="2400" dirty="0">
                <a:latin typeface="Calibri"/>
                <a:cs typeface="Calibri"/>
              </a:rPr>
              <a:t>-</a:t>
            </a:r>
            <a:r>
              <a:rPr sz="2400" spc="-65" dirty="0">
                <a:latin typeface="Calibri"/>
                <a:cs typeface="Calibri"/>
              </a:rPr>
              <a:t> </a:t>
            </a:r>
            <a:r>
              <a:rPr sz="2400" spc="5" dirty="0">
                <a:latin typeface="Calibri"/>
                <a:cs typeface="Calibri"/>
              </a:rPr>
              <a:t>Y</a:t>
            </a:r>
            <a:r>
              <a:rPr sz="2400" dirty="0">
                <a:latin typeface="Calibri"/>
                <a:cs typeface="Calibri"/>
              </a:rPr>
              <a:t>A</a:t>
            </a:r>
            <a:r>
              <a:rPr sz="2400" spc="-30" dirty="0">
                <a:latin typeface="Calibri"/>
                <a:cs typeface="Calibri"/>
              </a:rPr>
              <a:t>G</a:t>
            </a:r>
            <a:r>
              <a:rPr sz="2400" dirty="0">
                <a:latin typeface="Calibri"/>
                <a:cs typeface="Calibri"/>
              </a:rPr>
              <a:t>,</a:t>
            </a:r>
            <a:r>
              <a:rPr sz="2400" spc="-45" dirty="0">
                <a:latin typeface="Calibri"/>
                <a:cs typeface="Calibri"/>
              </a:rPr>
              <a:t> </a:t>
            </a:r>
            <a:r>
              <a:rPr sz="2400" spc="10" dirty="0">
                <a:latin typeface="Calibri"/>
                <a:cs typeface="Calibri"/>
              </a:rPr>
              <a:t>H</a:t>
            </a:r>
            <a:r>
              <a:rPr sz="2400" spc="-35" dirty="0">
                <a:latin typeface="Calibri"/>
                <a:cs typeface="Calibri"/>
              </a:rPr>
              <a:t>e</a:t>
            </a:r>
            <a:r>
              <a:rPr sz="2400" spc="10" dirty="0">
                <a:latin typeface="Calibri"/>
                <a:cs typeface="Calibri"/>
              </a:rPr>
              <a:t>-</a:t>
            </a:r>
            <a:r>
              <a:rPr sz="2400" spc="-5" dirty="0">
                <a:latin typeface="Calibri"/>
                <a:cs typeface="Calibri"/>
              </a:rPr>
              <a:t>N</a:t>
            </a:r>
            <a:r>
              <a:rPr sz="2400" dirty="0">
                <a:latin typeface="Calibri"/>
                <a:cs typeface="Calibri"/>
              </a:rPr>
              <a:t>e</a:t>
            </a:r>
            <a:r>
              <a:rPr sz="2400" spc="-85" dirty="0">
                <a:latin typeface="Calibri"/>
                <a:cs typeface="Calibri"/>
              </a:rPr>
              <a:t> </a:t>
            </a:r>
            <a:r>
              <a:rPr sz="2400" spc="-5" dirty="0">
                <a:latin typeface="Calibri"/>
                <a:cs typeface="Calibri"/>
              </a:rPr>
              <a:t>L</a:t>
            </a:r>
            <a:r>
              <a:rPr sz="2400" spc="-10" dirty="0">
                <a:latin typeface="Calibri"/>
                <a:cs typeface="Calibri"/>
              </a:rPr>
              <a:t>a</a:t>
            </a:r>
            <a:r>
              <a:rPr sz="2400" spc="-5" dirty="0">
                <a:latin typeface="Calibri"/>
                <a:cs typeface="Calibri"/>
              </a:rPr>
              <a:t>s</a:t>
            </a:r>
            <a:r>
              <a:rPr sz="2400" spc="-15" dirty="0">
                <a:latin typeface="Calibri"/>
                <a:cs typeface="Calibri"/>
              </a:rPr>
              <a:t>e</a:t>
            </a:r>
            <a:r>
              <a:rPr sz="2400" spc="-10" dirty="0">
                <a:latin typeface="Calibri"/>
                <a:cs typeface="Calibri"/>
              </a:rPr>
              <a:t>r</a:t>
            </a:r>
            <a:r>
              <a:rPr sz="2400" dirty="0">
                <a:latin typeface="Calibri"/>
                <a:cs typeface="Calibri"/>
              </a:rPr>
              <a:t>,</a:t>
            </a:r>
            <a:r>
              <a:rPr sz="2400" spc="-70" dirty="0">
                <a:latin typeface="Calibri"/>
                <a:cs typeface="Calibri"/>
              </a:rPr>
              <a:t> </a:t>
            </a:r>
            <a:r>
              <a:rPr sz="2400" dirty="0">
                <a:latin typeface="Calibri"/>
                <a:cs typeface="Calibri"/>
              </a:rPr>
              <a:t>S</a:t>
            </a:r>
            <a:r>
              <a:rPr sz="2400" spc="-10" dirty="0">
                <a:latin typeface="Calibri"/>
                <a:cs typeface="Calibri"/>
              </a:rPr>
              <a:t>e</a:t>
            </a:r>
            <a:r>
              <a:rPr sz="2400" spc="10" dirty="0">
                <a:latin typeface="Calibri"/>
                <a:cs typeface="Calibri"/>
              </a:rPr>
              <a:t>m</a:t>
            </a:r>
            <a:r>
              <a:rPr sz="2400" spc="-10" dirty="0">
                <a:latin typeface="Calibri"/>
                <a:cs typeface="Calibri"/>
              </a:rPr>
              <a:t>ico</a:t>
            </a:r>
            <a:r>
              <a:rPr sz="2400" spc="-5" dirty="0">
                <a:latin typeface="Calibri"/>
                <a:cs typeface="Calibri"/>
              </a:rPr>
              <a:t>n</a:t>
            </a:r>
            <a:r>
              <a:rPr sz="2400" spc="-10" dirty="0">
                <a:latin typeface="Calibri"/>
                <a:cs typeface="Calibri"/>
              </a:rPr>
              <a:t>d</a:t>
            </a:r>
            <a:r>
              <a:rPr sz="2400" spc="-5" dirty="0">
                <a:latin typeface="Calibri"/>
                <a:cs typeface="Calibri"/>
              </a:rPr>
              <a:t>u</a:t>
            </a:r>
            <a:r>
              <a:rPr sz="2400" spc="-15" dirty="0">
                <a:latin typeface="Calibri"/>
                <a:cs typeface="Calibri"/>
              </a:rPr>
              <a:t>ct</a:t>
            </a:r>
            <a:r>
              <a:rPr sz="2400" spc="-10" dirty="0">
                <a:latin typeface="Calibri"/>
                <a:cs typeface="Calibri"/>
              </a:rPr>
              <a:t>o</a:t>
            </a:r>
            <a:r>
              <a:rPr sz="2400" dirty="0">
                <a:latin typeface="Calibri"/>
                <a:cs typeface="Calibri"/>
              </a:rPr>
              <a:t>r</a:t>
            </a:r>
            <a:r>
              <a:rPr sz="2400" spc="-55" dirty="0">
                <a:latin typeface="Calibri"/>
                <a:cs typeface="Calibri"/>
              </a:rPr>
              <a:t> </a:t>
            </a:r>
            <a:r>
              <a:rPr sz="2400" spc="-5" dirty="0">
                <a:latin typeface="Calibri"/>
                <a:cs typeface="Calibri"/>
              </a:rPr>
              <a:t>L</a:t>
            </a:r>
            <a:r>
              <a:rPr sz="2400" spc="-10" dirty="0">
                <a:latin typeface="Calibri"/>
                <a:cs typeface="Calibri"/>
              </a:rPr>
              <a:t>a</a:t>
            </a:r>
            <a:r>
              <a:rPr sz="2400" spc="-5" dirty="0">
                <a:latin typeface="Calibri"/>
                <a:cs typeface="Calibri"/>
              </a:rPr>
              <a:t>s</a:t>
            </a:r>
            <a:r>
              <a:rPr sz="2400" spc="-15" dirty="0">
                <a:latin typeface="Calibri"/>
                <a:cs typeface="Calibri"/>
              </a:rPr>
              <a:t>e</a:t>
            </a:r>
            <a:r>
              <a:rPr sz="2400" dirty="0">
                <a:latin typeface="Calibri"/>
                <a:cs typeface="Calibri"/>
              </a:rPr>
              <a:t>r</a:t>
            </a:r>
          </a:p>
          <a:p>
            <a:pPr marL="354965" indent="-342900">
              <a:lnSpc>
                <a:spcPct val="150000"/>
              </a:lnSpc>
              <a:spcBef>
                <a:spcPts val="30"/>
              </a:spcBef>
              <a:buFont typeface="Arial" panose="020B0604020202020204" pitchFamily="34" charset="0"/>
              <a:buChar char="•"/>
              <a:tabLst>
                <a:tab pos="299085" algn="l"/>
                <a:tab pos="299720" algn="l"/>
              </a:tabLst>
            </a:pPr>
            <a:r>
              <a:rPr sz="2400" dirty="0">
                <a:latin typeface="Calibri"/>
                <a:cs typeface="Calibri"/>
              </a:rPr>
              <a:t>A</a:t>
            </a:r>
            <a:r>
              <a:rPr sz="2400" spc="-5" dirty="0">
                <a:latin typeface="Calibri"/>
                <a:cs typeface="Calibri"/>
              </a:rPr>
              <a:t>p</a:t>
            </a:r>
            <a:r>
              <a:rPr sz="2400" spc="-10" dirty="0">
                <a:latin typeface="Calibri"/>
                <a:cs typeface="Calibri"/>
              </a:rPr>
              <a:t>plic</a:t>
            </a:r>
            <a:r>
              <a:rPr sz="2400" dirty="0">
                <a:latin typeface="Calibri"/>
                <a:cs typeface="Calibri"/>
              </a:rPr>
              <a:t>a</a:t>
            </a:r>
            <a:r>
              <a:rPr sz="2400" spc="-15" dirty="0">
                <a:latin typeface="Calibri"/>
                <a:cs typeface="Calibri"/>
              </a:rPr>
              <a:t>t</a:t>
            </a:r>
            <a:r>
              <a:rPr sz="2400" spc="-10" dirty="0">
                <a:latin typeface="Calibri"/>
                <a:cs typeface="Calibri"/>
              </a:rPr>
              <a:t>io</a:t>
            </a:r>
            <a:r>
              <a:rPr sz="2400" spc="-5" dirty="0">
                <a:latin typeface="Calibri"/>
                <a:cs typeface="Calibri"/>
              </a:rPr>
              <a:t>n</a:t>
            </a:r>
            <a:r>
              <a:rPr sz="2400" dirty="0">
                <a:latin typeface="Calibri"/>
                <a:cs typeface="Calibri"/>
              </a:rPr>
              <a:t>s</a:t>
            </a:r>
            <a:r>
              <a:rPr sz="2400" spc="-105" dirty="0">
                <a:latin typeface="Calibri"/>
                <a:cs typeface="Calibri"/>
              </a:rPr>
              <a:t> </a:t>
            </a:r>
            <a:r>
              <a:rPr sz="2400" spc="-10" dirty="0">
                <a:latin typeface="Calibri"/>
                <a:cs typeface="Calibri"/>
              </a:rPr>
              <a:t>o</a:t>
            </a:r>
            <a:r>
              <a:rPr sz="2400" dirty="0">
                <a:latin typeface="Calibri"/>
                <a:cs typeface="Calibri"/>
              </a:rPr>
              <a:t>f</a:t>
            </a:r>
            <a:r>
              <a:rPr sz="2400" spc="-85" dirty="0">
                <a:latin typeface="Calibri"/>
                <a:cs typeface="Calibri"/>
              </a:rPr>
              <a:t> </a:t>
            </a:r>
            <a:r>
              <a:rPr sz="2400" spc="-10" dirty="0">
                <a:latin typeface="Calibri"/>
                <a:cs typeface="Calibri"/>
              </a:rPr>
              <a:t>l</a:t>
            </a:r>
            <a:r>
              <a:rPr sz="2400" dirty="0">
                <a:latin typeface="Calibri"/>
                <a:cs typeface="Calibri"/>
              </a:rPr>
              <a:t>a</a:t>
            </a:r>
            <a:r>
              <a:rPr sz="2400" spc="-10" dirty="0">
                <a:latin typeface="Calibri"/>
                <a:cs typeface="Calibri"/>
              </a:rPr>
              <a:t>se</a:t>
            </a:r>
            <a:r>
              <a:rPr sz="2400" dirty="0">
                <a:latin typeface="Calibri"/>
                <a:cs typeface="Calibri"/>
              </a:rPr>
              <a:t>r</a:t>
            </a:r>
            <a:r>
              <a:rPr sz="2400" spc="-60" dirty="0">
                <a:latin typeface="Calibri"/>
                <a:cs typeface="Calibri"/>
              </a:rPr>
              <a:t> </a:t>
            </a:r>
            <a:r>
              <a:rPr sz="2400" spc="-10" dirty="0">
                <a:latin typeface="Calibri"/>
                <a:cs typeface="Calibri"/>
              </a:rPr>
              <a:t>i</a:t>
            </a:r>
            <a:r>
              <a:rPr sz="2400" dirty="0">
                <a:latin typeface="Calibri"/>
                <a:cs typeface="Calibri"/>
              </a:rPr>
              <a:t>n</a:t>
            </a:r>
            <a:r>
              <a:rPr sz="2400" spc="-80" dirty="0">
                <a:latin typeface="Calibri"/>
                <a:cs typeface="Calibri"/>
              </a:rPr>
              <a:t> </a:t>
            </a:r>
            <a:r>
              <a:rPr sz="2400" spc="-30" dirty="0">
                <a:latin typeface="Calibri"/>
                <a:cs typeface="Calibri"/>
              </a:rPr>
              <a:t>h</a:t>
            </a:r>
            <a:r>
              <a:rPr sz="2400" spc="-10" dirty="0">
                <a:latin typeface="Calibri"/>
                <a:cs typeface="Calibri"/>
              </a:rPr>
              <a:t>olo</a:t>
            </a:r>
            <a:r>
              <a:rPr sz="2400" spc="10" dirty="0">
                <a:latin typeface="Calibri"/>
                <a:cs typeface="Calibri"/>
              </a:rPr>
              <a:t>g</a:t>
            </a:r>
            <a:r>
              <a:rPr sz="2400" spc="-10" dirty="0">
                <a:latin typeface="Calibri"/>
                <a:cs typeface="Calibri"/>
              </a:rPr>
              <a:t>r</a:t>
            </a:r>
            <a:r>
              <a:rPr sz="2400" dirty="0">
                <a:latin typeface="Calibri"/>
                <a:cs typeface="Calibri"/>
              </a:rPr>
              <a:t>a</a:t>
            </a:r>
            <a:r>
              <a:rPr sz="2400" spc="-10" dirty="0">
                <a:latin typeface="Calibri"/>
                <a:cs typeface="Calibri"/>
              </a:rPr>
              <a:t>p</a:t>
            </a:r>
            <a:r>
              <a:rPr sz="2400" spc="-5" dirty="0">
                <a:latin typeface="Calibri"/>
                <a:cs typeface="Calibri"/>
              </a:rPr>
              <a:t>h</a:t>
            </a:r>
            <a:r>
              <a:rPr sz="2400" spc="-15" dirty="0">
                <a:latin typeface="Calibri"/>
                <a:cs typeface="Calibri"/>
              </a:rPr>
              <a:t>y</a:t>
            </a:r>
            <a:r>
              <a:rPr sz="2400" dirty="0">
                <a:latin typeface="Calibri"/>
                <a:cs typeface="Calibri"/>
              </a:rPr>
              <a:t>.</a:t>
            </a:r>
          </a:p>
        </p:txBody>
      </p:sp>
      <p:sp>
        <p:nvSpPr>
          <p:cNvPr id="3" name="object 2">
            <a:extLst>
              <a:ext uri="{FF2B5EF4-FFF2-40B4-BE49-F238E27FC236}">
                <a16:creationId xmlns:a16="http://schemas.microsoft.com/office/drawing/2014/main" id="{B698F109-ACD4-A653-E746-200CC4595682}"/>
              </a:ext>
            </a:extLst>
          </p:cNvPr>
          <p:cNvSpPr/>
          <p:nvPr/>
        </p:nvSpPr>
        <p:spPr>
          <a:xfrm>
            <a:off x="0" y="791888"/>
            <a:ext cx="12192000" cy="558165"/>
          </a:xfrm>
          <a:custGeom>
            <a:avLst/>
            <a:gdLst/>
            <a:ahLst/>
            <a:cxnLst/>
            <a:rect l="l" t="t" r="r" b="b"/>
            <a:pathLst>
              <a:path w="12192000" h="558165">
                <a:moveTo>
                  <a:pt x="0" y="0"/>
                </a:moveTo>
                <a:lnTo>
                  <a:pt x="0" y="558088"/>
                </a:lnTo>
                <a:lnTo>
                  <a:pt x="12191999" y="558088"/>
                </a:lnTo>
                <a:lnTo>
                  <a:pt x="12191999" y="0"/>
                </a:lnTo>
                <a:lnTo>
                  <a:pt x="0" y="0"/>
                </a:lnTo>
                <a:close/>
              </a:path>
            </a:pathLst>
          </a:custGeom>
          <a:solidFill>
            <a:srgbClr val="1F4E79"/>
          </a:solidFill>
        </p:spPr>
        <p:txBody>
          <a:bodyPr wrap="square" lIns="0" tIns="0" rIns="0" bIns="0" rtlCol="0"/>
          <a:lstStyle/>
          <a:p>
            <a:endParaRPr/>
          </a:p>
        </p:txBody>
      </p:sp>
      <p:sp>
        <p:nvSpPr>
          <p:cNvPr id="4" name="object 3">
            <a:extLst>
              <a:ext uri="{FF2B5EF4-FFF2-40B4-BE49-F238E27FC236}">
                <a16:creationId xmlns:a16="http://schemas.microsoft.com/office/drawing/2014/main" id="{0F27C3FD-F9AF-06FB-66A2-A14A038343EB}"/>
              </a:ext>
            </a:extLst>
          </p:cNvPr>
          <p:cNvSpPr txBox="1">
            <a:spLocks/>
          </p:cNvSpPr>
          <p:nvPr/>
        </p:nvSpPr>
        <p:spPr bwMode="auto">
          <a:xfrm>
            <a:off x="266997" y="757852"/>
            <a:ext cx="452691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2700" rIns="0" bIns="0" numCol="1" rtlCol="0" anchor="b" anchorCtr="0" compatLnSpc="1">
            <a:prstTxWarp prst="textNoShape">
              <a:avLst/>
            </a:prstTxWarp>
            <a:spAutoFit/>
          </a:bodyPr>
          <a:lstStyle>
            <a:lvl1pPr algn="ctr" rtl="0" fontAlgn="base">
              <a:lnSpc>
                <a:spcPct val="90000"/>
              </a:lnSpc>
              <a:spcBef>
                <a:spcPct val="0"/>
              </a:spcBef>
              <a:spcAft>
                <a:spcPct val="0"/>
              </a:spcAft>
              <a:defRPr sz="60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12700" eaLnBrk="1" hangingPunct="1">
              <a:lnSpc>
                <a:spcPct val="100000"/>
              </a:lnSpc>
              <a:spcBef>
                <a:spcPts val="100"/>
              </a:spcBef>
            </a:pPr>
            <a:r>
              <a:rPr lang="en-IN" sz="3600" b="1" spc="-5" dirty="0">
                <a:solidFill>
                  <a:srgbClr val="FFFFFF"/>
                </a:solidFill>
                <a:latin typeface="Calibri"/>
                <a:cs typeface="Calibri"/>
              </a:rPr>
              <a:t>Laser and Applications</a:t>
            </a:r>
            <a:endParaRPr lang="en-IN" sz="3600" dirty="0">
              <a:latin typeface="Calibri"/>
              <a:cs typeface="Calibri"/>
            </a:endParaRPr>
          </a:p>
        </p:txBody>
      </p:sp>
      <p:pic>
        <p:nvPicPr>
          <p:cNvPr id="5" name="object 3">
            <a:extLst>
              <a:ext uri="{FF2B5EF4-FFF2-40B4-BE49-F238E27FC236}">
                <a16:creationId xmlns:a16="http://schemas.microsoft.com/office/drawing/2014/main" id="{CD2CA6F8-7E0F-D40B-67EE-B4208FCED1BB}"/>
              </a:ext>
            </a:extLst>
          </p:cNvPr>
          <p:cNvPicPr/>
          <p:nvPr/>
        </p:nvPicPr>
        <p:blipFill>
          <a:blip r:embed="rId3" cstate="print"/>
          <a:stretch>
            <a:fillRect/>
          </a:stretch>
        </p:blipFill>
        <p:spPr>
          <a:xfrm>
            <a:off x="8280400" y="2742558"/>
            <a:ext cx="3911600" cy="309583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2B57E6F-DB1C-9C60-4FBE-6437E6D3B02E}"/>
              </a:ext>
            </a:extLst>
          </p:cNvPr>
          <p:cNvSpPr/>
          <p:nvPr/>
        </p:nvSpPr>
        <p:spPr bwMode="auto">
          <a:xfrm>
            <a:off x="0" y="0"/>
            <a:ext cx="222250" cy="6858000"/>
          </a:xfrm>
          <a:prstGeom prst="rect">
            <a:avLst/>
          </a:prstGeom>
          <a:solidFill>
            <a:srgbClr val="92D05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8434" name="TextBox 12">
            <a:extLst>
              <a:ext uri="{FF2B5EF4-FFF2-40B4-BE49-F238E27FC236}">
                <a16:creationId xmlns:a16="http://schemas.microsoft.com/office/drawing/2014/main" id="{7D87A869-8E65-2DB2-1757-1D9A8CD91BEF}"/>
              </a:ext>
            </a:extLst>
          </p:cNvPr>
          <p:cNvSpPr txBox="1">
            <a:spLocks noChangeArrowheads="1"/>
          </p:cNvSpPr>
          <p:nvPr/>
        </p:nvSpPr>
        <p:spPr bwMode="auto">
          <a:xfrm>
            <a:off x="4716463" y="-128588"/>
            <a:ext cx="2687637"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5400" b="1" dirty="0">
                <a:latin typeface="Times New Roman" panose="02020603050405020304" pitchFamily="18" charset="0"/>
                <a:cs typeface="Times New Roman" panose="02020603050405020304" pitchFamily="18" charset="0"/>
              </a:rPr>
              <a:t>Unit III</a:t>
            </a:r>
            <a:endParaRPr lang="en-US" altLang="en-US" sz="5400" dirty="0">
              <a:latin typeface="Times New Roman" panose="02020603050405020304" pitchFamily="18" charset="0"/>
              <a:cs typeface="Times New Roman" panose="02020603050405020304" pitchFamily="18" charset="0"/>
            </a:endParaRPr>
          </a:p>
        </p:txBody>
      </p:sp>
      <p:pic>
        <p:nvPicPr>
          <p:cNvPr id="2" name="object 2">
            <a:extLst>
              <a:ext uri="{FF2B5EF4-FFF2-40B4-BE49-F238E27FC236}">
                <a16:creationId xmlns:a16="http://schemas.microsoft.com/office/drawing/2014/main" id="{30B5FBE3-3E7E-FF23-E481-E3EF43CEE8DA}"/>
              </a:ext>
            </a:extLst>
          </p:cNvPr>
          <p:cNvPicPr/>
          <p:nvPr/>
        </p:nvPicPr>
        <p:blipFill>
          <a:blip r:embed="rId2" cstate="print"/>
          <a:stretch>
            <a:fillRect/>
          </a:stretch>
        </p:blipFill>
        <p:spPr>
          <a:xfrm>
            <a:off x="7894058" y="3647554"/>
            <a:ext cx="3019836" cy="2864224"/>
          </a:xfrm>
          <a:prstGeom prst="rect">
            <a:avLst/>
          </a:prstGeom>
        </p:spPr>
      </p:pic>
      <p:pic>
        <p:nvPicPr>
          <p:cNvPr id="3" name="object 6">
            <a:extLst>
              <a:ext uri="{FF2B5EF4-FFF2-40B4-BE49-F238E27FC236}">
                <a16:creationId xmlns:a16="http://schemas.microsoft.com/office/drawing/2014/main" id="{E271598C-A1BE-B431-0A64-52012FEBC40B}"/>
              </a:ext>
            </a:extLst>
          </p:cNvPr>
          <p:cNvPicPr/>
          <p:nvPr/>
        </p:nvPicPr>
        <p:blipFill>
          <a:blip r:embed="rId3" cstate="print"/>
          <a:stretch>
            <a:fillRect/>
          </a:stretch>
        </p:blipFill>
        <p:spPr>
          <a:xfrm>
            <a:off x="7053841" y="1238997"/>
            <a:ext cx="2261869" cy="2291079"/>
          </a:xfrm>
          <a:prstGeom prst="rect">
            <a:avLst/>
          </a:prstGeom>
        </p:spPr>
      </p:pic>
      <p:pic>
        <p:nvPicPr>
          <p:cNvPr id="4" name="object 7">
            <a:extLst>
              <a:ext uri="{FF2B5EF4-FFF2-40B4-BE49-F238E27FC236}">
                <a16:creationId xmlns:a16="http://schemas.microsoft.com/office/drawing/2014/main" id="{70FF4D85-E280-A4DE-4955-679EBC28F958}"/>
              </a:ext>
            </a:extLst>
          </p:cNvPr>
          <p:cNvPicPr/>
          <p:nvPr/>
        </p:nvPicPr>
        <p:blipFill>
          <a:blip r:embed="rId4" cstate="print"/>
          <a:stretch>
            <a:fillRect/>
          </a:stretch>
        </p:blipFill>
        <p:spPr>
          <a:xfrm>
            <a:off x="9372860" y="1238361"/>
            <a:ext cx="2595022" cy="2291079"/>
          </a:xfrm>
          <a:prstGeom prst="rect">
            <a:avLst/>
          </a:prstGeom>
        </p:spPr>
      </p:pic>
      <p:sp>
        <p:nvSpPr>
          <p:cNvPr id="5" name="object 2">
            <a:extLst>
              <a:ext uri="{FF2B5EF4-FFF2-40B4-BE49-F238E27FC236}">
                <a16:creationId xmlns:a16="http://schemas.microsoft.com/office/drawing/2014/main" id="{42B076B4-02C6-1C98-7F4E-4C90D035CD9C}"/>
              </a:ext>
            </a:extLst>
          </p:cNvPr>
          <p:cNvSpPr/>
          <p:nvPr/>
        </p:nvSpPr>
        <p:spPr>
          <a:xfrm>
            <a:off x="0" y="791888"/>
            <a:ext cx="12192000" cy="558165"/>
          </a:xfrm>
          <a:custGeom>
            <a:avLst/>
            <a:gdLst/>
            <a:ahLst/>
            <a:cxnLst/>
            <a:rect l="l" t="t" r="r" b="b"/>
            <a:pathLst>
              <a:path w="12192000" h="558165">
                <a:moveTo>
                  <a:pt x="0" y="0"/>
                </a:moveTo>
                <a:lnTo>
                  <a:pt x="0" y="558088"/>
                </a:lnTo>
                <a:lnTo>
                  <a:pt x="12191999" y="558088"/>
                </a:lnTo>
                <a:lnTo>
                  <a:pt x="12191999" y="0"/>
                </a:lnTo>
                <a:lnTo>
                  <a:pt x="0" y="0"/>
                </a:lnTo>
                <a:close/>
              </a:path>
            </a:pathLst>
          </a:custGeom>
          <a:solidFill>
            <a:srgbClr val="1F4E79"/>
          </a:solidFill>
        </p:spPr>
        <p:txBody>
          <a:bodyPr wrap="square" lIns="0" tIns="0" rIns="0" bIns="0" rtlCol="0"/>
          <a:lstStyle/>
          <a:p>
            <a:endParaRPr/>
          </a:p>
        </p:txBody>
      </p:sp>
      <p:sp>
        <p:nvSpPr>
          <p:cNvPr id="6" name="object 3">
            <a:extLst>
              <a:ext uri="{FF2B5EF4-FFF2-40B4-BE49-F238E27FC236}">
                <a16:creationId xmlns:a16="http://schemas.microsoft.com/office/drawing/2014/main" id="{9D6F2781-74AD-5FE5-47E3-F5486D0423AF}"/>
              </a:ext>
            </a:extLst>
          </p:cNvPr>
          <p:cNvSpPr txBox="1">
            <a:spLocks/>
          </p:cNvSpPr>
          <p:nvPr/>
        </p:nvSpPr>
        <p:spPr bwMode="auto">
          <a:xfrm>
            <a:off x="266997" y="757852"/>
            <a:ext cx="452691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2700" rIns="0" bIns="0" numCol="1" rtlCol="0" anchor="b" anchorCtr="0" compatLnSpc="1">
            <a:prstTxWarp prst="textNoShape">
              <a:avLst/>
            </a:prstTxWarp>
            <a:spAutoFit/>
          </a:bodyPr>
          <a:lstStyle>
            <a:lvl1pPr algn="ctr" rtl="0" fontAlgn="base">
              <a:lnSpc>
                <a:spcPct val="90000"/>
              </a:lnSpc>
              <a:spcBef>
                <a:spcPct val="0"/>
              </a:spcBef>
              <a:spcAft>
                <a:spcPct val="0"/>
              </a:spcAft>
              <a:defRPr sz="60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12700" eaLnBrk="1" hangingPunct="1">
              <a:lnSpc>
                <a:spcPct val="100000"/>
              </a:lnSpc>
              <a:spcBef>
                <a:spcPts val="100"/>
              </a:spcBef>
            </a:pPr>
            <a:r>
              <a:rPr lang="en-IN" sz="3600" b="1" spc="-5" dirty="0" err="1">
                <a:solidFill>
                  <a:srgbClr val="FFFFFF"/>
                </a:solidFill>
                <a:latin typeface="Calibri"/>
                <a:cs typeface="Calibri"/>
              </a:rPr>
              <a:t>Fiber</a:t>
            </a:r>
            <a:r>
              <a:rPr lang="en-IN" sz="3600" b="1" spc="-5" dirty="0">
                <a:solidFill>
                  <a:srgbClr val="FFFFFF"/>
                </a:solidFill>
                <a:latin typeface="Calibri"/>
                <a:cs typeface="Calibri"/>
              </a:rPr>
              <a:t> Optics</a:t>
            </a:r>
            <a:endParaRPr lang="en-IN" sz="3600" dirty="0">
              <a:latin typeface="Calibri"/>
              <a:cs typeface="Calibri"/>
            </a:endParaRPr>
          </a:p>
        </p:txBody>
      </p:sp>
      <p:sp>
        <p:nvSpPr>
          <p:cNvPr id="7" name="object 8">
            <a:extLst>
              <a:ext uri="{FF2B5EF4-FFF2-40B4-BE49-F238E27FC236}">
                <a16:creationId xmlns:a16="http://schemas.microsoft.com/office/drawing/2014/main" id="{2E186054-D98E-3647-DFD0-15F7773A1CB8}"/>
              </a:ext>
            </a:extLst>
          </p:cNvPr>
          <p:cNvSpPr txBox="1"/>
          <p:nvPr/>
        </p:nvSpPr>
        <p:spPr>
          <a:xfrm>
            <a:off x="259137" y="1794925"/>
            <a:ext cx="6895073" cy="4496616"/>
          </a:xfrm>
          <a:prstGeom prst="rect">
            <a:avLst/>
          </a:prstGeom>
          <a:ln w="9525">
            <a:noFill/>
          </a:ln>
        </p:spPr>
        <p:txBody>
          <a:bodyPr vert="horz" wrap="square" lIns="0" tIns="38735" rIns="0" bIns="0" rtlCol="0">
            <a:spAutoFit/>
          </a:bodyPr>
          <a:lstStyle/>
          <a:p>
            <a:pPr marL="546735" indent="-457200">
              <a:lnSpc>
                <a:spcPct val="150000"/>
              </a:lnSpc>
              <a:spcBef>
                <a:spcPts val="305"/>
              </a:spcBef>
              <a:buFont typeface="Arial" panose="020B0604020202020204" pitchFamily="34" charset="0"/>
              <a:buChar char="•"/>
              <a:tabLst>
                <a:tab pos="376555" algn="l"/>
                <a:tab pos="377190" algn="l"/>
              </a:tabLst>
            </a:pPr>
            <a:r>
              <a:rPr sz="2800" spc="-5" dirty="0">
                <a:latin typeface="Calibri"/>
                <a:cs typeface="Calibri"/>
              </a:rPr>
              <a:t>Fiber</a:t>
            </a:r>
            <a:r>
              <a:rPr sz="2800" spc="-60" dirty="0">
                <a:latin typeface="Calibri"/>
                <a:cs typeface="Calibri"/>
              </a:rPr>
              <a:t> </a:t>
            </a:r>
            <a:r>
              <a:rPr sz="2800" spc="-5" dirty="0">
                <a:latin typeface="Calibri"/>
                <a:cs typeface="Calibri"/>
              </a:rPr>
              <a:t>optics</a:t>
            </a:r>
            <a:r>
              <a:rPr sz="2800" spc="-55" dirty="0">
                <a:latin typeface="Calibri"/>
                <a:cs typeface="Calibri"/>
              </a:rPr>
              <a:t> </a:t>
            </a:r>
            <a:r>
              <a:rPr sz="2800" spc="-5" dirty="0">
                <a:latin typeface="Calibri"/>
                <a:cs typeface="Calibri"/>
              </a:rPr>
              <a:t>introduction</a:t>
            </a:r>
            <a:endParaRPr sz="2800" dirty="0">
              <a:latin typeface="Calibri"/>
              <a:cs typeface="Calibri"/>
            </a:endParaRPr>
          </a:p>
          <a:p>
            <a:pPr marL="546735" indent="-457200">
              <a:lnSpc>
                <a:spcPct val="150000"/>
              </a:lnSpc>
              <a:spcBef>
                <a:spcPts val="5"/>
              </a:spcBef>
              <a:buFont typeface="Arial" panose="020B0604020202020204" pitchFamily="34" charset="0"/>
              <a:buChar char="•"/>
              <a:tabLst>
                <a:tab pos="376555" algn="l"/>
                <a:tab pos="377190" algn="l"/>
              </a:tabLst>
            </a:pPr>
            <a:r>
              <a:rPr sz="2800" spc="-5" dirty="0">
                <a:latin typeface="Calibri"/>
                <a:cs typeface="Calibri"/>
              </a:rPr>
              <a:t>Optical</a:t>
            </a:r>
            <a:r>
              <a:rPr sz="2800" spc="-30" dirty="0">
                <a:latin typeface="Calibri"/>
                <a:cs typeface="Calibri"/>
              </a:rPr>
              <a:t> </a:t>
            </a:r>
            <a:r>
              <a:rPr sz="2800" spc="-10" dirty="0">
                <a:latin typeface="Calibri"/>
                <a:cs typeface="Calibri"/>
              </a:rPr>
              <a:t>fiber </a:t>
            </a:r>
            <a:r>
              <a:rPr sz="2800" dirty="0">
                <a:latin typeface="Calibri"/>
                <a:cs typeface="Calibri"/>
              </a:rPr>
              <a:t>as</a:t>
            </a:r>
            <a:r>
              <a:rPr sz="2800" spc="-55" dirty="0">
                <a:latin typeface="Calibri"/>
                <a:cs typeface="Calibri"/>
              </a:rPr>
              <a:t> </a:t>
            </a:r>
            <a:r>
              <a:rPr sz="2800" dirty="0">
                <a:latin typeface="Calibri"/>
                <a:cs typeface="Calibri"/>
              </a:rPr>
              <a:t>a</a:t>
            </a:r>
            <a:r>
              <a:rPr sz="2800" spc="-30" dirty="0">
                <a:latin typeface="Calibri"/>
                <a:cs typeface="Calibri"/>
              </a:rPr>
              <a:t> </a:t>
            </a:r>
            <a:r>
              <a:rPr sz="2800" spc="-5" dirty="0">
                <a:latin typeface="Calibri"/>
                <a:cs typeface="Calibri"/>
              </a:rPr>
              <a:t>dielectric</a:t>
            </a:r>
            <a:r>
              <a:rPr sz="2800" spc="10" dirty="0">
                <a:latin typeface="Calibri"/>
                <a:cs typeface="Calibri"/>
              </a:rPr>
              <a:t> </a:t>
            </a:r>
            <a:r>
              <a:rPr sz="2800" dirty="0">
                <a:latin typeface="Calibri"/>
                <a:cs typeface="Calibri"/>
              </a:rPr>
              <a:t>wave</a:t>
            </a:r>
            <a:r>
              <a:rPr sz="2800" spc="-5" dirty="0">
                <a:latin typeface="Calibri"/>
                <a:cs typeface="Calibri"/>
              </a:rPr>
              <a:t> guide</a:t>
            </a:r>
            <a:endParaRPr sz="2800" dirty="0">
              <a:latin typeface="Calibri"/>
              <a:cs typeface="Calibri"/>
            </a:endParaRPr>
          </a:p>
          <a:p>
            <a:pPr marL="546735" indent="-457200">
              <a:lnSpc>
                <a:spcPct val="150000"/>
              </a:lnSpc>
              <a:buFont typeface="Arial" panose="020B0604020202020204" pitchFamily="34" charset="0"/>
              <a:buChar char="•"/>
              <a:tabLst>
                <a:tab pos="376555" algn="l"/>
                <a:tab pos="377190" algn="l"/>
              </a:tabLst>
            </a:pPr>
            <a:r>
              <a:rPr sz="2800" spc="5" dirty="0">
                <a:latin typeface="Calibri"/>
                <a:cs typeface="Calibri"/>
              </a:rPr>
              <a:t>To</a:t>
            </a:r>
            <a:r>
              <a:rPr sz="2800" dirty="0">
                <a:latin typeface="Calibri"/>
                <a:cs typeface="Calibri"/>
              </a:rPr>
              <a:t>tal</a:t>
            </a:r>
            <a:r>
              <a:rPr sz="2800" spc="-100" dirty="0">
                <a:latin typeface="Calibri"/>
                <a:cs typeface="Calibri"/>
              </a:rPr>
              <a:t> </a:t>
            </a:r>
            <a:r>
              <a:rPr sz="2800" spc="-5" dirty="0">
                <a:latin typeface="Calibri"/>
                <a:cs typeface="Calibri"/>
              </a:rPr>
              <a:t>i</a:t>
            </a:r>
            <a:r>
              <a:rPr sz="2800" spc="-10" dirty="0">
                <a:latin typeface="Calibri"/>
                <a:cs typeface="Calibri"/>
              </a:rPr>
              <a:t>n</a:t>
            </a:r>
            <a:r>
              <a:rPr sz="2800" dirty="0">
                <a:latin typeface="Calibri"/>
                <a:cs typeface="Calibri"/>
              </a:rPr>
              <a:t>t</a:t>
            </a:r>
            <a:r>
              <a:rPr sz="2800" spc="-15" dirty="0">
                <a:latin typeface="Calibri"/>
                <a:cs typeface="Calibri"/>
              </a:rPr>
              <a:t>e</a:t>
            </a:r>
            <a:r>
              <a:rPr sz="2800" dirty="0">
                <a:latin typeface="Calibri"/>
                <a:cs typeface="Calibri"/>
              </a:rPr>
              <a:t>r</a:t>
            </a:r>
            <a:r>
              <a:rPr sz="2800" spc="-15" dirty="0">
                <a:latin typeface="Calibri"/>
                <a:cs typeface="Calibri"/>
              </a:rPr>
              <a:t>n</a:t>
            </a:r>
            <a:r>
              <a:rPr sz="2800" dirty="0">
                <a:latin typeface="Calibri"/>
                <a:cs typeface="Calibri"/>
              </a:rPr>
              <a:t>al</a:t>
            </a:r>
            <a:r>
              <a:rPr sz="2800" spc="-50" dirty="0">
                <a:latin typeface="Calibri"/>
                <a:cs typeface="Calibri"/>
              </a:rPr>
              <a:t> </a:t>
            </a:r>
            <a:r>
              <a:rPr sz="2800" dirty="0">
                <a:latin typeface="Calibri"/>
                <a:cs typeface="Calibri"/>
              </a:rPr>
              <a:t>r</a:t>
            </a:r>
            <a:r>
              <a:rPr sz="2800" spc="-15" dirty="0">
                <a:latin typeface="Calibri"/>
                <a:cs typeface="Calibri"/>
              </a:rPr>
              <a:t>e</a:t>
            </a:r>
            <a:r>
              <a:rPr sz="2800" spc="-5" dirty="0">
                <a:latin typeface="Calibri"/>
                <a:cs typeface="Calibri"/>
              </a:rPr>
              <a:t>fl</a:t>
            </a:r>
            <a:r>
              <a:rPr sz="2800" spc="-15" dirty="0">
                <a:latin typeface="Calibri"/>
                <a:cs typeface="Calibri"/>
              </a:rPr>
              <a:t>e</a:t>
            </a:r>
            <a:r>
              <a:rPr sz="2800" spc="5" dirty="0">
                <a:latin typeface="Calibri"/>
                <a:cs typeface="Calibri"/>
              </a:rPr>
              <a:t>c</a:t>
            </a:r>
            <a:r>
              <a:rPr sz="2800" dirty="0">
                <a:latin typeface="Calibri"/>
                <a:cs typeface="Calibri"/>
              </a:rPr>
              <a:t>t</a:t>
            </a:r>
            <a:r>
              <a:rPr sz="2800" spc="-10" dirty="0">
                <a:latin typeface="Calibri"/>
                <a:cs typeface="Calibri"/>
              </a:rPr>
              <a:t>i</a:t>
            </a:r>
            <a:r>
              <a:rPr sz="2800" spc="5" dirty="0">
                <a:latin typeface="Calibri"/>
                <a:cs typeface="Calibri"/>
              </a:rPr>
              <a:t>o</a:t>
            </a:r>
            <a:r>
              <a:rPr sz="2800" spc="-10" dirty="0">
                <a:latin typeface="Calibri"/>
                <a:cs typeface="Calibri"/>
              </a:rPr>
              <a:t>n</a:t>
            </a:r>
            <a:r>
              <a:rPr sz="2800" dirty="0">
                <a:latin typeface="Calibri"/>
                <a:cs typeface="Calibri"/>
              </a:rPr>
              <a:t>,</a:t>
            </a:r>
            <a:r>
              <a:rPr sz="2800" spc="-35" dirty="0">
                <a:latin typeface="Calibri"/>
                <a:cs typeface="Calibri"/>
              </a:rPr>
              <a:t> </a:t>
            </a:r>
            <a:r>
              <a:rPr sz="2800" dirty="0">
                <a:latin typeface="Calibri"/>
                <a:cs typeface="Calibri"/>
              </a:rPr>
              <a:t>a</a:t>
            </a:r>
            <a:r>
              <a:rPr sz="2800" spc="5" dirty="0">
                <a:latin typeface="Calibri"/>
                <a:cs typeface="Calibri"/>
              </a:rPr>
              <a:t>cc</a:t>
            </a:r>
            <a:r>
              <a:rPr sz="2800" spc="-10" dirty="0">
                <a:latin typeface="Calibri"/>
                <a:cs typeface="Calibri"/>
              </a:rPr>
              <a:t>ep</a:t>
            </a:r>
            <a:r>
              <a:rPr sz="2800" dirty="0">
                <a:latin typeface="Calibri"/>
                <a:cs typeface="Calibri"/>
              </a:rPr>
              <a:t>ta</a:t>
            </a:r>
            <a:r>
              <a:rPr sz="2800" spc="10" dirty="0">
                <a:latin typeface="Calibri"/>
                <a:cs typeface="Calibri"/>
              </a:rPr>
              <a:t>n</a:t>
            </a:r>
            <a:r>
              <a:rPr sz="2800" spc="5" dirty="0">
                <a:latin typeface="Calibri"/>
                <a:cs typeface="Calibri"/>
              </a:rPr>
              <a:t>c</a:t>
            </a:r>
            <a:r>
              <a:rPr sz="2800" dirty="0">
                <a:latin typeface="Calibri"/>
                <a:cs typeface="Calibri"/>
              </a:rPr>
              <a:t>e</a:t>
            </a:r>
            <a:r>
              <a:rPr sz="2800" spc="-50" dirty="0">
                <a:latin typeface="Calibri"/>
                <a:cs typeface="Calibri"/>
              </a:rPr>
              <a:t> </a:t>
            </a:r>
            <a:r>
              <a:rPr sz="2800" dirty="0">
                <a:latin typeface="Calibri"/>
                <a:cs typeface="Calibri"/>
              </a:rPr>
              <a:t>a</a:t>
            </a:r>
            <a:r>
              <a:rPr sz="2800" spc="-10" dirty="0">
                <a:latin typeface="Calibri"/>
                <a:cs typeface="Calibri"/>
              </a:rPr>
              <a:t>ng</a:t>
            </a:r>
            <a:r>
              <a:rPr sz="2800" spc="-5" dirty="0">
                <a:latin typeface="Calibri"/>
                <a:cs typeface="Calibri"/>
              </a:rPr>
              <a:t>l</a:t>
            </a:r>
            <a:r>
              <a:rPr sz="2800" dirty="0">
                <a:latin typeface="Calibri"/>
                <a:cs typeface="Calibri"/>
              </a:rPr>
              <a:t>e</a:t>
            </a:r>
          </a:p>
          <a:p>
            <a:pPr marL="546735" indent="-457200">
              <a:lnSpc>
                <a:spcPct val="150000"/>
              </a:lnSpc>
              <a:buFont typeface="Arial" panose="020B0604020202020204" pitchFamily="34" charset="0"/>
              <a:buChar char="•"/>
              <a:tabLst>
                <a:tab pos="376555" algn="l"/>
                <a:tab pos="377190" algn="l"/>
              </a:tabLst>
            </a:pPr>
            <a:r>
              <a:rPr sz="2800" spc="-5" dirty="0">
                <a:latin typeface="Calibri"/>
                <a:cs typeface="Calibri"/>
              </a:rPr>
              <a:t>Numerical</a:t>
            </a:r>
            <a:r>
              <a:rPr sz="2800" spc="-55" dirty="0">
                <a:latin typeface="Calibri"/>
                <a:cs typeface="Calibri"/>
              </a:rPr>
              <a:t> </a:t>
            </a:r>
            <a:r>
              <a:rPr sz="2800" spc="-5" dirty="0">
                <a:latin typeface="Calibri"/>
                <a:cs typeface="Calibri"/>
              </a:rPr>
              <a:t>aperture,</a:t>
            </a:r>
            <a:r>
              <a:rPr sz="2800" spc="-20" dirty="0">
                <a:latin typeface="Calibri"/>
                <a:cs typeface="Calibri"/>
              </a:rPr>
              <a:t> </a:t>
            </a:r>
            <a:r>
              <a:rPr sz="2800" spc="-5" dirty="0">
                <a:latin typeface="Calibri"/>
                <a:cs typeface="Calibri"/>
              </a:rPr>
              <a:t>relative</a:t>
            </a:r>
            <a:r>
              <a:rPr sz="2800" spc="-80" dirty="0">
                <a:latin typeface="Calibri"/>
                <a:cs typeface="Calibri"/>
              </a:rPr>
              <a:t> </a:t>
            </a:r>
            <a:r>
              <a:rPr sz="2800" dirty="0">
                <a:latin typeface="Calibri"/>
                <a:cs typeface="Calibri"/>
              </a:rPr>
              <a:t>refractive</a:t>
            </a:r>
            <a:r>
              <a:rPr sz="2800" spc="-75" dirty="0">
                <a:latin typeface="Calibri"/>
                <a:cs typeface="Calibri"/>
              </a:rPr>
              <a:t> </a:t>
            </a:r>
            <a:r>
              <a:rPr sz="2800" spc="-5" dirty="0">
                <a:latin typeface="Calibri"/>
                <a:cs typeface="Calibri"/>
              </a:rPr>
              <a:t>index</a:t>
            </a:r>
            <a:endParaRPr sz="2800" dirty="0">
              <a:latin typeface="Calibri"/>
              <a:cs typeface="Calibri"/>
            </a:endParaRPr>
          </a:p>
          <a:p>
            <a:pPr marL="546735" indent="-457200">
              <a:lnSpc>
                <a:spcPct val="150000"/>
              </a:lnSpc>
              <a:buFont typeface="Arial" panose="020B0604020202020204" pitchFamily="34" charset="0"/>
              <a:buChar char="•"/>
              <a:tabLst>
                <a:tab pos="376555" algn="l"/>
                <a:tab pos="377190" algn="l"/>
              </a:tabLst>
            </a:pPr>
            <a:r>
              <a:rPr sz="2800" spc="-5" dirty="0">
                <a:latin typeface="Calibri"/>
                <a:cs typeface="Calibri"/>
              </a:rPr>
              <a:t>V-number</a:t>
            </a:r>
            <a:endParaRPr sz="2800" dirty="0">
              <a:latin typeface="Calibri"/>
              <a:cs typeface="Calibri"/>
            </a:endParaRPr>
          </a:p>
          <a:p>
            <a:pPr marL="546735" indent="-457200">
              <a:lnSpc>
                <a:spcPct val="150000"/>
              </a:lnSpc>
              <a:buFont typeface="Arial" panose="020B0604020202020204" pitchFamily="34" charset="0"/>
              <a:buChar char="•"/>
              <a:tabLst>
                <a:tab pos="376555" algn="l"/>
                <a:tab pos="377190" algn="l"/>
              </a:tabLst>
            </a:pPr>
            <a:r>
              <a:rPr sz="2800" spc="-10" dirty="0">
                <a:latin typeface="Calibri"/>
                <a:cs typeface="Calibri"/>
              </a:rPr>
              <a:t>Step</a:t>
            </a:r>
            <a:r>
              <a:rPr sz="2800" spc="-20" dirty="0">
                <a:latin typeface="Calibri"/>
                <a:cs typeface="Calibri"/>
              </a:rPr>
              <a:t> </a:t>
            </a:r>
            <a:r>
              <a:rPr sz="2800" spc="-5" dirty="0">
                <a:latin typeface="Calibri"/>
                <a:cs typeface="Calibri"/>
              </a:rPr>
              <a:t>index</a:t>
            </a:r>
            <a:r>
              <a:rPr sz="2800" spc="-60" dirty="0">
                <a:latin typeface="Calibri"/>
                <a:cs typeface="Calibri"/>
              </a:rPr>
              <a:t> </a:t>
            </a:r>
            <a:r>
              <a:rPr sz="2800" dirty="0">
                <a:latin typeface="Calibri"/>
                <a:cs typeface="Calibri"/>
              </a:rPr>
              <a:t>and</a:t>
            </a:r>
            <a:r>
              <a:rPr sz="2800" spc="-15" dirty="0">
                <a:latin typeface="Calibri"/>
                <a:cs typeface="Calibri"/>
              </a:rPr>
              <a:t> </a:t>
            </a:r>
            <a:r>
              <a:rPr sz="2800" spc="-5" dirty="0">
                <a:latin typeface="Calibri"/>
                <a:cs typeface="Calibri"/>
              </a:rPr>
              <a:t>graded</a:t>
            </a:r>
            <a:r>
              <a:rPr sz="2800" spc="-60" dirty="0">
                <a:latin typeface="Calibri"/>
                <a:cs typeface="Calibri"/>
              </a:rPr>
              <a:t> </a:t>
            </a:r>
            <a:r>
              <a:rPr sz="2800" dirty="0">
                <a:latin typeface="Calibri"/>
                <a:cs typeface="Calibri"/>
              </a:rPr>
              <a:t>index</a:t>
            </a:r>
            <a:r>
              <a:rPr sz="2800" spc="-65" dirty="0">
                <a:latin typeface="Calibri"/>
                <a:cs typeface="Calibri"/>
              </a:rPr>
              <a:t> </a:t>
            </a:r>
            <a:r>
              <a:rPr sz="2800" dirty="0">
                <a:latin typeface="Calibri"/>
                <a:cs typeface="Calibri"/>
              </a:rPr>
              <a:t>fibers</a:t>
            </a:r>
          </a:p>
          <a:p>
            <a:pPr marL="546735" indent="-457200">
              <a:lnSpc>
                <a:spcPct val="150000"/>
              </a:lnSpc>
              <a:spcBef>
                <a:spcPts val="30"/>
              </a:spcBef>
              <a:buFont typeface="Arial" panose="020B0604020202020204" pitchFamily="34" charset="0"/>
              <a:buChar char="•"/>
              <a:tabLst>
                <a:tab pos="376555" algn="l"/>
                <a:tab pos="377190" algn="l"/>
              </a:tabLst>
            </a:pPr>
            <a:r>
              <a:rPr sz="2800" spc="-5" dirty="0">
                <a:latin typeface="Calibri"/>
                <a:cs typeface="Calibri"/>
              </a:rPr>
              <a:t>Losses</a:t>
            </a:r>
            <a:r>
              <a:rPr sz="2800" spc="-85" dirty="0">
                <a:latin typeface="Calibri"/>
                <a:cs typeface="Calibri"/>
              </a:rPr>
              <a:t> </a:t>
            </a:r>
            <a:r>
              <a:rPr sz="2800" spc="-5" dirty="0">
                <a:latin typeface="Calibri"/>
                <a:cs typeface="Calibri"/>
              </a:rPr>
              <a:t>associated</a:t>
            </a:r>
            <a:r>
              <a:rPr sz="2800" spc="-35" dirty="0">
                <a:latin typeface="Calibri"/>
                <a:cs typeface="Calibri"/>
              </a:rPr>
              <a:t> </a:t>
            </a:r>
            <a:r>
              <a:rPr sz="2800" dirty="0">
                <a:latin typeface="Calibri"/>
                <a:cs typeface="Calibri"/>
              </a:rPr>
              <a:t>with</a:t>
            </a:r>
            <a:r>
              <a:rPr sz="2800" spc="-35" dirty="0">
                <a:latin typeface="Calibri"/>
                <a:cs typeface="Calibri"/>
              </a:rPr>
              <a:t> </a:t>
            </a:r>
            <a:r>
              <a:rPr sz="2800" spc="-5" dirty="0">
                <a:latin typeface="Calibri"/>
                <a:cs typeface="Calibri"/>
              </a:rPr>
              <a:t>optical</a:t>
            </a:r>
            <a:r>
              <a:rPr sz="2800" spc="-30" dirty="0">
                <a:latin typeface="Calibri"/>
                <a:cs typeface="Calibri"/>
              </a:rPr>
              <a:t> </a:t>
            </a:r>
            <a:r>
              <a:rPr sz="2800" spc="-5" dirty="0">
                <a:latin typeface="Calibri"/>
                <a:cs typeface="Calibri"/>
              </a:rPr>
              <a:t>fibers</a:t>
            </a:r>
            <a:endParaRPr sz="2800" dirty="0">
              <a:latin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extBox 4">
            <a:extLst>
              <a:ext uri="{FF2B5EF4-FFF2-40B4-BE49-F238E27FC236}">
                <a16:creationId xmlns:a16="http://schemas.microsoft.com/office/drawing/2014/main" id="{4943E84F-8084-34AB-90AD-B3F87EEDA25E}"/>
              </a:ext>
            </a:extLst>
          </p:cNvPr>
          <p:cNvSpPr txBox="1">
            <a:spLocks noChangeArrowheads="1"/>
          </p:cNvSpPr>
          <p:nvPr/>
        </p:nvSpPr>
        <p:spPr bwMode="auto">
          <a:xfrm>
            <a:off x="4622800" y="-130175"/>
            <a:ext cx="2687638"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5400" b="1" dirty="0">
                <a:latin typeface="Times New Roman" panose="02020603050405020304" pitchFamily="18" charset="0"/>
                <a:cs typeface="Times New Roman" panose="02020603050405020304" pitchFamily="18" charset="0"/>
              </a:rPr>
              <a:t>Unit IV</a:t>
            </a:r>
            <a:endParaRPr lang="en-US" altLang="en-US" sz="54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3EAAB0EB-BB3B-FD58-89C0-E09A7B8B3E78}"/>
              </a:ext>
            </a:extLst>
          </p:cNvPr>
          <p:cNvSpPr/>
          <p:nvPr/>
        </p:nvSpPr>
        <p:spPr bwMode="auto">
          <a:xfrm>
            <a:off x="0" y="0"/>
            <a:ext cx="230188" cy="6858000"/>
          </a:xfrm>
          <a:prstGeom prst="rect">
            <a:avLst/>
          </a:prstGeom>
          <a:solidFill>
            <a:srgbClr val="C0000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object 2">
            <a:extLst>
              <a:ext uri="{FF2B5EF4-FFF2-40B4-BE49-F238E27FC236}">
                <a16:creationId xmlns:a16="http://schemas.microsoft.com/office/drawing/2014/main" id="{71C8F6DA-7647-383A-E16F-D3E8C2F07DCE}"/>
              </a:ext>
            </a:extLst>
          </p:cNvPr>
          <p:cNvSpPr/>
          <p:nvPr/>
        </p:nvSpPr>
        <p:spPr>
          <a:xfrm>
            <a:off x="0" y="791888"/>
            <a:ext cx="12192000" cy="558165"/>
          </a:xfrm>
          <a:custGeom>
            <a:avLst/>
            <a:gdLst/>
            <a:ahLst/>
            <a:cxnLst/>
            <a:rect l="l" t="t" r="r" b="b"/>
            <a:pathLst>
              <a:path w="12192000" h="558165">
                <a:moveTo>
                  <a:pt x="0" y="0"/>
                </a:moveTo>
                <a:lnTo>
                  <a:pt x="0" y="558088"/>
                </a:lnTo>
                <a:lnTo>
                  <a:pt x="12191999" y="558088"/>
                </a:lnTo>
                <a:lnTo>
                  <a:pt x="12191999" y="0"/>
                </a:lnTo>
                <a:lnTo>
                  <a:pt x="0" y="0"/>
                </a:lnTo>
                <a:close/>
              </a:path>
            </a:pathLst>
          </a:custGeom>
          <a:solidFill>
            <a:srgbClr val="1F4E79"/>
          </a:solidFill>
        </p:spPr>
        <p:txBody>
          <a:bodyPr wrap="square" lIns="0" tIns="0" rIns="0" bIns="0" rtlCol="0"/>
          <a:lstStyle/>
          <a:p>
            <a:endParaRPr/>
          </a:p>
        </p:txBody>
      </p:sp>
      <p:sp>
        <p:nvSpPr>
          <p:cNvPr id="3" name="object 3">
            <a:extLst>
              <a:ext uri="{FF2B5EF4-FFF2-40B4-BE49-F238E27FC236}">
                <a16:creationId xmlns:a16="http://schemas.microsoft.com/office/drawing/2014/main" id="{3985219D-DD9F-5ADA-9C0F-B0BC9947AE46}"/>
              </a:ext>
            </a:extLst>
          </p:cNvPr>
          <p:cNvSpPr txBox="1">
            <a:spLocks/>
          </p:cNvSpPr>
          <p:nvPr/>
        </p:nvSpPr>
        <p:spPr bwMode="auto">
          <a:xfrm>
            <a:off x="266997" y="757852"/>
            <a:ext cx="452691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2700" rIns="0" bIns="0" numCol="1" rtlCol="0" anchor="b" anchorCtr="0" compatLnSpc="1">
            <a:prstTxWarp prst="textNoShape">
              <a:avLst/>
            </a:prstTxWarp>
            <a:spAutoFit/>
          </a:bodyPr>
          <a:lstStyle>
            <a:lvl1pPr algn="ctr" rtl="0" fontAlgn="base">
              <a:lnSpc>
                <a:spcPct val="90000"/>
              </a:lnSpc>
              <a:spcBef>
                <a:spcPct val="0"/>
              </a:spcBef>
              <a:spcAft>
                <a:spcPct val="0"/>
              </a:spcAft>
              <a:defRPr sz="60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12700" eaLnBrk="1" hangingPunct="1">
              <a:lnSpc>
                <a:spcPct val="100000"/>
              </a:lnSpc>
              <a:spcBef>
                <a:spcPts val="100"/>
              </a:spcBef>
            </a:pPr>
            <a:r>
              <a:rPr lang="en-IN" sz="3600" b="1" spc="-5" dirty="0">
                <a:solidFill>
                  <a:srgbClr val="FFFFFF"/>
                </a:solidFill>
                <a:latin typeface="Calibri"/>
                <a:cs typeface="Calibri"/>
              </a:rPr>
              <a:t>Quantum Mechanics</a:t>
            </a:r>
            <a:endParaRPr lang="en-IN" sz="3600" dirty="0">
              <a:latin typeface="Calibri"/>
              <a:cs typeface="Calibri"/>
            </a:endParaRPr>
          </a:p>
        </p:txBody>
      </p:sp>
      <p:sp>
        <p:nvSpPr>
          <p:cNvPr id="4" name="object 7">
            <a:extLst>
              <a:ext uri="{FF2B5EF4-FFF2-40B4-BE49-F238E27FC236}">
                <a16:creationId xmlns:a16="http://schemas.microsoft.com/office/drawing/2014/main" id="{2817F80A-63D3-0012-6135-89B1127ADDC7}"/>
              </a:ext>
            </a:extLst>
          </p:cNvPr>
          <p:cNvSpPr txBox="1"/>
          <p:nvPr/>
        </p:nvSpPr>
        <p:spPr>
          <a:xfrm>
            <a:off x="550916" y="1297632"/>
            <a:ext cx="10594340" cy="5560368"/>
          </a:xfrm>
          <a:prstGeom prst="rect">
            <a:avLst/>
          </a:prstGeom>
        </p:spPr>
        <p:txBody>
          <a:bodyPr vert="horz" wrap="square" lIns="0" tIns="12700" rIns="0" bIns="0" rtlCol="0">
            <a:spAutoFit/>
          </a:bodyPr>
          <a:lstStyle/>
          <a:p>
            <a:pPr marL="12700">
              <a:lnSpc>
                <a:spcPct val="100000"/>
              </a:lnSpc>
              <a:spcBef>
                <a:spcPts val="100"/>
              </a:spcBef>
            </a:pPr>
            <a:endParaRPr sz="2800" dirty="0">
              <a:latin typeface="Calibri"/>
              <a:cs typeface="Calibri"/>
            </a:endParaRPr>
          </a:p>
          <a:p>
            <a:pPr marL="469265" indent="-457200">
              <a:lnSpc>
                <a:spcPct val="150000"/>
              </a:lnSpc>
              <a:buFont typeface="Arial" panose="020B0604020202020204" pitchFamily="34" charset="0"/>
              <a:buChar char="•"/>
              <a:tabLst>
                <a:tab pos="299085" algn="l"/>
                <a:tab pos="299720" algn="l"/>
              </a:tabLst>
            </a:pPr>
            <a:r>
              <a:rPr sz="2800" spc="-5" dirty="0">
                <a:latin typeface="Calibri"/>
                <a:cs typeface="Calibri"/>
              </a:rPr>
              <a:t>Need</a:t>
            </a:r>
            <a:r>
              <a:rPr sz="2800" spc="-50" dirty="0">
                <a:latin typeface="Calibri"/>
                <a:cs typeface="Calibri"/>
              </a:rPr>
              <a:t> </a:t>
            </a:r>
            <a:r>
              <a:rPr sz="2800" spc="-5" dirty="0">
                <a:latin typeface="Calibri"/>
                <a:cs typeface="Calibri"/>
              </a:rPr>
              <a:t>of</a:t>
            </a:r>
            <a:r>
              <a:rPr sz="2800" spc="-70" dirty="0">
                <a:latin typeface="Calibri"/>
                <a:cs typeface="Calibri"/>
              </a:rPr>
              <a:t> </a:t>
            </a:r>
            <a:r>
              <a:rPr sz="2800" spc="-5" dirty="0">
                <a:latin typeface="Calibri"/>
                <a:cs typeface="Calibri"/>
              </a:rPr>
              <a:t>quantum</a:t>
            </a:r>
            <a:r>
              <a:rPr sz="2800" spc="-30" dirty="0">
                <a:latin typeface="Calibri"/>
                <a:cs typeface="Calibri"/>
              </a:rPr>
              <a:t> </a:t>
            </a:r>
            <a:r>
              <a:rPr sz="2800" spc="-5" dirty="0">
                <a:latin typeface="Calibri"/>
                <a:cs typeface="Calibri"/>
              </a:rPr>
              <a:t>mechanics</a:t>
            </a:r>
            <a:endParaRPr sz="2800" dirty="0">
              <a:latin typeface="Calibri"/>
              <a:cs typeface="Calibri"/>
            </a:endParaRPr>
          </a:p>
          <a:p>
            <a:pPr marL="469265" indent="-457200">
              <a:lnSpc>
                <a:spcPct val="150000"/>
              </a:lnSpc>
              <a:buFont typeface="Arial" panose="020B0604020202020204" pitchFamily="34" charset="0"/>
              <a:buChar char="•"/>
              <a:tabLst>
                <a:tab pos="299085" algn="l"/>
                <a:tab pos="299720" algn="l"/>
              </a:tabLst>
            </a:pPr>
            <a:r>
              <a:rPr sz="2800" spc="5" dirty="0">
                <a:latin typeface="Calibri"/>
                <a:cs typeface="Calibri"/>
              </a:rPr>
              <a:t>P</a:t>
            </a:r>
            <a:r>
              <a:rPr sz="2800" spc="-5" dirty="0">
                <a:latin typeface="Calibri"/>
                <a:cs typeface="Calibri"/>
              </a:rPr>
              <a:t>h</a:t>
            </a:r>
            <a:r>
              <a:rPr sz="2800" spc="-15" dirty="0">
                <a:latin typeface="Calibri"/>
                <a:cs typeface="Calibri"/>
              </a:rPr>
              <a:t>ot</a:t>
            </a:r>
            <a:r>
              <a:rPr sz="2800" spc="-10" dirty="0">
                <a:latin typeface="Calibri"/>
                <a:cs typeface="Calibri"/>
              </a:rPr>
              <a:t>oelec</a:t>
            </a:r>
            <a:r>
              <a:rPr sz="2800" spc="-15" dirty="0">
                <a:latin typeface="Calibri"/>
                <a:cs typeface="Calibri"/>
              </a:rPr>
              <a:t>t</a:t>
            </a:r>
            <a:r>
              <a:rPr sz="2800" spc="10" dirty="0">
                <a:latin typeface="Calibri"/>
                <a:cs typeface="Calibri"/>
              </a:rPr>
              <a:t>r</a:t>
            </a:r>
            <a:r>
              <a:rPr sz="2800" spc="-10" dirty="0">
                <a:latin typeface="Calibri"/>
                <a:cs typeface="Calibri"/>
              </a:rPr>
              <a:t>i</a:t>
            </a:r>
            <a:r>
              <a:rPr sz="2800" dirty="0">
                <a:latin typeface="Calibri"/>
                <a:cs typeface="Calibri"/>
              </a:rPr>
              <a:t>c</a:t>
            </a:r>
            <a:r>
              <a:rPr sz="2800" spc="-80" dirty="0">
                <a:latin typeface="Calibri"/>
                <a:cs typeface="Calibri"/>
              </a:rPr>
              <a:t> </a:t>
            </a:r>
            <a:r>
              <a:rPr sz="2800" spc="-10" dirty="0">
                <a:latin typeface="Calibri"/>
                <a:cs typeface="Calibri"/>
              </a:rPr>
              <a:t>e</a:t>
            </a:r>
            <a:r>
              <a:rPr sz="2800" spc="10" dirty="0">
                <a:latin typeface="Calibri"/>
                <a:cs typeface="Calibri"/>
              </a:rPr>
              <a:t>f</a:t>
            </a:r>
            <a:r>
              <a:rPr sz="2800" spc="-10" dirty="0">
                <a:latin typeface="Calibri"/>
                <a:cs typeface="Calibri"/>
              </a:rPr>
              <a:t>fec</a:t>
            </a:r>
            <a:r>
              <a:rPr sz="2800" dirty="0">
                <a:latin typeface="Calibri"/>
                <a:cs typeface="Calibri"/>
              </a:rPr>
              <a:t>t</a:t>
            </a:r>
            <a:r>
              <a:rPr lang="en-US" sz="2800" dirty="0">
                <a:latin typeface="Calibri"/>
                <a:cs typeface="Calibri"/>
              </a:rPr>
              <a:t>, </a:t>
            </a:r>
            <a:r>
              <a:rPr sz="2800" spc="-5" dirty="0">
                <a:latin typeface="Calibri"/>
                <a:cs typeface="Calibri"/>
              </a:rPr>
              <a:t>Concept</a:t>
            </a:r>
            <a:r>
              <a:rPr sz="2800" spc="-70" dirty="0">
                <a:latin typeface="Calibri"/>
                <a:cs typeface="Calibri"/>
              </a:rPr>
              <a:t> </a:t>
            </a:r>
            <a:r>
              <a:rPr sz="2800" spc="-5" dirty="0">
                <a:latin typeface="Calibri"/>
                <a:cs typeface="Calibri"/>
              </a:rPr>
              <a:t>of</a:t>
            </a:r>
            <a:r>
              <a:rPr sz="2800" spc="-70" dirty="0">
                <a:latin typeface="Calibri"/>
                <a:cs typeface="Calibri"/>
              </a:rPr>
              <a:t> </a:t>
            </a:r>
            <a:r>
              <a:rPr sz="2800" dirty="0">
                <a:latin typeface="Calibri"/>
                <a:cs typeface="Calibri"/>
              </a:rPr>
              <a:t>de</a:t>
            </a:r>
            <a:r>
              <a:rPr sz="2800" spc="-40" dirty="0">
                <a:latin typeface="Calibri"/>
                <a:cs typeface="Calibri"/>
              </a:rPr>
              <a:t> </a:t>
            </a:r>
            <a:r>
              <a:rPr sz="2800" spc="-5" dirty="0">
                <a:latin typeface="Calibri"/>
                <a:cs typeface="Calibri"/>
              </a:rPr>
              <a:t>Broglie</a:t>
            </a:r>
            <a:r>
              <a:rPr sz="2800" spc="-40" dirty="0">
                <a:latin typeface="Calibri"/>
                <a:cs typeface="Calibri"/>
              </a:rPr>
              <a:t> </a:t>
            </a:r>
            <a:r>
              <a:rPr sz="2800" spc="-5" dirty="0">
                <a:latin typeface="Calibri"/>
                <a:cs typeface="Calibri"/>
              </a:rPr>
              <a:t>matter</a:t>
            </a:r>
            <a:r>
              <a:rPr sz="2800" spc="-65" dirty="0">
                <a:latin typeface="Calibri"/>
                <a:cs typeface="Calibri"/>
              </a:rPr>
              <a:t> </a:t>
            </a:r>
            <a:r>
              <a:rPr sz="2800" dirty="0">
                <a:latin typeface="Calibri"/>
                <a:cs typeface="Calibri"/>
              </a:rPr>
              <a:t>waves</a:t>
            </a:r>
          </a:p>
          <a:p>
            <a:pPr marL="469265" indent="-457200">
              <a:lnSpc>
                <a:spcPct val="150000"/>
              </a:lnSpc>
              <a:buFont typeface="Arial" panose="020B0604020202020204" pitchFamily="34" charset="0"/>
              <a:buChar char="•"/>
              <a:tabLst>
                <a:tab pos="299085" algn="l"/>
                <a:tab pos="299720" algn="l"/>
              </a:tabLst>
            </a:pPr>
            <a:r>
              <a:rPr sz="2800" spc="10" dirty="0">
                <a:latin typeface="Calibri"/>
                <a:cs typeface="Calibri"/>
              </a:rPr>
              <a:t>W</a:t>
            </a:r>
            <a:r>
              <a:rPr sz="2800" dirty="0">
                <a:latin typeface="Calibri"/>
                <a:cs typeface="Calibri"/>
              </a:rPr>
              <a:t>a</a:t>
            </a:r>
            <a:r>
              <a:rPr sz="2800" spc="-10" dirty="0">
                <a:latin typeface="Calibri"/>
                <a:cs typeface="Calibri"/>
              </a:rPr>
              <a:t>vele</a:t>
            </a:r>
            <a:r>
              <a:rPr sz="2800" spc="-30" dirty="0">
                <a:latin typeface="Calibri"/>
                <a:cs typeface="Calibri"/>
              </a:rPr>
              <a:t>n</a:t>
            </a:r>
            <a:r>
              <a:rPr sz="2800" spc="10" dirty="0">
                <a:latin typeface="Calibri"/>
                <a:cs typeface="Calibri"/>
              </a:rPr>
              <a:t>g</a:t>
            </a:r>
            <a:r>
              <a:rPr sz="2800" spc="-15" dirty="0">
                <a:latin typeface="Calibri"/>
                <a:cs typeface="Calibri"/>
              </a:rPr>
              <a:t>t</a:t>
            </a:r>
            <a:r>
              <a:rPr sz="2800" dirty="0">
                <a:latin typeface="Calibri"/>
                <a:cs typeface="Calibri"/>
              </a:rPr>
              <a:t>h</a:t>
            </a:r>
            <a:r>
              <a:rPr sz="2800" spc="-75" dirty="0">
                <a:latin typeface="Calibri"/>
                <a:cs typeface="Calibri"/>
              </a:rPr>
              <a:t> </a:t>
            </a:r>
            <a:r>
              <a:rPr sz="2800" spc="-10" dirty="0">
                <a:latin typeface="Calibri"/>
                <a:cs typeface="Calibri"/>
              </a:rPr>
              <a:t>o</a:t>
            </a:r>
            <a:r>
              <a:rPr sz="2800" dirty="0">
                <a:latin typeface="Calibri"/>
                <a:cs typeface="Calibri"/>
              </a:rPr>
              <a:t>f</a:t>
            </a:r>
            <a:r>
              <a:rPr sz="2800" spc="-110" dirty="0">
                <a:latin typeface="Calibri"/>
                <a:cs typeface="Calibri"/>
              </a:rPr>
              <a:t> </a:t>
            </a:r>
            <a:r>
              <a:rPr sz="2800" spc="10" dirty="0">
                <a:latin typeface="Calibri"/>
                <a:cs typeface="Calibri"/>
              </a:rPr>
              <a:t>m</a:t>
            </a:r>
            <a:r>
              <a:rPr sz="2800" dirty="0">
                <a:latin typeface="Calibri"/>
                <a:cs typeface="Calibri"/>
              </a:rPr>
              <a:t>a</a:t>
            </a:r>
            <a:r>
              <a:rPr sz="2800" spc="-15" dirty="0">
                <a:latin typeface="Calibri"/>
                <a:cs typeface="Calibri"/>
              </a:rPr>
              <a:t>tt</a:t>
            </a:r>
            <a:r>
              <a:rPr sz="2800" spc="-10" dirty="0">
                <a:latin typeface="Calibri"/>
                <a:cs typeface="Calibri"/>
              </a:rPr>
              <a:t>e</a:t>
            </a:r>
            <a:r>
              <a:rPr sz="2800" dirty="0">
                <a:latin typeface="Calibri"/>
                <a:cs typeface="Calibri"/>
              </a:rPr>
              <a:t>r</a:t>
            </a:r>
            <a:r>
              <a:rPr sz="2800" spc="-80" dirty="0">
                <a:latin typeface="Calibri"/>
                <a:cs typeface="Calibri"/>
              </a:rPr>
              <a:t> </a:t>
            </a:r>
            <a:r>
              <a:rPr sz="2800" dirty="0">
                <a:latin typeface="Calibri"/>
                <a:cs typeface="Calibri"/>
              </a:rPr>
              <a:t>wa</a:t>
            </a:r>
            <a:r>
              <a:rPr sz="2800" spc="-10" dirty="0">
                <a:latin typeface="Calibri"/>
                <a:cs typeface="Calibri"/>
              </a:rPr>
              <a:t>ve</a:t>
            </a:r>
            <a:r>
              <a:rPr sz="2800" dirty="0">
                <a:latin typeface="Calibri"/>
                <a:cs typeface="Calibri"/>
              </a:rPr>
              <a:t>s</a:t>
            </a:r>
            <a:r>
              <a:rPr sz="2800" spc="-80" dirty="0">
                <a:latin typeface="Calibri"/>
                <a:cs typeface="Calibri"/>
              </a:rPr>
              <a:t> </a:t>
            </a:r>
            <a:r>
              <a:rPr sz="2800" spc="-10" dirty="0">
                <a:latin typeface="Calibri"/>
                <a:cs typeface="Calibri"/>
              </a:rPr>
              <a:t>i</a:t>
            </a:r>
            <a:r>
              <a:rPr sz="2800" dirty="0">
                <a:latin typeface="Calibri"/>
                <a:cs typeface="Calibri"/>
              </a:rPr>
              <a:t>n</a:t>
            </a:r>
            <a:r>
              <a:rPr sz="2800" spc="-105" dirty="0">
                <a:latin typeface="Calibri"/>
                <a:cs typeface="Calibri"/>
              </a:rPr>
              <a:t> </a:t>
            </a:r>
            <a:r>
              <a:rPr sz="2800" spc="-5" dirty="0">
                <a:latin typeface="Calibri"/>
                <a:cs typeface="Calibri"/>
              </a:rPr>
              <a:t>d</a:t>
            </a:r>
            <a:r>
              <a:rPr sz="2800" spc="-20" dirty="0">
                <a:latin typeface="Calibri"/>
                <a:cs typeface="Calibri"/>
              </a:rPr>
              <a:t>i</a:t>
            </a:r>
            <a:r>
              <a:rPr sz="2800" spc="-10" dirty="0">
                <a:latin typeface="Calibri"/>
                <a:cs typeface="Calibri"/>
              </a:rPr>
              <a:t>ffe</a:t>
            </a:r>
            <a:r>
              <a:rPr sz="2800" spc="10" dirty="0">
                <a:latin typeface="Calibri"/>
                <a:cs typeface="Calibri"/>
              </a:rPr>
              <a:t>r</a:t>
            </a:r>
            <a:r>
              <a:rPr sz="2800" spc="-10" dirty="0">
                <a:latin typeface="Calibri"/>
                <a:cs typeface="Calibri"/>
              </a:rPr>
              <a:t>e</a:t>
            </a:r>
            <a:r>
              <a:rPr sz="2800" spc="-5" dirty="0">
                <a:latin typeface="Calibri"/>
                <a:cs typeface="Calibri"/>
              </a:rPr>
              <a:t>n</a:t>
            </a:r>
            <a:r>
              <a:rPr sz="2800" dirty="0">
                <a:latin typeface="Calibri"/>
                <a:cs typeface="Calibri"/>
              </a:rPr>
              <a:t>t</a:t>
            </a:r>
            <a:r>
              <a:rPr sz="2800" spc="-85" dirty="0">
                <a:latin typeface="Calibri"/>
                <a:cs typeface="Calibri"/>
              </a:rPr>
              <a:t> </a:t>
            </a:r>
            <a:r>
              <a:rPr sz="2800" spc="-10" dirty="0">
                <a:latin typeface="Calibri"/>
                <a:cs typeface="Calibri"/>
              </a:rPr>
              <a:t>for</a:t>
            </a:r>
            <a:r>
              <a:rPr sz="2800" spc="10" dirty="0">
                <a:latin typeface="Calibri"/>
                <a:cs typeface="Calibri"/>
              </a:rPr>
              <a:t>m</a:t>
            </a:r>
            <a:r>
              <a:rPr sz="2800" dirty="0">
                <a:latin typeface="Calibri"/>
                <a:cs typeface="Calibri"/>
              </a:rPr>
              <a:t>s</a:t>
            </a:r>
          </a:p>
          <a:p>
            <a:pPr marL="469265" indent="-457200">
              <a:lnSpc>
                <a:spcPct val="150000"/>
              </a:lnSpc>
              <a:spcBef>
                <a:spcPts val="5"/>
              </a:spcBef>
              <a:buFont typeface="Arial" panose="020B0604020202020204" pitchFamily="34" charset="0"/>
              <a:buChar char="•"/>
              <a:tabLst>
                <a:tab pos="299085" algn="l"/>
                <a:tab pos="299720" algn="l"/>
              </a:tabLst>
            </a:pPr>
            <a:r>
              <a:rPr sz="2800" spc="5" dirty="0">
                <a:latin typeface="Calibri"/>
                <a:cs typeface="Calibri"/>
              </a:rPr>
              <a:t>H</a:t>
            </a:r>
            <a:r>
              <a:rPr sz="2800" spc="-10" dirty="0">
                <a:latin typeface="Calibri"/>
                <a:cs typeface="Calibri"/>
              </a:rPr>
              <a:t>ei</a:t>
            </a:r>
            <a:r>
              <a:rPr sz="2800" spc="-5" dirty="0">
                <a:latin typeface="Calibri"/>
                <a:cs typeface="Calibri"/>
              </a:rPr>
              <a:t>s</a:t>
            </a:r>
            <a:r>
              <a:rPr sz="2800" spc="-15" dirty="0">
                <a:latin typeface="Calibri"/>
                <a:cs typeface="Calibri"/>
              </a:rPr>
              <a:t>e</a:t>
            </a:r>
            <a:r>
              <a:rPr sz="2800" spc="-5" dirty="0">
                <a:latin typeface="Calibri"/>
                <a:cs typeface="Calibri"/>
              </a:rPr>
              <a:t>n</a:t>
            </a:r>
            <a:r>
              <a:rPr sz="2800" spc="-10" dirty="0">
                <a:latin typeface="Calibri"/>
                <a:cs typeface="Calibri"/>
              </a:rPr>
              <a:t>ber</a:t>
            </a:r>
            <a:r>
              <a:rPr sz="2800" dirty="0">
                <a:latin typeface="Calibri"/>
                <a:cs typeface="Calibri"/>
              </a:rPr>
              <a:t>g</a:t>
            </a:r>
            <a:r>
              <a:rPr sz="2800" spc="-60" dirty="0">
                <a:latin typeface="Calibri"/>
                <a:cs typeface="Calibri"/>
              </a:rPr>
              <a:t> </a:t>
            </a:r>
            <a:r>
              <a:rPr sz="2800" spc="-5" dirty="0">
                <a:latin typeface="Calibri"/>
                <a:cs typeface="Calibri"/>
              </a:rPr>
              <a:t>un</a:t>
            </a:r>
            <a:r>
              <a:rPr sz="2800" spc="-15" dirty="0">
                <a:latin typeface="Calibri"/>
                <a:cs typeface="Calibri"/>
              </a:rPr>
              <a:t>c</a:t>
            </a:r>
            <a:r>
              <a:rPr sz="2800" spc="-10" dirty="0">
                <a:latin typeface="Calibri"/>
                <a:cs typeface="Calibri"/>
              </a:rPr>
              <a:t>er</a:t>
            </a:r>
            <a:r>
              <a:rPr sz="2800" spc="-15" dirty="0">
                <a:latin typeface="Calibri"/>
                <a:cs typeface="Calibri"/>
              </a:rPr>
              <a:t>t</a:t>
            </a:r>
            <a:r>
              <a:rPr sz="2800" dirty="0">
                <a:latin typeface="Calibri"/>
                <a:cs typeface="Calibri"/>
              </a:rPr>
              <a:t>a</a:t>
            </a:r>
            <a:r>
              <a:rPr sz="2800" spc="-15" dirty="0">
                <a:latin typeface="Calibri"/>
                <a:cs typeface="Calibri"/>
              </a:rPr>
              <a:t>i</a:t>
            </a:r>
            <a:r>
              <a:rPr sz="2800" spc="15" dirty="0">
                <a:latin typeface="Calibri"/>
                <a:cs typeface="Calibri"/>
              </a:rPr>
              <a:t>n</a:t>
            </a:r>
            <a:r>
              <a:rPr sz="2800" spc="-15" dirty="0">
                <a:latin typeface="Calibri"/>
                <a:cs typeface="Calibri"/>
              </a:rPr>
              <a:t>t</a:t>
            </a:r>
            <a:r>
              <a:rPr sz="2800" dirty="0">
                <a:latin typeface="Calibri"/>
                <a:cs typeface="Calibri"/>
              </a:rPr>
              <a:t>y</a:t>
            </a:r>
            <a:r>
              <a:rPr sz="2800" spc="-100" dirty="0">
                <a:latin typeface="Calibri"/>
                <a:cs typeface="Calibri"/>
              </a:rPr>
              <a:t> </a:t>
            </a:r>
            <a:r>
              <a:rPr sz="2800" spc="-5" dirty="0">
                <a:latin typeface="Calibri"/>
                <a:cs typeface="Calibri"/>
              </a:rPr>
              <a:t>p</a:t>
            </a:r>
            <a:r>
              <a:rPr sz="2800" spc="5" dirty="0">
                <a:latin typeface="Calibri"/>
                <a:cs typeface="Calibri"/>
              </a:rPr>
              <a:t>r</a:t>
            </a:r>
            <a:r>
              <a:rPr sz="2800" spc="-10" dirty="0">
                <a:latin typeface="Calibri"/>
                <a:cs typeface="Calibri"/>
              </a:rPr>
              <a:t>i</a:t>
            </a:r>
            <a:r>
              <a:rPr sz="2800" spc="-5" dirty="0">
                <a:latin typeface="Calibri"/>
                <a:cs typeface="Calibri"/>
              </a:rPr>
              <a:t>n</a:t>
            </a:r>
            <a:r>
              <a:rPr sz="2800" spc="-15" dirty="0">
                <a:latin typeface="Calibri"/>
                <a:cs typeface="Calibri"/>
              </a:rPr>
              <a:t>c</a:t>
            </a:r>
            <a:r>
              <a:rPr sz="2800" spc="-10" dirty="0">
                <a:latin typeface="Calibri"/>
                <a:cs typeface="Calibri"/>
              </a:rPr>
              <a:t>i</a:t>
            </a:r>
            <a:r>
              <a:rPr sz="2800" spc="15" dirty="0">
                <a:latin typeface="Calibri"/>
                <a:cs typeface="Calibri"/>
              </a:rPr>
              <a:t>p</a:t>
            </a:r>
            <a:r>
              <a:rPr sz="2800" spc="-10" dirty="0">
                <a:latin typeface="Calibri"/>
                <a:cs typeface="Calibri"/>
              </a:rPr>
              <a:t>l</a:t>
            </a:r>
            <a:r>
              <a:rPr sz="2800" dirty="0">
                <a:latin typeface="Calibri"/>
                <a:cs typeface="Calibri"/>
              </a:rPr>
              <a:t>e</a:t>
            </a:r>
            <a:endParaRPr lang="en-US" sz="2800" dirty="0">
              <a:latin typeface="Calibri"/>
              <a:cs typeface="Calibri"/>
            </a:endParaRPr>
          </a:p>
          <a:p>
            <a:pPr marL="469265" indent="-457200">
              <a:lnSpc>
                <a:spcPct val="150000"/>
              </a:lnSpc>
              <a:spcBef>
                <a:spcPts val="105"/>
              </a:spcBef>
              <a:buFont typeface="Arial" panose="020B0604020202020204" pitchFamily="34" charset="0"/>
              <a:buChar char="•"/>
              <a:tabLst>
                <a:tab pos="299085" algn="l"/>
                <a:tab pos="299720" algn="l"/>
              </a:tabLst>
            </a:pPr>
            <a:r>
              <a:rPr lang="en-IN" sz="2800" spc="-5" dirty="0">
                <a:latin typeface="Calibri"/>
                <a:cs typeface="Calibri"/>
              </a:rPr>
              <a:t>Concept</a:t>
            </a:r>
            <a:r>
              <a:rPr lang="en-IN" sz="2800" spc="-60" dirty="0">
                <a:latin typeface="Calibri"/>
                <a:cs typeface="Calibri"/>
              </a:rPr>
              <a:t> </a:t>
            </a:r>
            <a:r>
              <a:rPr lang="en-IN" sz="2800" spc="-5" dirty="0">
                <a:latin typeface="Calibri"/>
                <a:cs typeface="Calibri"/>
              </a:rPr>
              <a:t>of</a:t>
            </a:r>
            <a:r>
              <a:rPr lang="en-IN" sz="2800" spc="-65" dirty="0">
                <a:latin typeface="Calibri"/>
                <a:cs typeface="Calibri"/>
              </a:rPr>
              <a:t> </a:t>
            </a:r>
            <a:r>
              <a:rPr lang="en-IN" sz="2800" spc="-5" dirty="0">
                <a:latin typeface="Calibri"/>
                <a:cs typeface="Calibri"/>
              </a:rPr>
              <a:t>phase</a:t>
            </a:r>
            <a:r>
              <a:rPr lang="en-IN" sz="2800" spc="-55" dirty="0">
                <a:latin typeface="Calibri"/>
                <a:cs typeface="Calibri"/>
              </a:rPr>
              <a:t> </a:t>
            </a:r>
            <a:r>
              <a:rPr lang="en-IN" sz="2800" spc="-5" dirty="0">
                <a:latin typeface="Calibri"/>
                <a:cs typeface="Calibri"/>
              </a:rPr>
              <a:t>velocity</a:t>
            </a:r>
            <a:r>
              <a:rPr lang="en-IN" sz="2800" spc="-30" dirty="0">
                <a:latin typeface="Calibri"/>
                <a:cs typeface="Calibri"/>
              </a:rPr>
              <a:t> </a:t>
            </a:r>
            <a:r>
              <a:rPr lang="en-IN" sz="2800" dirty="0">
                <a:latin typeface="Calibri"/>
                <a:cs typeface="Calibri"/>
              </a:rPr>
              <a:t>and</a:t>
            </a:r>
            <a:r>
              <a:rPr lang="en-IN" sz="2800" spc="-75" dirty="0">
                <a:latin typeface="Calibri"/>
                <a:cs typeface="Calibri"/>
              </a:rPr>
              <a:t> </a:t>
            </a:r>
            <a:r>
              <a:rPr lang="en-IN" sz="2800" dirty="0">
                <a:latin typeface="Calibri"/>
                <a:cs typeface="Calibri"/>
              </a:rPr>
              <a:t>group</a:t>
            </a:r>
            <a:r>
              <a:rPr lang="en-IN" sz="2800" spc="-30" dirty="0">
                <a:latin typeface="Calibri"/>
                <a:cs typeface="Calibri"/>
              </a:rPr>
              <a:t> </a:t>
            </a:r>
            <a:r>
              <a:rPr lang="en-IN" sz="2800" dirty="0">
                <a:latin typeface="Calibri"/>
                <a:cs typeface="Calibri"/>
              </a:rPr>
              <a:t>velocity</a:t>
            </a:r>
            <a:r>
              <a:rPr lang="en-IN" sz="2800" spc="-50" dirty="0">
                <a:latin typeface="Calibri"/>
                <a:cs typeface="Calibri"/>
              </a:rPr>
              <a:t> </a:t>
            </a:r>
            <a:r>
              <a:rPr lang="en-IN" sz="2800" spc="-5" dirty="0">
                <a:latin typeface="Calibri"/>
                <a:cs typeface="Calibri"/>
              </a:rPr>
              <a:t>(qualitative)</a:t>
            </a:r>
            <a:endParaRPr lang="en-IN" sz="2800" dirty="0">
              <a:latin typeface="Calibri"/>
              <a:cs typeface="Calibri"/>
            </a:endParaRPr>
          </a:p>
          <a:p>
            <a:pPr marL="469265" indent="-457200">
              <a:lnSpc>
                <a:spcPct val="150000"/>
              </a:lnSpc>
              <a:buFont typeface="Arial" panose="020B0604020202020204" pitchFamily="34" charset="0"/>
              <a:buChar char="•"/>
              <a:tabLst>
                <a:tab pos="299085" algn="l"/>
                <a:tab pos="299720" algn="l"/>
              </a:tabLst>
            </a:pPr>
            <a:r>
              <a:rPr lang="en-IN" sz="2800" dirty="0">
                <a:latin typeface="Calibri"/>
                <a:cs typeface="Calibri"/>
              </a:rPr>
              <a:t>Wave</a:t>
            </a:r>
            <a:r>
              <a:rPr lang="en-IN" sz="2800" spc="-60" dirty="0">
                <a:latin typeface="Calibri"/>
                <a:cs typeface="Calibri"/>
              </a:rPr>
              <a:t> </a:t>
            </a:r>
            <a:r>
              <a:rPr lang="en-IN" sz="2800" spc="-10" dirty="0">
                <a:latin typeface="Calibri"/>
                <a:cs typeface="Calibri"/>
              </a:rPr>
              <a:t>function</a:t>
            </a:r>
            <a:r>
              <a:rPr lang="en-IN" sz="2800" spc="-80" dirty="0">
                <a:latin typeface="Calibri"/>
                <a:cs typeface="Calibri"/>
              </a:rPr>
              <a:t> </a:t>
            </a:r>
            <a:r>
              <a:rPr lang="en-IN" sz="2800" dirty="0">
                <a:latin typeface="Calibri"/>
                <a:cs typeface="Calibri"/>
              </a:rPr>
              <a:t>and</a:t>
            </a:r>
            <a:r>
              <a:rPr lang="en-IN" sz="2800" spc="-55" dirty="0">
                <a:latin typeface="Calibri"/>
                <a:cs typeface="Calibri"/>
              </a:rPr>
              <a:t> </a:t>
            </a:r>
            <a:r>
              <a:rPr lang="en-IN" sz="2800" spc="-5" dirty="0">
                <a:latin typeface="Calibri"/>
                <a:cs typeface="Calibri"/>
              </a:rPr>
              <a:t>its</a:t>
            </a:r>
            <a:r>
              <a:rPr lang="en-IN" sz="2800" spc="-80" dirty="0">
                <a:latin typeface="Calibri"/>
                <a:cs typeface="Calibri"/>
              </a:rPr>
              <a:t> </a:t>
            </a:r>
            <a:r>
              <a:rPr lang="en-IN" sz="2800" spc="-5" dirty="0">
                <a:latin typeface="Calibri"/>
                <a:cs typeface="Calibri"/>
              </a:rPr>
              <a:t>significance</a:t>
            </a:r>
            <a:endParaRPr lang="en-IN" sz="2800" dirty="0">
              <a:latin typeface="Calibri"/>
              <a:cs typeface="Calibri"/>
            </a:endParaRPr>
          </a:p>
          <a:p>
            <a:pPr marL="469265" indent="-457200">
              <a:lnSpc>
                <a:spcPct val="150000"/>
              </a:lnSpc>
              <a:buFont typeface="Arial" panose="020B0604020202020204" pitchFamily="34" charset="0"/>
              <a:buChar char="•"/>
              <a:tabLst>
                <a:tab pos="299085" algn="l"/>
                <a:tab pos="299720" algn="l"/>
              </a:tabLst>
            </a:pPr>
            <a:r>
              <a:rPr lang="en-IN" sz="2800" spc="-10" dirty="0">
                <a:latin typeface="Calibri"/>
                <a:cs typeface="Calibri"/>
              </a:rPr>
              <a:t>Schrodinger</a:t>
            </a:r>
            <a:r>
              <a:rPr lang="en-IN" sz="2800" spc="-50" dirty="0">
                <a:latin typeface="Calibri"/>
                <a:cs typeface="Calibri"/>
              </a:rPr>
              <a:t> </a:t>
            </a:r>
            <a:r>
              <a:rPr lang="en-IN" sz="2800" spc="-5" dirty="0">
                <a:latin typeface="Calibri"/>
                <a:cs typeface="Calibri"/>
              </a:rPr>
              <a:t>time</a:t>
            </a:r>
            <a:r>
              <a:rPr lang="en-IN" sz="2800" spc="-75" dirty="0">
                <a:latin typeface="Calibri"/>
                <a:cs typeface="Calibri"/>
              </a:rPr>
              <a:t> </a:t>
            </a:r>
            <a:r>
              <a:rPr lang="en-IN" sz="2800" spc="-5" dirty="0">
                <a:latin typeface="Calibri"/>
                <a:cs typeface="Calibri"/>
              </a:rPr>
              <a:t>dependent</a:t>
            </a:r>
            <a:r>
              <a:rPr lang="en-IN" sz="2800" spc="-60" dirty="0">
                <a:latin typeface="Calibri"/>
                <a:cs typeface="Calibri"/>
              </a:rPr>
              <a:t> </a:t>
            </a:r>
            <a:r>
              <a:rPr lang="en-IN" sz="2800" dirty="0">
                <a:latin typeface="Calibri"/>
                <a:cs typeface="Calibri"/>
              </a:rPr>
              <a:t>and</a:t>
            </a:r>
            <a:r>
              <a:rPr lang="en-IN" sz="2800" spc="-100" dirty="0">
                <a:latin typeface="Calibri"/>
                <a:cs typeface="Calibri"/>
              </a:rPr>
              <a:t> </a:t>
            </a:r>
            <a:r>
              <a:rPr lang="en-IN" sz="2800" spc="5" dirty="0">
                <a:latin typeface="Calibri"/>
                <a:cs typeface="Calibri"/>
              </a:rPr>
              <a:t>time</a:t>
            </a:r>
            <a:r>
              <a:rPr lang="en-IN" sz="2800" spc="-70" dirty="0">
                <a:latin typeface="Calibri"/>
                <a:cs typeface="Calibri"/>
              </a:rPr>
              <a:t> </a:t>
            </a:r>
            <a:r>
              <a:rPr lang="en-IN" sz="2800" spc="-5" dirty="0">
                <a:latin typeface="Calibri"/>
                <a:cs typeface="Calibri"/>
              </a:rPr>
              <a:t>independent</a:t>
            </a:r>
            <a:r>
              <a:rPr lang="en-IN" sz="2800" spc="-55" dirty="0">
                <a:latin typeface="Calibri"/>
                <a:cs typeface="Calibri"/>
              </a:rPr>
              <a:t> </a:t>
            </a:r>
            <a:r>
              <a:rPr lang="en-IN" sz="2800" spc="-5" dirty="0">
                <a:latin typeface="Calibri"/>
                <a:cs typeface="Calibri"/>
              </a:rPr>
              <a:t>equation</a:t>
            </a:r>
          </a:p>
          <a:p>
            <a:pPr marL="469265" indent="-457200">
              <a:lnSpc>
                <a:spcPct val="150000"/>
              </a:lnSpc>
              <a:buFont typeface="Arial" panose="020B0604020202020204" pitchFamily="34" charset="0"/>
              <a:buChar char="•"/>
              <a:tabLst>
                <a:tab pos="299085" algn="l"/>
                <a:tab pos="299720" algn="l"/>
              </a:tabLst>
            </a:pPr>
            <a:r>
              <a:rPr lang="en-IN" sz="2800" spc="-5" dirty="0">
                <a:latin typeface="Calibri"/>
                <a:cs typeface="Calibri"/>
              </a:rPr>
              <a:t>Particle</a:t>
            </a:r>
            <a:r>
              <a:rPr lang="en-IN" sz="2800" spc="-55" dirty="0">
                <a:latin typeface="Calibri"/>
                <a:cs typeface="Calibri"/>
              </a:rPr>
              <a:t> </a:t>
            </a:r>
            <a:r>
              <a:rPr lang="en-IN" sz="2800" spc="-5" dirty="0">
                <a:latin typeface="Calibri"/>
                <a:cs typeface="Calibri"/>
              </a:rPr>
              <a:t>in</a:t>
            </a:r>
            <a:r>
              <a:rPr lang="en-IN" sz="2800" spc="-75" dirty="0">
                <a:latin typeface="Calibri"/>
                <a:cs typeface="Calibri"/>
              </a:rPr>
              <a:t> </a:t>
            </a:r>
            <a:r>
              <a:rPr lang="en-IN" sz="2800" dirty="0">
                <a:latin typeface="Calibri"/>
                <a:cs typeface="Calibri"/>
              </a:rPr>
              <a:t>a</a:t>
            </a:r>
            <a:r>
              <a:rPr lang="en-IN" sz="2800" spc="-50" dirty="0">
                <a:latin typeface="Calibri"/>
                <a:cs typeface="Calibri"/>
              </a:rPr>
              <a:t> </a:t>
            </a:r>
            <a:r>
              <a:rPr lang="en-IN" sz="2800" spc="-5" dirty="0">
                <a:latin typeface="Calibri"/>
                <a:cs typeface="Calibri"/>
              </a:rPr>
              <a:t>box</a:t>
            </a:r>
            <a:endParaRPr lang="en-IN" sz="2800" dirty="0">
              <a:latin typeface="Calibri"/>
              <a:cs typeface="Calibri"/>
            </a:endParaRPr>
          </a:p>
        </p:txBody>
      </p:sp>
      <p:grpSp>
        <p:nvGrpSpPr>
          <p:cNvPr id="10" name="object 2">
            <a:extLst>
              <a:ext uri="{FF2B5EF4-FFF2-40B4-BE49-F238E27FC236}">
                <a16:creationId xmlns:a16="http://schemas.microsoft.com/office/drawing/2014/main" id="{81B12829-7712-5FA6-9DAA-66E4D9126BE4}"/>
              </a:ext>
            </a:extLst>
          </p:cNvPr>
          <p:cNvGrpSpPr/>
          <p:nvPr/>
        </p:nvGrpSpPr>
        <p:grpSpPr>
          <a:xfrm>
            <a:off x="9525000" y="2895144"/>
            <a:ext cx="2429933" cy="1446024"/>
            <a:chOff x="0" y="0"/>
            <a:chExt cx="12192000" cy="6858000"/>
          </a:xfrm>
        </p:grpSpPr>
        <p:pic>
          <p:nvPicPr>
            <p:cNvPr id="11" name="object 3">
              <a:extLst>
                <a:ext uri="{FF2B5EF4-FFF2-40B4-BE49-F238E27FC236}">
                  <a16:creationId xmlns:a16="http://schemas.microsoft.com/office/drawing/2014/main" id="{8C01403E-BDC3-76B9-56F1-378907562B51}"/>
                </a:ext>
              </a:extLst>
            </p:cNvPr>
            <p:cNvPicPr/>
            <p:nvPr/>
          </p:nvPicPr>
          <p:blipFill>
            <a:blip r:embed="rId2" cstate="print"/>
            <a:stretch>
              <a:fillRect/>
            </a:stretch>
          </p:blipFill>
          <p:spPr>
            <a:xfrm>
              <a:off x="0" y="0"/>
              <a:ext cx="12192000" cy="6857997"/>
            </a:xfrm>
            <a:prstGeom prst="rect">
              <a:avLst/>
            </a:prstGeom>
          </p:spPr>
        </p:pic>
        <p:sp>
          <p:nvSpPr>
            <p:cNvPr id="12" name="object 4">
              <a:extLst>
                <a:ext uri="{FF2B5EF4-FFF2-40B4-BE49-F238E27FC236}">
                  <a16:creationId xmlns:a16="http://schemas.microsoft.com/office/drawing/2014/main" id="{9B31CBF3-BCF6-0CD0-7836-DB2052DAFFBE}"/>
                </a:ext>
              </a:extLst>
            </p:cNvPr>
            <p:cNvSpPr/>
            <p:nvPr/>
          </p:nvSpPr>
          <p:spPr>
            <a:xfrm>
              <a:off x="0" y="1234439"/>
              <a:ext cx="12192000" cy="320040"/>
            </a:xfrm>
            <a:custGeom>
              <a:avLst/>
              <a:gdLst/>
              <a:ahLst/>
              <a:cxnLst/>
              <a:rect l="l" t="t" r="r" b="b"/>
              <a:pathLst>
                <a:path w="12192000" h="320040">
                  <a:moveTo>
                    <a:pt x="12192000" y="0"/>
                  </a:moveTo>
                  <a:lnTo>
                    <a:pt x="0" y="0"/>
                  </a:lnTo>
                  <a:lnTo>
                    <a:pt x="0" y="320039"/>
                  </a:lnTo>
                  <a:lnTo>
                    <a:pt x="12192000" y="320039"/>
                  </a:lnTo>
                  <a:lnTo>
                    <a:pt x="12192000" y="0"/>
                  </a:lnTo>
                  <a:close/>
                </a:path>
              </a:pathLst>
            </a:custGeom>
            <a:solidFill>
              <a:srgbClr val="FFFFFF"/>
            </a:solidFill>
          </p:spPr>
          <p:txBody>
            <a:bodyPr wrap="square" lIns="0" tIns="0" rIns="0" bIns="0" rtlCol="0"/>
            <a:lstStyle/>
            <a:p>
              <a:endParaRPr/>
            </a:p>
          </p:txBody>
        </p:sp>
        <p:sp>
          <p:nvSpPr>
            <p:cNvPr id="13" name="object 5">
              <a:extLst>
                <a:ext uri="{FF2B5EF4-FFF2-40B4-BE49-F238E27FC236}">
                  <a16:creationId xmlns:a16="http://schemas.microsoft.com/office/drawing/2014/main" id="{A7878EA5-EAFE-21F5-6C3B-F81CC217B3BB}"/>
                </a:ext>
              </a:extLst>
            </p:cNvPr>
            <p:cNvSpPr/>
            <p:nvPr/>
          </p:nvSpPr>
          <p:spPr>
            <a:xfrm>
              <a:off x="0" y="1280160"/>
              <a:ext cx="711835" cy="228600"/>
            </a:xfrm>
            <a:custGeom>
              <a:avLst/>
              <a:gdLst/>
              <a:ahLst/>
              <a:cxnLst/>
              <a:rect l="l" t="t" r="r" b="b"/>
              <a:pathLst>
                <a:path w="711835" h="228600">
                  <a:moveTo>
                    <a:pt x="711835" y="0"/>
                  </a:moveTo>
                  <a:lnTo>
                    <a:pt x="0" y="0"/>
                  </a:lnTo>
                  <a:lnTo>
                    <a:pt x="0" y="228600"/>
                  </a:lnTo>
                  <a:lnTo>
                    <a:pt x="711835" y="228600"/>
                  </a:lnTo>
                  <a:lnTo>
                    <a:pt x="711835" y="0"/>
                  </a:lnTo>
                  <a:close/>
                </a:path>
              </a:pathLst>
            </a:custGeom>
            <a:solidFill>
              <a:srgbClr val="DD8046"/>
            </a:solidFill>
          </p:spPr>
          <p:txBody>
            <a:bodyPr wrap="square" lIns="0" tIns="0" rIns="0" bIns="0" rtlCol="0"/>
            <a:lstStyle/>
            <a:p>
              <a:endParaRPr/>
            </a:p>
          </p:txBody>
        </p:sp>
        <p:sp>
          <p:nvSpPr>
            <p:cNvPr id="14" name="object 6">
              <a:extLst>
                <a:ext uri="{FF2B5EF4-FFF2-40B4-BE49-F238E27FC236}">
                  <a16:creationId xmlns:a16="http://schemas.microsoft.com/office/drawing/2014/main" id="{34B776ED-20E7-A16A-2E90-365A02983C97}"/>
                </a:ext>
              </a:extLst>
            </p:cNvPr>
            <p:cNvSpPr/>
            <p:nvPr/>
          </p:nvSpPr>
          <p:spPr>
            <a:xfrm>
              <a:off x="787400" y="1280160"/>
              <a:ext cx="11404600" cy="228600"/>
            </a:xfrm>
            <a:custGeom>
              <a:avLst/>
              <a:gdLst/>
              <a:ahLst/>
              <a:cxnLst/>
              <a:rect l="l" t="t" r="r" b="b"/>
              <a:pathLst>
                <a:path w="11404600" h="228600">
                  <a:moveTo>
                    <a:pt x="11404600" y="0"/>
                  </a:moveTo>
                  <a:lnTo>
                    <a:pt x="0" y="0"/>
                  </a:lnTo>
                  <a:lnTo>
                    <a:pt x="0" y="228600"/>
                  </a:lnTo>
                  <a:lnTo>
                    <a:pt x="11404600" y="228600"/>
                  </a:lnTo>
                  <a:lnTo>
                    <a:pt x="11404600" y="0"/>
                  </a:lnTo>
                  <a:close/>
                </a:path>
              </a:pathLst>
            </a:custGeom>
            <a:solidFill>
              <a:srgbClr val="92B6D2"/>
            </a:solidFill>
          </p:spPr>
          <p:txBody>
            <a:bodyPr wrap="square" lIns="0" tIns="0" rIns="0" bIns="0" rtlCol="0"/>
            <a:lstStyle/>
            <a:p>
              <a:endParaRPr/>
            </a:p>
          </p:txBody>
        </p:sp>
        <p:pic>
          <p:nvPicPr>
            <p:cNvPr id="15" name="object 7">
              <a:extLst>
                <a:ext uri="{FF2B5EF4-FFF2-40B4-BE49-F238E27FC236}">
                  <a16:creationId xmlns:a16="http://schemas.microsoft.com/office/drawing/2014/main" id="{43186273-0CB0-30EE-A5D2-4E419C43DD1E}"/>
                </a:ext>
              </a:extLst>
            </p:cNvPr>
            <p:cNvPicPr/>
            <p:nvPr/>
          </p:nvPicPr>
          <p:blipFill>
            <a:blip r:embed="rId3" cstate="print"/>
            <a:stretch>
              <a:fillRect/>
            </a:stretch>
          </p:blipFill>
          <p:spPr>
            <a:xfrm>
              <a:off x="0" y="1499233"/>
              <a:ext cx="4357370" cy="5355590"/>
            </a:xfrm>
            <a:prstGeom prst="rect">
              <a:avLst/>
            </a:prstGeom>
          </p:spPr>
        </p:pic>
        <p:pic>
          <p:nvPicPr>
            <p:cNvPr id="16" name="object 8">
              <a:extLst>
                <a:ext uri="{FF2B5EF4-FFF2-40B4-BE49-F238E27FC236}">
                  <a16:creationId xmlns:a16="http://schemas.microsoft.com/office/drawing/2014/main" id="{A7FC859B-B91C-612D-0BB8-C181A03205E4}"/>
                </a:ext>
              </a:extLst>
            </p:cNvPr>
            <p:cNvPicPr/>
            <p:nvPr/>
          </p:nvPicPr>
          <p:blipFill>
            <a:blip r:embed="rId3" cstate="print"/>
            <a:stretch>
              <a:fillRect/>
            </a:stretch>
          </p:blipFill>
          <p:spPr>
            <a:xfrm>
              <a:off x="7834630" y="1502408"/>
              <a:ext cx="4357370" cy="5355590"/>
            </a:xfrm>
            <a:prstGeom prst="rect">
              <a:avLst/>
            </a:prstGeom>
          </p:spPr>
        </p:pic>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Box 4">
            <a:extLst>
              <a:ext uri="{FF2B5EF4-FFF2-40B4-BE49-F238E27FC236}">
                <a16:creationId xmlns:a16="http://schemas.microsoft.com/office/drawing/2014/main" id="{2ECE5DCB-3BAF-B2D2-C44F-CA1CF05317C2}"/>
              </a:ext>
            </a:extLst>
          </p:cNvPr>
          <p:cNvSpPr txBox="1">
            <a:spLocks noChangeArrowheads="1"/>
          </p:cNvSpPr>
          <p:nvPr/>
        </p:nvSpPr>
        <p:spPr bwMode="auto">
          <a:xfrm>
            <a:off x="4765675" y="-36513"/>
            <a:ext cx="2355850" cy="923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5400" b="1" dirty="0">
                <a:latin typeface="Times New Roman" panose="02020603050405020304" pitchFamily="18" charset="0"/>
                <a:cs typeface="Times New Roman" panose="02020603050405020304" pitchFamily="18" charset="0"/>
              </a:rPr>
              <a:t>Unit V</a:t>
            </a:r>
            <a:endParaRPr lang="en-US" altLang="en-US" sz="54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33B66E13-0ADB-3376-1BE9-E0B78C048C4D}"/>
              </a:ext>
            </a:extLst>
          </p:cNvPr>
          <p:cNvSpPr/>
          <p:nvPr/>
        </p:nvSpPr>
        <p:spPr bwMode="auto">
          <a:xfrm>
            <a:off x="0" y="0"/>
            <a:ext cx="258763" cy="6858000"/>
          </a:xfrm>
          <a:prstGeom prst="rect">
            <a:avLst/>
          </a:prstGeom>
          <a:solidFill>
            <a:srgbClr val="0070C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object 2">
            <a:extLst>
              <a:ext uri="{FF2B5EF4-FFF2-40B4-BE49-F238E27FC236}">
                <a16:creationId xmlns:a16="http://schemas.microsoft.com/office/drawing/2014/main" id="{E5D67190-CF6A-321F-1E52-92AA0CC00EFE}"/>
              </a:ext>
            </a:extLst>
          </p:cNvPr>
          <p:cNvSpPr/>
          <p:nvPr/>
        </p:nvSpPr>
        <p:spPr>
          <a:xfrm>
            <a:off x="0" y="791888"/>
            <a:ext cx="12192000" cy="558165"/>
          </a:xfrm>
          <a:custGeom>
            <a:avLst/>
            <a:gdLst/>
            <a:ahLst/>
            <a:cxnLst/>
            <a:rect l="l" t="t" r="r" b="b"/>
            <a:pathLst>
              <a:path w="12192000" h="558165">
                <a:moveTo>
                  <a:pt x="0" y="0"/>
                </a:moveTo>
                <a:lnTo>
                  <a:pt x="0" y="558088"/>
                </a:lnTo>
                <a:lnTo>
                  <a:pt x="12191999" y="558088"/>
                </a:lnTo>
                <a:lnTo>
                  <a:pt x="12191999" y="0"/>
                </a:lnTo>
                <a:lnTo>
                  <a:pt x="0" y="0"/>
                </a:lnTo>
                <a:close/>
              </a:path>
            </a:pathLst>
          </a:custGeom>
          <a:solidFill>
            <a:srgbClr val="1F4E79"/>
          </a:solidFill>
        </p:spPr>
        <p:txBody>
          <a:bodyPr wrap="square" lIns="0" tIns="0" rIns="0" bIns="0" rtlCol="0"/>
          <a:lstStyle/>
          <a:p>
            <a:endParaRPr/>
          </a:p>
        </p:txBody>
      </p:sp>
      <p:sp>
        <p:nvSpPr>
          <p:cNvPr id="3" name="object 3">
            <a:extLst>
              <a:ext uri="{FF2B5EF4-FFF2-40B4-BE49-F238E27FC236}">
                <a16:creationId xmlns:a16="http://schemas.microsoft.com/office/drawing/2014/main" id="{548211FF-F421-9B7E-3510-8FA2E1EFFA79}"/>
              </a:ext>
            </a:extLst>
          </p:cNvPr>
          <p:cNvSpPr txBox="1">
            <a:spLocks/>
          </p:cNvSpPr>
          <p:nvPr/>
        </p:nvSpPr>
        <p:spPr bwMode="auto">
          <a:xfrm>
            <a:off x="266997" y="757852"/>
            <a:ext cx="452691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2700" rIns="0" bIns="0" numCol="1" rtlCol="0" anchor="b" anchorCtr="0" compatLnSpc="1">
            <a:prstTxWarp prst="textNoShape">
              <a:avLst/>
            </a:prstTxWarp>
            <a:spAutoFit/>
          </a:bodyPr>
          <a:lstStyle>
            <a:lvl1pPr algn="ctr" rtl="0" fontAlgn="base">
              <a:lnSpc>
                <a:spcPct val="90000"/>
              </a:lnSpc>
              <a:spcBef>
                <a:spcPct val="0"/>
              </a:spcBef>
              <a:spcAft>
                <a:spcPct val="0"/>
              </a:spcAft>
              <a:defRPr sz="60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12700" eaLnBrk="1" hangingPunct="1">
              <a:lnSpc>
                <a:spcPct val="100000"/>
              </a:lnSpc>
              <a:spcBef>
                <a:spcPts val="100"/>
              </a:spcBef>
            </a:pPr>
            <a:r>
              <a:rPr lang="en-IN" sz="3600" b="1" spc="-5" dirty="0">
                <a:solidFill>
                  <a:srgbClr val="FFFFFF"/>
                </a:solidFill>
                <a:latin typeface="Calibri"/>
                <a:cs typeface="Calibri"/>
              </a:rPr>
              <a:t>Solid State Physics</a:t>
            </a:r>
            <a:endParaRPr lang="en-IN" sz="3600" dirty="0">
              <a:latin typeface="Calibri"/>
              <a:cs typeface="Calibri"/>
            </a:endParaRPr>
          </a:p>
        </p:txBody>
      </p:sp>
      <p:sp>
        <p:nvSpPr>
          <p:cNvPr id="4" name="object 6">
            <a:extLst>
              <a:ext uri="{FF2B5EF4-FFF2-40B4-BE49-F238E27FC236}">
                <a16:creationId xmlns:a16="http://schemas.microsoft.com/office/drawing/2014/main" id="{F85BF027-7A3F-6EDB-E1A1-93FBA30799AD}"/>
              </a:ext>
            </a:extLst>
          </p:cNvPr>
          <p:cNvSpPr txBox="1"/>
          <p:nvPr/>
        </p:nvSpPr>
        <p:spPr>
          <a:xfrm>
            <a:off x="384115" y="1521760"/>
            <a:ext cx="11118969" cy="5129481"/>
          </a:xfrm>
          <a:prstGeom prst="rect">
            <a:avLst/>
          </a:prstGeom>
        </p:spPr>
        <p:txBody>
          <a:bodyPr vert="horz" wrap="square" lIns="0" tIns="12700" rIns="0" bIns="0" rtlCol="0">
            <a:spAutoFit/>
          </a:bodyPr>
          <a:lstStyle/>
          <a:p>
            <a:pPr marL="297815" indent="-285750">
              <a:lnSpc>
                <a:spcPct val="150000"/>
              </a:lnSpc>
              <a:spcBef>
                <a:spcPts val="100"/>
              </a:spcBef>
              <a:buFont typeface="Arial" panose="020B0604020202020204" pitchFamily="34" charset="0"/>
              <a:buChar char="•"/>
              <a:tabLst>
                <a:tab pos="299085" algn="l"/>
                <a:tab pos="299720" algn="l"/>
              </a:tabLst>
            </a:pPr>
            <a:r>
              <a:rPr sz="2800" spc="-10" dirty="0">
                <a:latin typeface="Calibri"/>
                <a:cs typeface="Calibri"/>
              </a:rPr>
              <a:t>Free</a:t>
            </a:r>
            <a:r>
              <a:rPr sz="2800" spc="-50" dirty="0">
                <a:latin typeface="Calibri"/>
                <a:cs typeface="Calibri"/>
              </a:rPr>
              <a:t> </a:t>
            </a:r>
            <a:r>
              <a:rPr sz="2800" spc="-5" dirty="0">
                <a:latin typeface="Calibri"/>
                <a:cs typeface="Calibri"/>
              </a:rPr>
              <a:t>electron</a:t>
            </a:r>
            <a:r>
              <a:rPr sz="2800" spc="-40" dirty="0">
                <a:latin typeface="Calibri"/>
                <a:cs typeface="Calibri"/>
              </a:rPr>
              <a:t> </a:t>
            </a:r>
            <a:r>
              <a:rPr sz="2800" spc="-5" dirty="0">
                <a:latin typeface="Calibri"/>
                <a:cs typeface="Calibri"/>
              </a:rPr>
              <a:t>theory</a:t>
            </a:r>
            <a:r>
              <a:rPr lang="en-US" sz="2800" dirty="0">
                <a:latin typeface="Calibri"/>
                <a:cs typeface="Calibri"/>
              </a:rPr>
              <a:t>, </a:t>
            </a:r>
            <a:r>
              <a:rPr lang="en-US" sz="2800" spc="-5" dirty="0">
                <a:latin typeface="Calibri"/>
                <a:cs typeface="Calibri"/>
              </a:rPr>
              <a:t>d</a:t>
            </a:r>
            <a:r>
              <a:rPr sz="2800" spc="-5" dirty="0">
                <a:latin typeface="Calibri"/>
                <a:cs typeface="Calibri"/>
              </a:rPr>
              <a:t>iffusion</a:t>
            </a:r>
            <a:r>
              <a:rPr sz="2800" spc="-40" dirty="0">
                <a:latin typeface="Calibri"/>
                <a:cs typeface="Calibri"/>
              </a:rPr>
              <a:t> </a:t>
            </a:r>
            <a:r>
              <a:rPr sz="2800" dirty="0">
                <a:latin typeface="Calibri"/>
                <a:cs typeface="Calibri"/>
              </a:rPr>
              <a:t>and</a:t>
            </a:r>
            <a:r>
              <a:rPr sz="2800" spc="-45" dirty="0">
                <a:latin typeface="Calibri"/>
                <a:cs typeface="Calibri"/>
              </a:rPr>
              <a:t> </a:t>
            </a:r>
            <a:r>
              <a:rPr sz="2800" spc="-10" dirty="0">
                <a:latin typeface="Calibri"/>
                <a:cs typeface="Calibri"/>
              </a:rPr>
              <a:t>drift</a:t>
            </a:r>
            <a:r>
              <a:rPr sz="2800" spc="-35" dirty="0">
                <a:latin typeface="Calibri"/>
                <a:cs typeface="Calibri"/>
              </a:rPr>
              <a:t> </a:t>
            </a:r>
            <a:r>
              <a:rPr sz="2800" spc="-5" dirty="0">
                <a:latin typeface="Calibri"/>
                <a:cs typeface="Calibri"/>
              </a:rPr>
              <a:t>current</a:t>
            </a:r>
            <a:endParaRPr sz="2800" dirty="0">
              <a:latin typeface="Calibri"/>
              <a:cs typeface="Calibri"/>
            </a:endParaRPr>
          </a:p>
          <a:p>
            <a:pPr marL="297815" indent="-285750">
              <a:lnSpc>
                <a:spcPct val="150000"/>
              </a:lnSpc>
              <a:buFont typeface="Arial" panose="020B0604020202020204" pitchFamily="34" charset="0"/>
              <a:buChar char="•"/>
              <a:tabLst>
                <a:tab pos="299085" algn="l"/>
                <a:tab pos="299720" algn="l"/>
              </a:tabLst>
            </a:pPr>
            <a:r>
              <a:rPr sz="2800" spc="-5" dirty="0">
                <a:latin typeface="Calibri"/>
                <a:cs typeface="Calibri"/>
              </a:rPr>
              <a:t>Fermi</a:t>
            </a:r>
            <a:r>
              <a:rPr sz="2800" spc="-105" dirty="0">
                <a:latin typeface="Calibri"/>
                <a:cs typeface="Calibri"/>
              </a:rPr>
              <a:t> </a:t>
            </a:r>
            <a:r>
              <a:rPr sz="2800" spc="-5" dirty="0">
                <a:latin typeface="Calibri"/>
                <a:cs typeface="Calibri"/>
              </a:rPr>
              <a:t>energy,</a:t>
            </a:r>
            <a:r>
              <a:rPr sz="2800" spc="-30" dirty="0">
                <a:latin typeface="Calibri"/>
                <a:cs typeface="Calibri"/>
              </a:rPr>
              <a:t> </a:t>
            </a:r>
            <a:r>
              <a:rPr sz="2800" spc="-5" dirty="0">
                <a:latin typeface="Calibri"/>
                <a:cs typeface="Calibri"/>
              </a:rPr>
              <a:t>Fermi-Dirac</a:t>
            </a:r>
            <a:r>
              <a:rPr sz="2800" spc="-70" dirty="0">
                <a:latin typeface="Calibri"/>
                <a:cs typeface="Calibri"/>
              </a:rPr>
              <a:t> </a:t>
            </a:r>
            <a:r>
              <a:rPr sz="2800" spc="-5" dirty="0">
                <a:latin typeface="Calibri"/>
                <a:cs typeface="Calibri"/>
              </a:rPr>
              <a:t>distribution</a:t>
            </a:r>
            <a:r>
              <a:rPr sz="2800" spc="-65" dirty="0">
                <a:latin typeface="Calibri"/>
                <a:cs typeface="Calibri"/>
              </a:rPr>
              <a:t> </a:t>
            </a:r>
            <a:r>
              <a:rPr sz="2800" spc="-5" dirty="0">
                <a:latin typeface="Calibri"/>
                <a:cs typeface="Calibri"/>
              </a:rPr>
              <a:t>function</a:t>
            </a:r>
            <a:endParaRPr sz="2800" dirty="0">
              <a:latin typeface="Calibri"/>
              <a:cs typeface="Calibri"/>
            </a:endParaRPr>
          </a:p>
          <a:p>
            <a:pPr marL="297815" marR="5080" indent="-285750">
              <a:lnSpc>
                <a:spcPct val="150000"/>
              </a:lnSpc>
              <a:spcBef>
                <a:spcPts val="65"/>
              </a:spcBef>
              <a:buFont typeface="Arial" panose="020B0604020202020204" pitchFamily="34" charset="0"/>
              <a:buChar char="•"/>
              <a:tabLst>
                <a:tab pos="299085" algn="l"/>
                <a:tab pos="299720" algn="l"/>
              </a:tabLst>
            </a:pPr>
            <a:r>
              <a:rPr sz="2800" spc="-5" dirty="0">
                <a:latin typeface="Calibri"/>
                <a:cs typeface="Calibri"/>
              </a:rPr>
              <a:t>Band</a:t>
            </a:r>
            <a:r>
              <a:rPr sz="2800" spc="-70" dirty="0">
                <a:latin typeface="Calibri"/>
                <a:cs typeface="Calibri"/>
              </a:rPr>
              <a:t> </a:t>
            </a:r>
            <a:r>
              <a:rPr sz="2800" dirty="0">
                <a:latin typeface="Calibri"/>
                <a:cs typeface="Calibri"/>
              </a:rPr>
              <a:t>theory</a:t>
            </a:r>
            <a:r>
              <a:rPr sz="2800" spc="-25" dirty="0">
                <a:latin typeface="Calibri"/>
                <a:cs typeface="Calibri"/>
              </a:rPr>
              <a:t> </a:t>
            </a:r>
            <a:r>
              <a:rPr sz="2800" spc="5" dirty="0">
                <a:latin typeface="Calibri"/>
                <a:cs typeface="Calibri"/>
              </a:rPr>
              <a:t>of</a:t>
            </a:r>
            <a:r>
              <a:rPr sz="2800" spc="-30" dirty="0">
                <a:latin typeface="Calibri"/>
                <a:cs typeface="Calibri"/>
              </a:rPr>
              <a:t> </a:t>
            </a:r>
            <a:r>
              <a:rPr sz="2800" spc="-5" dirty="0">
                <a:latin typeface="Calibri"/>
                <a:cs typeface="Calibri"/>
              </a:rPr>
              <a:t>solids</a:t>
            </a:r>
            <a:r>
              <a:rPr sz="2800" spc="-10" dirty="0">
                <a:latin typeface="Calibri"/>
                <a:cs typeface="Calibri"/>
              </a:rPr>
              <a:t> </a:t>
            </a:r>
            <a:r>
              <a:rPr sz="2800" dirty="0">
                <a:latin typeface="Calibri"/>
                <a:cs typeface="Calibri"/>
              </a:rPr>
              <a:t>-</a:t>
            </a:r>
            <a:r>
              <a:rPr sz="2800" spc="-35" dirty="0">
                <a:latin typeface="Calibri"/>
                <a:cs typeface="Calibri"/>
              </a:rPr>
              <a:t> </a:t>
            </a:r>
            <a:r>
              <a:rPr sz="2800" dirty="0">
                <a:latin typeface="Calibri"/>
                <a:cs typeface="Calibri"/>
              </a:rPr>
              <a:t>formation</a:t>
            </a:r>
            <a:r>
              <a:rPr sz="2800" spc="-35" dirty="0">
                <a:latin typeface="Calibri"/>
                <a:cs typeface="Calibri"/>
              </a:rPr>
              <a:t> </a:t>
            </a:r>
            <a:r>
              <a:rPr sz="2800" spc="5" dirty="0">
                <a:latin typeface="Calibri"/>
                <a:cs typeface="Calibri"/>
              </a:rPr>
              <a:t>of</a:t>
            </a:r>
            <a:r>
              <a:rPr sz="2800" spc="-30" dirty="0">
                <a:latin typeface="Calibri"/>
                <a:cs typeface="Calibri"/>
              </a:rPr>
              <a:t> </a:t>
            </a:r>
            <a:r>
              <a:rPr sz="2800" spc="-5" dirty="0">
                <a:latin typeface="Calibri"/>
                <a:cs typeface="Calibri"/>
              </a:rPr>
              <a:t>allowed</a:t>
            </a:r>
            <a:r>
              <a:rPr sz="2800" spc="-10" dirty="0">
                <a:latin typeface="Calibri"/>
                <a:cs typeface="Calibri"/>
              </a:rPr>
              <a:t> </a:t>
            </a:r>
            <a:r>
              <a:rPr sz="2800" spc="-5" dirty="0">
                <a:latin typeface="Calibri"/>
                <a:cs typeface="Calibri"/>
              </a:rPr>
              <a:t>and </a:t>
            </a:r>
            <a:r>
              <a:rPr sz="2800" spc="-395" dirty="0">
                <a:latin typeface="Calibri"/>
                <a:cs typeface="Calibri"/>
              </a:rPr>
              <a:t> </a:t>
            </a:r>
            <a:r>
              <a:rPr sz="2800" spc="-5" dirty="0">
                <a:latin typeface="Calibri"/>
                <a:cs typeface="Calibri"/>
              </a:rPr>
              <a:t>Forbidden</a:t>
            </a:r>
            <a:r>
              <a:rPr sz="2800" spc="-10" dirty="0">
                <a:latin typeface="Calibri"/>
                <a:cs typeface="Calibri"/>
              </a:rPr>
              <a:t> </a:t>
            </a:r>
            <a:r>
              <a:rPr sz="2800" spc="-5" dirty="0">
                <a:latin typeface="Calibri"/>
                <a:cs typeface="Calibri"/>
              </a:rPr>
              <a:t>energy</a:t>
            </a:r>
            <a:r>
              <a:rPr sz="2800" spc="20" dirty="0">
                <a:latin typeface="Calibri"/>
                <a:cs typeface="Calibri"/>
              </a:rPr>
              <a:t> </a:t>
            </a:r>
            <a:r>
              <a:rPr sz="2800" spc="-5" dirty="0">
                <a:latin typeface="Calibri"/>
                <a:cs typeface="Calibri"/>
              </a:rPr>
              <a:t>bands</a:t>
            </a:r>
            <a:endParaRPr sz="2800" dirty="0">
              <a:latin typeface="Calibri"/>
              <a:cs typeface="Calibri"/>
            </a:endParaRPr>
          </a:p>
          <a:p>
            <a:pPr marL="297815" indent="-285750">
              <a:lnSpc>
                <a:spcPct val="150000"/>
              </a:lnSpc>
              <a:buFont typeface="Arial" panose="020B0604020202020204" pitchFamily="34" charset="0"/>
              <a:buChar char="•"/>
              <a:tabLst>
                <a:tab pos="299085" algn="l"/>
                <a:tab pos="299720" algn="l"/>
              </a:tabLst>
            </a:pPr>
            <a:r>
              <a:rPr sz="2800" spc="-5" dirty="0">
                <a:latin typeface="Calibri"/>
                <a:cs typeface="Calibri"/>
              </a:rPr>
              <a:t>Concept </a:t>
            </a:r>
            <a:r>
              <a:rPr sz="2800" spc="5" dirty="0">
                <a:latin typeface="Calibri"/>
                <a:cs typeface="Calibri"/>
              </a:rPr>
              <a:t>of</a:t>
            </a:r>
            <a:r>
              <a:rPr sz="2800" spc="-30" dirty="0">
                <a:latin typeface="Calibri"/>
                <a:cs typeface="Calibri"/>
              </a:rPr>
              <a:t> </a:t>
            </a:r>
            <a:r>
              <a:rPr sz="2800" spc="-5" dirty="0">
                <a:latin typeface="Calibri"/>
                <a:cs typeface="Calibri"/>
              </a:rPr>
              <a:t>effective</a:t>
            </a:r>
            <a:r>
              <a:rPr sz="2800" spc="-30" dirty="0">
                <a:latin typeface="Calibri"/>
                <a:cs typeface="Calibri"/>
              </a:rPr>
              <a:t> </a:t>
            </a:r>
            <a:r>
              <a:rPr sz="2800" dirty="0">
                <a:latin typeface="Calibri"/>
                <a:cs typeface="Calibri"/>
              </a:rPr>
              <a:t>mass</a:t>
            </a:r>
            <a:r>
              <a:rPr sz="2800" spc="-85" dirty="0">
                <a:latin typeface="Calibri"/>
                <a:cs typeface="Calibri"/>
              </a:rPr>
              <a:t> </a:t>
            </a:r>
            <a:r>
              <a:rPr sz="2800" dirty="0">
                <a:latin typeface="Calibri"/>
                <a:cs typeface="Calibri"/>
              </a:rPr>
              <a:t>-</a:t>
            </a:r>
            <a:r>
              <a:rPr sz="2800" spc="-30" dirty="0">
                <a:latin typeface="Calibri"/>
                <a:cs typeface="Calibri"/>
              </a:rPr>
              <a:t> </a:t>
            </a:r>
            <a:r>
              <a:rPr sz="2800" spc="-5" dirty="0">
                <a:latin typeface="Calibri"/>
                <a:cs typeface="Calibri"/>
              </a:rPr>
              <a:t>electrons</a:t>
            </a:r>
            <a:r>
              <a:rPr sz="2800" spc="-15" dirty="0">
                <a:latin typeface="Calibri"/>
                <a:cs typeface="Calibri"/>
              </a:rPr>
              <a:t> </a:t>
            </a:r>
            <a:r>
              <a:rPr sz="2800" spc="-5" dirty="0">
                <a:latin typeface="Calibri"/>
                <a:cs typeface="Calibri"/>
              </a:rPr>
              <a:t>and</a:t>
            </a:r>
            <a:r>
              <a:rPr sz="2800" spc="-25" dirty="0">
                <a:latin typeface="Calibri"/>
                <a:cs typeface="Calibri"/>
              </a:rPr>
              <a:t> </a:t>
            </a:r>
            <a:r>
              <a:rPr sz="2800" spc="-5" dirty="0">
                <a:latin typeface="Calibri"/>
                <a:cs typeface="Calibri"/>
              </a:rPr>
              <a:t>holes</a:t>
            </a:r>
            <a:endParaRPr sz="2800" dirty="0">
              <a:latin typeface="Calibri"/>
              <a:cs typeface="Calibri"/>
            </a:endParaRPr>
          </a:p>
          <a:p>
            <a:pPr marL="297815" indent="-285750">
              <a:lnSpc>
                <a:spcPct val="150000"/>
              </a:lnSpc>
              <a:buFont typeface="Arial" panose="020B0604020202020204" pitchFamily="34" charset="0"/>
              <a:buChar char="•"/>
              <a:tabLst>
                <a:tab pos="299085" algn="l"/>
                <a:tab pos="299720" algn="l"/>
              </a:tabLst>
            </a:pPr>
            <a:r>
              <a:rPr sz="2800" dirty="0">
                <a:latin typeface="Calibri"/>
                <a:cs typeface="Calibri"/>
              </a:rPr>
              <a:t>Hall</a:t>
            </a:r>
            <a:r>
              <a:rPr sz="2800" spc="-65" dirty="0">
                <a:latin typeface="Calibri"/>
                <a:cs typeface="Calibri"/>
              </a:rPr>
              <a:t> </a:t>
            </a:r>
            <a:r>
              <a:rPr sz="2800" spc="-5" dirty="0">
                <a:latin typeface="Calibri"/>
                <a:cs typeface="Calibri"/>
              </a:rPr>
              <a:t>effect</a:t>
            </a:r>
            <a:r>
              <a:rPr sz="2800" spc="-55" dirty="0">
                <a:latin typeface="Calibri"/>
                <a:cs typeface="Calibri"/>
              </a:rPr>
              <a:t> </a:t>
            </a:r>
            <a:r>
              <a:rPr sz="2800" dirty="0">
                <a:latin typeface="Calibri"/>
                <a:cs typeface="Calibri"/>
              </a:rPr>
              <a:t>(with</a:t>
            </a:r>
            <a:r>
              <a:rPr sz="2800" spc="-70" dirty="0">
                <a:latin typeface="Calibri"/>
                <a:cs typeface="Calibri"/>
              </a:rPr>
              <a:t> </a:t>
            </a:r>
            <a:r>
              <a:rPr sz="2800" spc="-5" dirty="0">
                <a:latin typeface="Calibri"/>
                <a:cs typeface="Calibri"/>
              </a:rPr>
              <a:t>derivation)</a:t>
            </a:r>
            <a:endParaRPr sz="2800" dirty="0">
              <a:latin typeface="Calibri"/>
              <a:cs typeface="Calibri"/>
            </a:endParaRPr>
          </a:p>
          <a:p>
            <a:pPr marL="297815" indent="-285750">
              <a:lnSpc>
                <a:spcPct val="150000"/>
              </a:lnSpc>
              <a:buFont typeface="Arial" panose="020B0604020202020204" pitchFamily="34" charset="0"/>
              <a:buChar char="•"/>
              <a:tabLst>
                <a:tab pos="299085" algn="l"/>
                <a:tab pos="299720" algn="l"/>
              </a:tabLst>
            </a:pPr>
            <a:r>
              <a:rPr sz="2800" spc="-5" dirty="0">
                <a:latin typeface="Calibri"/>
                <a:cs typeface="Calibri"/>
              </a:rPr>
              <a:t>Semiconductors</a:t>
            </a:r>
            <a:r>
              <a:rPr sz="2800" spc="-65" dirty="0">
                <a:latin typeface="Calibri"/>
                <a:cs typeface="Calibri"/>
              </a:rPr>
              <a:t> </a:t>
            </a:r>
            <a:r>
              <a:rPr sz="2800" dirty="0">
                <a:latin typeface="Calibri"/>
                <a:cs typeface="Calibri"/>
              </a:rPr>
              <a:t>and</a:t>
            </a:r>
            <a:r>
              <a:rPr sz="2800" spc="-60" dirty="0">
                <a:latin typeface="Calibri"/>
                <a:cs typeface="Calibri"/>
              </a:rPr>
              <a:t> </a:t>
            </a:r>
            <a:r>
              <a:rPr sz="2800" spc="-5" dirty="0">
                <a:latin typeface="Calibri"/>
                <a:cs typeface="Calibri"/>
              </a:rPr>
              <a:t>insulators</a:t>
            </a:r>
            <a:endParaRPr sz="2800" dirty="0">
              <a:latin typeface="Calibri"/>
              <a:cs typeface="Calibri"/>
            </a:endParaRPr>
          </a:p>
          <a:p>
            <a:pPr marL="297815" marR="1138555" indent="-285750">
              <a:lnSpc>
                <a:spcPct val="150000"/>
              </a:lnSpc>
              <a:spcBef>
                <a:spcPts val="35"/>
              </a:spcBef>
              <a:buFont typeface="Arial" panose="020B0604020202020204" pitchFamily="34" charset="0"/>
              <a:buChar char="•"/>
              <a:tabLst>
                <a:tab pos="299085" algn="l"/>
                <a:tab pos="299720" algn="l"/>
              </a:tabLst>
            </a:pPr>
            <a:r>
              <a:rPr sz="2800" spc="-5" dirty="0">
                <a:latin typeface="Calibri"/>
                <a:cs typeface="Calibri"/>
              </a:rPr>
              <a:t>Fermi</a:t>
            </a:r>
            <a:r>
              <a:rPr sz="2800" spc="-65" dirty="0">
                <a:latin typeface="Calibri"/>
                <a:cs typeface="Calibri"/>
              </a:rPr>
              <a:t> </a:t>
            </a:r>
            <a:r>
              <a:rPr sz="2800" dirty="0">
                <a:latin typeface="Calibri"/>
                <a:cs typeface="Calibri"/>
              </a:rPr>
              <a:t>level</a:t>
            </a:r>
            <a:r>
              <a:rPr sz="2800" spc="-60" dirty="0">
                <a:latin typeface="Calibri"/>
                <a:cs typeface="Calibri"/>
              </a:rPr>
              <a:t> </a:t>
            </a:r>
            <a:r>
              <a:rPr sz="2800" dirty="0">
                <a:latin typeface="Calibri"/>
                <a:cs typeface="Calibri"/>
              </a:rPr>
              <a:t>for</a:t>
            </a:r>
            <a:r>
              <a:rPr sz="2800" spc="-60" dirty="0">
                <a:latin typeface="Calibri"/>
                <a:cs typeface="Calibri"/>
              </a:rPr>
              <a:t> </a:t>
            </a:r>
            <a:r>
              <a:rPr sz="2800" spc="-5" dirty="0">
                <a:latin typeface="Calibri"/>
                <a:cs typeface="Calibri"/>
              </a:rPr>
              <a:t>intrinsic</a:t>
            </a:r>
            <a:r>
              <a:rPr sz="2800" spc="-25" dirty="0">
                <a:latin typeface="Calibri"/>
                <a:cs typeface="Calibri"/>
              </a:rPr>
              <a:t> </a:t>
            </a:r>
            <a:r>
              <a:rPr sz="2800" spc="-5" dirty="0">
                <a:latin typeface="Calibri"/>
                <a:cs typeface="Calibri"/>
              </a:rPr>
              <a:t>and</a:t>
            </a:r>
            <a:r>
              <a:rPr sz="2800" spc="-70" dirty="0">
                <a:latin typeface="Calibri"/>
                <a:cs typeface="Calibri"/>
              </a:rPr>
              <a:t> </a:t>
            </a:r>
            <a:r>
              <a:rPr sz="2800" spc="-5" dirty="0">
                <a:latin typeface="Calibri"/>
                <a:cs typeface="Calibri"/>
              </a:rPr>
              <a:t>extrinsic </a:t>
            </a:r>
            <a:r>
              <a:rPr sz="2800" spc="-390" dirty="0">
                <a:latin typeface="Calibri"/>
                <a:cs typeface="Calibri"/>
              </a:rPr>
              <a:t> </a:t>
            </a:r>
            <a:r>
              <a:rPr sz="2800" spc="-5" dirty="0">
                <a:latin typeface="Calibri"/>
                <a:cs typeface="Calibri"/>
              </a:rPr>
              <a:t>semiconductors</a:t>
            </a:r>
            <a:endParaRPr sz="2800" dirty="0">
              <a:latin typeface="Calibri"/>
              <a:cs typeface="Calibri"/>
            </a:endParaRPr>
          </a:p>
          <a:p>
            <a:pPr marL="297815" indent="-285750">
              <a:lnSpc>
                <a:spcPct val="150000"/>
              </a:lnSpc>
              <a:buFont typeface="Arial" panose="020B0604020202020204" pitchFamily="34" charset="0"/>
              <a:buChar char="•"/>
              <a:tabLst>
                <a:tab pos="299085" algn="l"/>
                <a:tab pos="299720" algn="l"/>
              </a:tabLst>
            </a:pPr>
            <a:r>
              <a:rPr sz="2800" spc="-5" dirty="0">
                <a:latin typeface="Calibri"/>
                <a:cs typeface="Calibri"/>
              </a:rPr>
              <a:t>Direct</a:t>
            </a:r>
            <a:r>
              <a:rPr sz="2800" spc="-30" dirty="0">
                <a:latin typeface="Calibri"/>
                <a:cs typeface="Calibri"/>
              </a:rPr>
              <a:t> </a:t>
            </a:r>
            <a:r>
              <a:rPr sz="2800" spc="-5" dirty="0">
                <a:latin typeface="Calibri"/>
                <a:cs typeface="Calibri"/>
              </a:rPr>
              <a:t>and</a:t>
            </a:r>
            <a:r>
              <a:rPr sz="2800" spc="-60" dirty="0">
                <a:latin typeface="Calibri"/>
                <a:cs typeface="Calibri"/>
              </a:rPr>
              <a:t> </a:t>
            </a:r>
            <a:r>
              <a:rPr sz="2800" dirty="0">
                <a:latin typeface="Calibri"/>
                <a:cs typeface="Calibri"/>
              </a:rPr>
              <a:t>indirect</a:t>
            </a:r>
            <a:r>
              <a:rPr sz="2800" spc="-5" dirty="0">
                <a:latin typeface="Calibri"/>
                <a:cs typeface="Calibri"/>
              </a:rPr>
              <a:t> band</a:t>
            </a:r>
            <a:r>
              <a:rPr sz="2800" spc="-40" dirty="0">
                <a:latin typeface="Calibri"/>
                <a:cs typeface="Calibri"/>
              </a:rPr>
              <a:t> </a:t>
            </a:r>
            <a:r>
              <a:rPr sz="2800" spc="-5" dirty="0">
                <a:latin typeface="Calibri"/>
                <a:cs typeface="Calibri"/>
              </a:rPr>
              <a:t>gap</a:t>
            </a:r>
            <a:r>
              <a:rPr sz="2800" spc="-15" dirty="0">
                <a:latin typeface="Calibri"/>
                <a:cs typeface="Calibri"/>
              </a:rPr>
              <a:t> </a:t>
            </a:r>
            <a:r>
              <a:rPr sz="2800" spc="-5" dirty="0">
                <a:latin typeface="Calibri"/>
                <a:cs typeface="Calibri"/>
              </a:rPr>
              <a:t>semiconductors</a:t>
            </a:r>
            <a:endParaRPr sz="2800" dirty="0">
              <a:latin typeface="Calibri"/>
              <a:cs typeface="Calibri"/>
            </a:endParaRPr>
          </a:p>
        </p:txBody>
      </p:sp>
      <p:pic>
        <p:nvPicPr>
          <p:cNvPr id="5" name="object 3">
            <a:extLst>
              <a:ext uri="{FF2B5EF4-FFF2-40B4-BE49-F238E27FC236}">
                <a16:creationId xmlns:a16="http://schemas.microsoft.com/office/drawing/2014/main" id="{F6CBEA5C-87FE-6C57-8B98-5AE7D2CE6EF3}"/>
              </a:ext>
            </a:extLst>
          </p:cNvPr>
          <p:cNvPicPr/>
          <p:nvPr/>
        </p:nvPicPr>
        <p:blipFill>
          <a:blip r:embed="rId2" cstate="print"/>
          <a:stretch>
            <a:fillRect/>
          </a:stretch>
        </p:blipFill>
        <p:spPr>
          <a:xfrm>
            <a:off x="9054905" y="4012943"/>
            <a:ext cx="2752980" cy="21717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extBox 6">
            <a:extLst>
              <a:ext uri="{FF2B5EF4-FFF2-40B4-BE49-F238E27FC236}">
                <a16:creationId xmlns:a16="http://schemas.microsoft.com/office/drawing/2014/main" id="{0A9D0B0D-D6EA-11A6-E344-94163756F0FA}"/>
              </a:ext>
            </a:extLst>
          </p:cNvPr>
          <p:cNvSpPr txBox="1">
            <a:spLocks noChangeArrowheads="1"/>
          </p:cNvSpPr>
          <p:nvPr/>
        </p:nvSpPr>
        <p:spPr bwMode="auto">
          <a:xfrm>
            <a:off x="4581525" y="0"/>
            <a:ext cx="3556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5400" b="1" dirty="0">
                <a:latin typeface="Times New Roman" panose="02020603050405020304" pitchFamily="18" charset="0"/>
                <a:cs typeface="Times New Roman" panose="02020603050405020304" pitchFamily="18" charset="0"/>
              </a:rPr>
              <a:t>Unit VI</a:t>
            </a:r>
            <a:endParaRPr lang="en-US" altLang="en-US" sz="5400"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E39A830C-7073-41B0-0A20-590437010A52}"/>
              </a:ext>
            </a:extLst>
          </p:cNvPr>
          <p:cNvSpPr/>
          <p:nvPr/>
        </p:nvSpPr>
        <p:spPr bwMode="auto">
          <a:xfrm>
            <a:off x="0" y="0"/>
            <a:ext cx="239713" cy="6858000"/>
          </a:xfrm>
          <a:prstGeom prst="rect">
            <a:avLst/>
          </a:prstGeom>
          <a:solidFill>
            <a:srgbClr val="00206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object 2">
            <a:extLst>
              <a:ext uri="{FF2B5EF4-FFF2-40B4-BE49-F238E27FC236}">
                <a16:creationId xmlns:a16="http://schemas.microsoft.com/office/drawing/2014/main" id="{A7B52196-C15B-A4A4-69E1-D89F1AC136AE}"/>
              </a:ext>
            </a:extLst>
          </p:cNvPr>
          <p:cNvSpPr/>
          <p:nvPr/>
        </p:nvSpPr>
        <p:spPr>
          <a:xfrm>
            <a:off x="0" y="961218"/>
            <a:ext cx="12192000" cy="558165"/>
          </a:xfrm>
          <a:custGeom>
            <a:avLst/>
            <a:gdLst/>
            <a:ahLst/>
            <a:cxnLst/>
            <a:rect l="l" t="t" r="r" b="b"/>
            <a:pathLst>
              <a:path w="12192000" h="558165">
                <a:moveTo>
                  <a:pt x="0" y="0"/>
                </a:moveTo>
                <a:lnTo>
                  <a:pt x="0" y="558088"/>
                </a:lnTo>
                <a:lnTo>
                  <a:pt x="12191999" y="558088"/>
                </a:lnTo>
                <a:lnTo>
                  <a:pt x="12191999" y="0"/>
                </a:lnTo>
                <a:lnTo>
                  <a:pt x="0" y="0"/>
                </a:lnTo>
                <a:close/>
              </a:path>
            </a:pathLst>
          </a:custGeom>
          <a:solidFill>
            <a:srgbClr val="1F4E79"/>
          </a:solidFill>
        </p:spPr>
        <p:txBody>
          <a:bodyPr wrap="square" lIns="0" tIns="0" rIns="0" bIns="0" rtlCol="0"/>
          <a:lstStyle/>
          <a:p>
            <a:endParaRPr/>
          </a:p>
        </p:txBody>
      </p:sp>
      <p:sp>
        <p:nvSpPr>
          <p:cNvPr id="3" name="object 3">
            <a:extLst>
              <a:ext uri="{FF2B5EF4-FFF2-40B4-BE49-F238E27FC236}">
                <a16:creationId xmlns:a16="http://schemas.microsoft.com/office/drawing/2014/main" id="{742F9D26-6B16-FBCB-6B7B-4E2AD60E9E3C}"/>
              </a:ext>
            </a:extLst>
          </p:cNvPr>
          <p:cNvSpPr txBox="1">
            <a:spLocks/>
          </p:cNvSpPr>
          <p:nvPr/>
        </p:nvSpPr>
        <p:spPr bwMode="auto">
          <a:xfrm>
            <a:off x="266997" y="935035"/>
            <a:ext cx="7302203" cy="566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12700" rIns="0" bIns="0" numCol="1" rtlCol="0" anchor="b" anchorCtr="0" compatLnSpc="1">
            <a:prstTxWarp prst="textNoShape">
              <a:avLst/>
            </a:prstTxWarp>
            <a:spAutoFit/>
          </a:bodyPr>
          <a:lstStyle>
            <a:lvl1pPr algn="ctr" rtl="0" fontAlgn="base">
              <a:lnSpc>
                <a:spcPct val="90000"/>
              </a:lnSpc>
              <a:spcBef>
                <a:spcPct val="0"/>
              </a:spcBef>
              <a:spcAft>
                <a:spcPct val="0"/>
              </a:spcAft>
              <a:defRPr sz="60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12700" eaLnBrk="1" hangingPunct="1">
              <a:lnSpc>
                <a:spcPct val="100000"/>
              </a:lnSpc>
              <a:spcBef>
                <a:spcPts val="100"/>
              </a:spcBef>
            </a:pPr>
            <a:r>
              <a:rPr lang="en-IN" sz="3600" b="1" spc="-5" dirty="0">
                <a:solidFill>
                  <a:srgbClr val="FFFFFF"/>
                </a:solidFill>
                <a:latin typeface="Calibri"/>
                <a:cs typeface="Calibri"/>
              </a:rPr>
              <a:t>Introduction to Engineering materials</a:t>
            </a:r>
            <a:endParaRPr lang="en-IN" sz="3600" dirty="0">
              <a:latin typeface="Calibri"/>
              <a:cs typeface="Calibri"/>
            </a:endParaRPr>
          </a:p>
        </p:txBody>
      </p:sp>
      <p:sp>
        <p:nvSpPr>
          <p:cNvPr id="4" name="object 14">
            <a:extLst>
              <a:ext uri="{FF2B5EF4-FFF2-40B4-BE49-F238E27FC236}">
                <a16:creationId xmlns:a16="http://schemas.microsoft.com/office/drawing/2014/main" id="{EF14DC77-0D49-1556-D801-AEFD78C4395E}"/>
              </a:ext>
            </a:extLst>
          </p:cNvPr>
          <p:cNvSpPr txBox="1"/>
          <p:nvPr/>
        </p:nvSpPr>
        <p:spPr>
          <a:xfrm>
            <a:off x="385606" y="1321407"/>
            <a:ext cx="11093770" cy="5400068"/>
          </a:xfrm>
          <a:prstGeom prst="rect">
            <a:avLst/>
          </a:prstGeom>
        </p:spPr>
        <p:txBody>
          <a:bodyPr vert="horz" wrap="square" lIns="0" tIns="140970" rIns="0" bIns="0" rtlCol="0">
            <a:spAutoFit/>
          </a:bodyPr>
          <a:lstStyle/>
          <a:p>
            <a:pPr marL="12700">
              <a:lnSpc>
                <a:spcPct val="150000"/>
              </a:lnSpc>
              <a:spcBef>
                <a:spcPts val="1110"/>
              </a:spcBef>
            </a:pPr>
            <a:r>
              <a:rPr sz="2800" b="1" spc="-10" dirty="0">
                <a:latin typeface="Calibri"/>
                <a:cs typeface="Calibri"/>
              </a:rPr>
              <a:t>Syllabus</a:t>
            </a:r>
            <a:endParaRPr sz="2800" dirty="0">
              <a:latin typeface="Calibri"/>
              <a:cs typeface="Calibri"/>
            </a:endParaRPr>
          </a:p>
          <a:p>
            <a:pPr marL="469265" indent="-457200">
              <a:lnSpc>
                <a:spcPct val="150000"/>
              </a:lnSpc>
              <a:spcBef>
                <a:spcPts val="1010"/>
              </a:spcBef>
              <a:buFont typeface="Arial" panose="020B0604020202020204" pitchFamily="34" charset="0"/>
              <a:buChar char="•"/>
              <a:tabLst>
                <a:tab pos="299085" algn="l"/>
                <a:tab pos="299720" algn="l"/>
              </a:tabLst>
            </a:pPr>
            <a:r>
              <a:rPr sz="2800" spc="-5" dirty="0">
                <a:latin typeface="Calibri"/>
                <a:cs typeface="Calibri"/>
              </a:rPr>
              <a:t>Introduction</a:t>
            </a:r>
            <a:r>
              <a:rPr sz="2800" spc="-55" dirty="0">
                <a:latin typeface="Calibri"/>
                <a:cs typeface="Calibri"/>
              </a:rPr>
              <a:t> </a:t>
            </a:r>
            <a:r>
              <a:rPr sz="2800" spc="-5" dirty="0">
                <a:latin typeface="Calibri"/>
                <a:cs typeface="Calibri"/>
              </a:rPr>
              <a:t>to</a:t>
            </a:r>
            <a:r>
              <a:rPr sz="2800" spc="-45" dirty="0">
                <a:latin typeface="Calibri"/>
                <a:cs typeface="Calibri"/>
              </a:rPr>
              <a:t> </a:t>
            </a:r>
            <a:r>
              <a:rPr sz="2800" spc="-5" dirty="0">
                <a:latin typeface="Calibri"/>
                <a:cs typeface="Calibri"/>
              </a:rPr>
              <a:t>dielectric</a:t>
            </a:r>
            <a:r>
              <a:rPr sz="2800" spc="-20" dirty="0">
                <a:latin typeface="Calibri"/>
                <a:cs typeface="Calibri"/>
              </a:rPr>
              <a:t> </a:t>
            </a:r>
            <a:r>
              <a:rPr sz="2800" spc="-5" dirty="0">
                <a:latin typeface="Calibri"/>
                <a:cs typeface="Calibri"/>
              </a:rPr>
              <a:t>material</a:t>
            </a:r>
            <a:endParaRPr sz="2800" dirty="0">
              <a:latin typeface="Calibri"/>
              <a:cs typeface="Calibri"/>
            </a:endParaRPr>
          </a:p>
          <a:p>
            <a:pPr marL="469265" indent="-457200">
              <a:lnSpc>
                <a:spcPct val="150000"/>
              </a:lnSpc>
              <a:spcBef>
                <a:spcPts val="100"/>
              </a:spcBef>
              <a:buFont typeface="Arial" panose="020B0604020202020204" pitchFamily="34" charset="0"/>
              <a:buChar char="•"/>
              <a:tabLst>
                <a:tab pos="299085" algn="l"/>
                <a:tab pos="299720" algn="l"/>
              </a:tabLst>
            </a:pPr>
            <a:r>
              <a:rPr lang="en-IN" sz="2800" spc="-5" dirty="0">
                <a:latin typeface="Calibri"/>
                <a:cs typeface="Calibri"/>
              </a:rPr>
              <a:t>Magnetic</a:t>
            </a:r>
            <a:r>
              <a:rPr lang="en-IN" sz="2800" dirty="0">
                <a:latin typeface="Calibri"/>
                <a:cs typeface="Calibri"/>
              </a:rPr>
              <a:t> </a:t>
            </a:r>
            <a:r>
              <a:rPr lang="en-IN" sz="2800" spc="-5" dirty="0">
                <a:latin typeface="Calibri"/>
                <a:cs typeface="Calibri"/>
              </a:rPr>
              <a:t>materials:	</a:t>
            </a:r>
            <a:r>
              <a:rPr lang="en-IN" sz="2800" spc="-5" dirty="0" err="1">
                <a:latin typeface="Calibri"/>
                <a:cs typeface="Calibri"/>
              </a:rPr>
              <a:t>Dia</a:t>
            </a:r>
            <a:r>
              <a:rPr lang="en-IN" sz="2800" spc="-5" dirty="0">
                <a:latin typeface="Calibri"/>
                <a:cs typeface="Calibri"/>
              </a:rPr>
              <a:t>,	</a:t>
            </a:r>
            <a:r>
              <a:rPr lang="en-IN" sz="2800" dirty="0">
                <a:latin typeface="Calibri"/>
                <a:cs typeface="Calibri"/>
              </a:rPr>
              <a:t>Para,</a:t>
            </a:r>
            <a:r>
              <a:rPr lang="en-IN" sz="2800" spc="204" dirty="0">
                <a:latin typeface="Calibri"/>
                <a:cs typeface="Calibri"/>
              </a:rPr>
              <a:t> </a:t>
            </a:r>
            <a:r>
              <a:rPr lang="en-IN" sz="2800" spc="-5" dirty="0">
                <a:latin typeface="Calibri"/>
                <a:cs typeface="Calibri"/>
              </a:rPr>
              <a:t>Ferromagnetic</a:t>
            </a:r>
          </a:p>
          <a:p>
            <a:pPr marL="469265" indent="-457200">
              <a:lnSpc>
                <a:spcPct val="150000"/>
              </a:lnSpc>
              <a:spcBef>
                <a:spcPts val="100"/>
              </a:spcBef>
              <a:buFont typeface="Arial" panose="020B0604020202020204" pitchFamily="34" charset="0"/>
              <a:buChar char="•"/>
              <a:tabLst>
                <a:tab pos="299085" algn="l"/>
                <a:tab pos="299720" algn="l"/>
              </a:tabLst>
            </a:pPr>
            <a:r>
              <a:rPr lang="en-IN" sz="2800" spc="-5" dirty="0">
                <a:latin typeface="Calibri"/>
                <a:cs typeface="Calibri"/>
              </a:rPr>
              <a:t>Piezoelectric materials</a:t>
            </a:r>
            <a:endParaRPr lang="en-IN" sz="2800" dirty="0">
              <a:latin typeface="Calibri"/>
              <a:cs typeface="Calibri"/>
            </a:endParaRPr>
          </a:p>
          <a:p>
            <a:pPr marL="469265" indent="-457200">
              <a:lnSpc>
                <a:spcPct val="150000"/>
              </a:lnSpc>
              <a:buFont typeface="Arial" panose="020B0604020202020204" pitchFamily="34" charset="0"/>
              <a:buChar char="•"/>
              <a:tabLst>
                <a:tab pos="299085" algn="l"/>
                <a:tab pos="299720" algn="l"/>
              </a:tabLst>
            </a:pPr>
            <a:r>
              <a:rPr lang="en-IN" sz="2800" spc="-5" dirty="0">
                <a:latin typeface="Calibri"/>
                <a:cs typeface="Calibri"/>
              </a:rPr>
              <a:t>Direct and inverse Piezoelectric methods</a:t>
            </a:r>
            <a:endParaRPr lang="en-IN" sz="2800" dirty="0">
              <a:latin typeface="Calibri"/>
              <a:cs typeface="Calibri"/>
            </a:endParaRPr>
          </a:p>
          <a:p>
            <a:pPr marL="469265" marR="2640330" indent="-457200">
              <a:lnSpc>
                <a:spcPct val="150000"/>
              </a:lnSpc>
              <a:spcBef>
                <a:spcPts val="5"/>
              </a:spcBef>
              <a:buFont typeface="Arial" panose="020B0604020202020204" pitchFamily="34" charset="0"/>
              <a:buChar char="•"/>
              <a:tabLst>
                <a:tab pos="299085" algn="l"/>
                <a:tab pos="299720" algn="l"/>
              </a:tabLst>
            </a:pPr>
            <a:r>
              <a:rPr lang="en-IN" sz="2800" spc="-15" dirty="0">
                <a:latin typeface="Calibri"/>
                <a:cs typeface="Calibri"/>
              </a:rPr>
              <a:t>S</a:t>
            </a:r>
            <a:r>
              <a:rPr lang="en-IN" sz="2800" spc="-10" dirty="0">
                <a:latin typeface="Calibri"/>
                <a:cs typeface="Calibri"/>
              </a:rPr>
              <a:t>u</a:t>
            </a:r>
            <a:r>
              <a:rPr lang="en-IN" sz="2800" spc="10" dirty="0">
                <a:latin typeface="Calibri"/>
                <a:cs typeface="Calibri"/>
              </a:rPr>
              <a:t>p</a:t>
            </a:r>
            <a:r>
              <a:rPr lang="en-IN" sz="2800" spc="-10" dirty="0">
                <a:latin typeface="Calibri"/>
                <a:cs typeface="Calibri"/>
              </a:rPr>
              <a:t>e</a:t>
            </a:r>
            <a:r>
              <a:rPr lang="en-IN" sz="2800" dirty="0">
                <a:latin typeface="Calibri"/>
                <a:cs typeface="Calibri"/>
              </a:rPr>
              <a:t>rc</a:t>
            </a:r>
            <a:r>
              <a:rPr lang="en-IN" sz="2800" spc="10" dirty="0">
                <a:latin typeface="Calibri"/>
                <a:cs typeface="Calibri"/>
              </a:rPr>
              <a:t>o</a:t>
            </a:r>
            <a:r>
              <a:rPr lang="en-IN" sz="2800" spc="-10" dirty="0">
                <a:latin typeface="Calibri"/>
                <a:cs typeface="Calibri"/>
              </a:rPr>
              <a:t>ndu</a:t>
            </a:r>
            <a:r>
              <a:rPr lang="en-IN" sz="2800" spc="5" dirty="0">
                <a:latin typeface="Calibri"/>
                <a:cs typeface="Calibri"/>
              </a:rPr>
              <a:t>c</a:t>
            </a:r>
            <a:r>
              <a:rPr lang="en-IN" sz="2800" dirty="0">
                <a:latin typeface="Calibri"/>
                <a:cs typeface="Calibri"/>
              </a:rPr>
              <a:t>t</a:t>
            </a:r>
            <a:r>
              <a:rPr lang="en-IN" sz="2800" spc="10" dirty="0">
                <a:latin typeface="Calibri"/>
                <a:cs typeface="Calibri"/>
              </a:rPr>
              <a:t>i</a:t>
            </a:r>
            <a:r>
              <a:rPr lang="en-IN" sz="2800" spc="-10" dirty="0">
                <a:latin typeface="Calibri"/>
                <a:cs typeface="Calibri"/>
              </a:rPr>
              <a:t>n</a:t>
            </a:r>
            <a:r>
              <a:rPr lang="en-IN" sz="2800" dirty="0">
                <a:latin typeface="Calibri"/>
                <a:cs typeface="Calibri"/>
              </a:rPr>
              <a:t>g  </a:t>
            </a:r>
            <a:r>
              <a:rPr lang="en-IN" sz="2800" spc="-5" dirty="0">
                <a:latin typeface="Calibri"/>
                <a:cs typeface="Calibri"/>
              </a:rPr>
              <a:t>materials: properties, applications</a:t>
            </a:r>
          </a:p>
          <a:p>
            <a:pPr marL="469265" marR="2640330" indent="-457200">
              <a:lnSpc>
                <a:spcPct val="150000"/>
              </a:lnSpc>
              <a:spcBef>
                <a:spcPts val="5"/>
              </a:spcBef>
              <a:buFont typeface="Arial" panose="020B0604020202020204" pitchFamily="34" charset="0"/>
              <a:buChar char="•"/>
              <a:tabLst>
                <a:tab pos="299085" algn="l"/>
                <a:tab pos="299720" algn="l"/>
              </a:tabLst>
            </a:pPr>
            <a:r>
              <a:rPr lang="en-IN" sz="2800" spc="-5" dirty="0">
                <a:latin typeface="Calibri"/>
                <a:cs typeface="Calibri"/>
              </a:rPr>
              <a:t>Meissner Effect</a:t>
            </a:r>
          </a:p>
          <a:p>
            <a:pPr marL="469265" marR="2640330" indent="-457200">
              <a:lnSpc>
                <a:spcPct val="150000"/>
              </a:lnSpc>
              <a:spcBef>
                <a:spcPts val="5"/>
              </a:spcBef>
              <a:buFont typeface="Arial" panose="020B0604020202020204" pitchFamily="34" charset="0"/>
              <a:buChar char="•"/>
              <a:tabLst>
                <a:tab pos="299085" algn="l"/>
                <a:tab pos="299720" algn="l"/>
              </a:tabLst>
            </a:pPr>
            <a:r>
              <a:rPr lang="en-IN" sz="2800" spc="-5" dirty="0">
                <a:latin typeface="Calibri"/>
                <a:cs typeface="Calibri"/>
              </a:rPr>
              <a:t>Type 1 &amp; Type – 2 superconductors </a:t>
            </a:r>
            <a:r>
              <a:rPr lang="en-IN" sz="2800" spc="-90" dirty="0">
                <a:latin typeface="Calibri"/>
                <a:cs typeface="Calibri"/>
              </a:rPr>
              <a:t> </a:t>
            </a:r>
            <a:endParaRPr lang="en-IN" sz="2800" dirty="0">
              <a:latin typeface="Calibri"/>
              <a:cs typeface="Calibri"/>
            </a:endParaRPr>
          </a:p>
        </p:txBody>
      </p:sp>
      <p:pic>
        <p:nvPicPr>
          <p:cNvPr id="5" name="object 20">
            <a:extLst>
              <a:ext uri="{FF2B5EF4-FFF2-40B4-BE49-F238E27FC236}">
                <a16:creationId xmlns:a16="http://schemas.microsoft.com/office/drawing/2014/main" id="{4035B1F0-2CA1-9C4E-7BEC-E797DDBD1502}"/>
              </a:ext>
            </a:extLst>
          </p:cNvPr>
          <p:cNvPicPr/>
          <p:nvPr/>
        </p:nvPicPr>
        <p:blipFill>
          <a:blip r:embed="rId2" cstate="print"/>
          <a:stretch>
            <a:fillRect/>
          </a:stretch>
        </p:blipFill>
        <p:spPr>
          <a:xfrm>
            <a:off x="8917783" y="1947547"/>
            <a:ext cx="2713990" cy="1685289"/>
          </a:xfrm>
          <a:prstGeom prst="rect">
            <a:avLst/>
          </a:prstGeom>
        </p:spPr>
      </p:pic>
      <p:pic>
        <p:nvPicPr>
          <p:cNvPr id="6" name="object 21">
            <a:extLst>
              <a:ext uri="{FF2B5EF4-FFF2-40B4-BE49-F238E27FC236}">
                <a16:creationId xmlns:a16="http://schemas.microsoft.com/office/drawing/2014/main" id="{D5BA3A61-B3C2-EA49-807F-B39B6745887B}"/>
              </a:ext>
            </a:extLst>
          </p:cNvPr>
          <p:cNvPicPr/>
          <p:nvPr/>
        </p:nvPicPr>
        <p:blipFill>
          <a:blip r:embed="rId3" cstate="print"/>
          <a:stretch>
            <a:fillRect/>
          </a:stretch>
        </p:blipFill>
        <p:spPr>
          <a:xfrm>
            <a:off x="8893017" y="3849371"/>
            <a:ext cx="2760979" cy="1738629"/>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915A519A-F386-EB0E-9B7E-0B00F1140B88}"/>
              </a:ext>
            </a:extLst>
          </p:cNvPr>
          <p:cNvSpPr>
            <a:spLocks noChangeArrowheads="1"/>
          </p:cNvSpPr>
          <p:nvPr/>
        </p:nvSpPr>
        <p:spPr bwMode="auto">
          <a:xfrm>
            <a:off x="4229100" y="220663"/>
            <a:ext cx="3821113"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r>
              <a:rPr lang="en-US" altLang="en-US" sz="3600" b="1">
                <a:solidFill>
                  <a:srgbClr val="FF0000"/>
                </a:solidFill>
              </a:rPr>
              <a:t>Course Orientation</a:t>
            </a:r>
          </a:p>
        </p:txBody>
      </p:sp>
      <p:sp>
        <p:nvSpPr>
          <p:cNvPr id="23555" name="Rectangle 3">
            <a:extLst>
              <a:ext uri="{FF2B5EF4-FFF2-40B4-BE49-F238E27FC236}">
                <a16:creationId xmlns:a16="http://schemas.microsoft.com/office/drawing/2014/main" id="{8E8E8569-43E9-2CC5-9BB2-7AEEE5C3EE01}"/>
              </a:ext>
            </a:extLst>
          </p:cNvPr>
          <p:cNvSpPr>
            <a:spLocks noChangeArrowheads="1"/>
          </p:cNvSpPr>
          <p:nvPr/>
        </p:nvSpPr>
        <p:spPr bwMode="auto">
          <a:xfrm>
            <a:off x="1516063" y="1619250"/>
            <a:ext cx="8596312" cy="19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eaLnBrk="1" hangingPunct="1">
              <a:lnSpc>
                <a:spcPct val="150000"/>
              </a:lnSpc>
              <a:buFontTx/>
              <a:buAutoNum type="arabicPeriod"/>
            </a:pPr>
            <a:r>
              <a:rPr lang="en-US" altLang="en-US" sz="2800" cap="all" dirty="0"/>
              <a:t>COMPETITIVE EXAMINATION </a:t>
            </a:r>
            <a:r>
              <a:rPr lang="en-US" altLang="en-US" sz="2800" dirty="0"/>
              <a:t>(Higher Education)</a:t>
            </a:r>
          </a:p>
          <a:p>
            <a:pPr eaLnBrk="1" hangingPunct="1">
              <a:lnSpc>
                <a:spcPct val="150000"/>
              </a:lnSpc>
              <a:buFontTx/>
              <a:buAutoNum type="arabicPeriod"/>
            </a:pPr>
            <a:r>
              <a:rPr lang="en-US" altLang="en-US" sz="2800" dirty="0"/>
              <a:t>COMPETITIVE EXAMINATION (Civil Services) </a:t>
            </a:r>
          </a:p>
          <a:p>
            <a:pPr eaLnBrk="1" hangingPunct="1">
              <a:lnSpc>
                <a:spcPct val="150000"/>
              </a:lnSpc>
              <a:buFontTx/>
              <a:buAutoNum type="arabicPeriod"/>
            </a:pPr>
            <a:r>
              <a:rPr lang="en-US" altLang="en-US" sz="2800" dirty="0"/>
              <a:t>KNOWLEDGE ENHANCEMENT</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8D4065-003D-6DE5-BC9F-84FA3AF7F9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0646" y="1367771"/>
            <a:ext cx="6390708" cy="4122457"/>
          </a:xfrm>
          <a:prstGeom prst="rect">
            <a:avLst/>
          </a:prstGeom>
        </p:spPr>
      </p:pic>
    </p:spTree>
    <p:extLst>
      <p:ext uri="{BB962C8B-B14F-4D97-AF65-F5344CB8AC3E}">
        <p14:creationId xmlns:p14="http://schemas.microsoft.com/office/powerpoint/2010/main" val="2225403439"/>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002&quot;&gt;&lt;object type=&quot;3&quot; unique_id=&quot;10004&quot;&gt;&lt;property id=&quot;20148&quot; value=&quot;5&quot;/&gt;&lt;property id=&quot;20300&quot; value=&quot;Slide 2&quot;/&gt;&lt;property id=&quot;20307&quot; value=&quot;3330&quot;/&gt;&lt;/object&gt;&lt;object type=&quot;3&quot; unique_id=&quot;10005&quot;&gt;&lt;property id=&quot;20148&quot; value=&quot;5&quot;/&gt;&lt;property id=&quot;20300&quot; value=&quot;Slide 3&quot;/&gt;&lt;property id=&quot;20307&quot; value=&quot;889&quot;/&gt;&lt;/object&gt;&lt;object type=&quot;3&quot; unique_id=&quot;10006&quot;&gt;&lt;property id=&quot;20148&quot; value=&quot;5&quot;/&gt;&lt;property id=&quot;20300&quot; value=&quot;Slide 4&quot;/&gt;&lt;property id=&quot;20307&quot; value=&quot;3335&quot;/&gt;&lt;/object&gt;&lt;object type=&quot;3&quot; unique_id=&quot;10008&quot;&gt;&lt;property id=&quot;20148&quot; value=&quot;5&quot;/&gt;&lt;property id=&quot;20300&quot; value=&quot;Slide 5&quot;/&gt;&lt;property id=&quot;20307&quot; value=&quot;477&quot;/&gt;&lt;/object&gt;&lt;object type=&quot;3&quot; unique_id=&quot;10012&quot;&gt;&lt;property id=&quot;20148&quot; value=&quot;5&quot;/&gt;&lt;property id=&quot;20300&quot; value=&quot;Slide 8&quot;/&gt;&lt;property id=&quot;20307&quot; value=&quot;848&quot;/&gt;&lt;/object&gt;&lt;object type=&quot;3&quot; unique_id=&quot;10013&quot;&gt;&lt;property id=&quot;20148&quot; value=&quot;5&quot;/&gt;&lt;property id=&quot;20300&quot; value=&quot;Slide 9&quot;/&gt;&lt;property id=&quot;20307&quot; value=&quot;369&quot;/&gt;&lt;/object&gt;&lt;object type=&quot;3&quot; unique_id=&quot;10014&quot;&gt;&lt;property id=&quot;20148&quot; value=&quot;5&quot;/&gt;&lt;property id=&quot;20300&quot; value=&quot;Slide 10&quot;/&gt;&lt;property id=&quot;20307&quot; value=&quot;300&quot;/&gt;&lt;/object&gt;&lt;object type=&quot;3&quot; unique_id=&quot;10015&quot;&gt;&lt;property id=&quot;20148&quot; value=&quot;5&quot;/&gt;&lt;property id=&quot;20300&quot; value=&quot;Slide 11 - &amp;quot;But how to find the syllabus in UMS ?&amp;quot;&quot;/&gt;&lt;property id=&quot;20307&quot; value=&quot;287&quot;/&gt;&lt;/object&gt;&lt;object type=&quot;3&quot; unique_id=&quot;10016&quot;&gt;&lt;property id=&quot;20148&quot; value=&quot;5&quot;/&gt;&lt;property id=&quot;20300&quot; value=&quot;Slide 12&quot;/&gt;&lt;property id=&quot;20307&quot; value=&quot;480&quot;/&gt;&lt;/object&gt;&lt;object type=&quot;3&quot; unique_id=&quot;10018&quot;&gt;&lt;property id=&quot;20148&quot; value=&quot;5&quot;/&gt;&lt;property id=&quot;20300&quot; value=&quot;Slide 13&quot;/&gt;&lt;property id=&quot;20307&quot; value=&quot;364&quot;/&gt;&lt;/object&gt;&lt;object type=&quot;3&quot; unique_id=&quot;10019&quot;&gt;&lt;property id=&quot;20148&quot; value=&quot;5&quot;/&gt;&lt;property id=&quot;20300&quot; value=&quot;Slide 14&quot;/&gt;&lt;property id=&quot;20307&quot; value=&quot;258&quot;/&gt;&lt;/object&gt;&lt;object type=&quot;3&quot; unique_id=&quot;10020&quot;&gt;&lt;property id=&quot;20148&quot; value=&quot;5&quot;/&gt;&lt;property id=&quot;20300&quot; value=&quot;Slide 15&quot;/&gt;&lt;property id=&quot;20307&quot; value=&quot;365&quot;/&gt;&lt;/object&gt;&lt;object type=&quot;3&quot; unique_id=&quot;10021&quot;&gt;&lt;property id=&quot;20148&quot; value=&quot;5&quot;/&gt;&lt;property id=&quot;20300&quot; value=&quot;Slide 16&quot;/&gt;&lt;property id=&quot;20307&quot; value=&quot;366&quot;/&gt;&lt;/object&gt;&lt;object type=&quot;3&quot; unique_id=&quot;10022&quot;&gt;&lt;property id=&quot;20148&quot; value=&quot;5&quot;/&gt;&lt;property id=&quot;20300&quot; value=&quot;Slide 17&quot;/&gt;&lt;property id=&quot;20307&quot; value=&quot;367&quot;/&gt;&lt;/object&gt;&lt;object type=&quot;3&quot; unique_id=&quot;10023&quot;&gt;&lt;property id=&quot;20148&quot; value=&quot;5&quot;/&gt;&lt;property id=&quot;20300&quot; value=&quot;Slide 18&quot;/&gt;&lt;property id=&quot;20307&quot; value=&quot;368&quot;/&gt;&lt;/object&gt;&lt;object type=&quot;3&quot; unique_id=&quot;10024&quot;&gt;&lt;property id=&quot;20148&quot; value=&quot;5&quot;/&gt;&lt;property id=&quot;20300&quot; value=&quot;Slide 19&quot;/&gt;&lt;property id=&quot;20307&quot; value=&quot;3336&quot;/&gt;&lt;/object&gt;&lt;object type=&quot;3&quot; unique_id=&quot;10025&quot;&gt;&lt;property id=&quot;20148&quot; value=&quot;5&quot;/&gt;&lt;property id=&quot;20300&quot; value=&quot;Slide 21&quot;/&gt;&lt;property id=&quot;20307&quot; value=&quot;475&quot;/&gt;&lt;/object&gt;&lt;object type=&quot;3&quot; unique_id=&quot;10027&quot;&gt;&lt;property id=&quot;20148&quot; value=&quot;5&quot;/&gt;&lt;property id=&quot;20300&quot; value=&quot;Slide 22&quot;/&gt;&lt;property id=&quot;20307&quot; value=&quot;482&quot;/&gt;&lt;/object&gt;&lt;object type=&quot;3&quot; unique_id=&quot;10258&quot;&gt;&lt;property id=&quot;20148&quot; value=&quot;5&quot;/&gt;&lt;property id=&quot;20300&quot; value=&quot;Slide 20&quot;/&gt;&lt;property id=&quot;20307&quot; value=&quot;3337&quot;/&gt;&lt;/object&gt;&lt;object type=&quot;3&quot; unique_id=&quot;10384&quot;&gt;&lt;property id=&quot;20148&quot; value=&quot;5&quot;/&gt;&lt;property id=&quot;20300&quot; value=&quot;Slide 6&quot;/&gt;&lt;property id=&quot;20307&quot; value=&quot;3338&quot;/&gt;&lt;/object&gt;&lt;object type=&quot;3&quot; unique_id=&quot;10542&quot;&gt;&lt;property id=&quot;20148&quot; value=&quot;5&quot;/&gt;&lt;property id=&quot;20300&quot; value=&quot;Slide 7&quot;/&gt;&lt;property id=&quot;20307&quot; value=&quot;3339&quot;/&gt;&lt;/object&gt;&lt;object type=&quot;3&quot; unique_id=&quot;10598&quot;&gt;&lt;property id=&quot;20148&quot; value=&quot;5&quot;/&gt;&lt;property id=&quot;20300&quot; value=&quot;Slide 1&quot;/&gt;&lt;property id=&quot;20307&quot; value=&quot;3341&quot;/&gt;&lt;/object&gt;&lt;/object&gt;&lt;object type=&quot;8&quot; unique_id=&quot;10054&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2184</TotalTime>
  <Words>1733</Words>
  <Application>Microsoft Macintosh PowerPoint</Application>
  <PresentationFormat>Widescreen</PresentationFormat>
  <Paragraphs>327</Paragraphs>
  <Slides>27</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27</vt:i4>
      </vt:variant>
    </vt:vector>
  </HeadingPairs>
  <TitlesOfParts>
    <vt:vector size="40" baseType="lpstr">
      <vt:lpstr>Arial</vt:lpstr>
      <vt:lpstr>Arial MT</vt:lpstr>
      <vt:lpstr>Berlin Sans FB Demi</vt:lpstr>
      <vt:lpstr>Calibri</vt:lpstr>
      <vt:lpstr>Calibri Light</vt:lpstr>
      <vt:lpstr>Cambria</vt:lpstr>
      <vt:lpstr>Lucida Sans Unicode</vt:lpstr>
      <vt:lpstr>Microsoft Sans Serif</vt:lpstr>
      <vt:lpstr>Tiger Expert</vt:lpstr>
      <vt:lpstr>Times New Roman</vt:lpstr>
      <vt:lpstr>Trebuchet MS</vt:lpstr>
      <vt:lpstr>Wingdings</vt:lpstr>
      <vt:lpstr>Office Theme</vt:lpstr>
      <vt:lpstr>PowerPoint Presentation</vt:lpstr>
      <vt:lpstr>Zero Lecture  </vt:lpstr>
      <vt:lpstr>PowerPoint Presentation</vt:lpstr>
      <vt:lpstr>PowerPoint Presentation</vt:lpstr>
      <vt:lpstr>PowerPoint Presentation</vt:lpstr>
      <vt:lpstr>School Vision &amp; Mission  </vt:lpstr>
      <vt:lpstr>Program Information</vt:lpstr>
      <vt:lpstr>Program Educational Objectives</vt:lpstr>
      <vt:lpstr>PowerPoint Presentation</vt:lpstr>
      <vt:lpstr>PowerPoint Presentation</vt:lpstr>
      <vt:lpstr>PowerPoint Presentation</vt:lpstr>
      <vt:lpstr>PowerPoint Presentation</vt:lpstr>
      <vt:lpstr>But how to find the syllabus in UMS ?</vt:lpstr>
      <vt:lpstr>PowerPoint Presentation</vt:lpstr>
      <vt:lpstr>Course Assessment Model</vt:lpstr>
      <vt:lpstr>Continuous Assessment (CA) CA category C010102</vt:lpstr>
      <vt:lpstr>Rubric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Rakesh</dc:creator>
  <cp:lastModifiedBy>Sandeep Manhas</cp:lastModifiedBy>
  <cp:revision>382</cp:revision>
  <cp:lastPrinted>2023-08-23T08:11:32Z</cp:lastPrinted>
  <dcterms:created xsi:type="dcterms:W3CDTF">2017-08-01T18:20:08Z</dcterms:created>
  <dcterms:modified xsi:type="dcterms:W3CDTF">2024-01-19T04:35:30Z</dcterms:modified>
</cp:coreProperties>
</file>