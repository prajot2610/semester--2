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6" r:id="rId34"/>
  </p:sldIdLst>
  <p:sldSz cx="9144000" cy="5143500" type="screen16x9"/>
  <p:notesSz cx="6858000" cy="9144000"/>
  <p:embeddedFontLst>
    <p:embeddedFont>
      <p:font typeface="Arial Black" panose="020B0A04020102020204" pitchFamily="34" charset="0"/>
      <p:bold r:id="rId36"/>
    </p:embeddedFont>
    <p:embeddedFont>
      <p:font typeface="Montagu Slab SemiBold" panose="020B0604020202020204" charset="0"/>
      <p:bold r:id="rId37"/>
    </p:embeddedFont>
    <p:embeddedFont>
      <p:font typeface="Bebas Neue" panose="020B0604020202020204" charset="0"/>
      <p:regular r:id="rId38"/>
    </p:embeddedFont>
    <p:embeddedFont>
      <p:font typeface="Lexend Medium" panose="020B0604020202020204" charset="0"/>
      <p:regular r:id="rId39"/>
    </p:embeddedFont>
    <p:embeddedFont>
      <p:font typeface="Overlock" panose="020B0604020202020204" charset="0"/>
      <p:regular r:id="rId40"/>
      <p:bold r:id="rId41"/>
      <p:italic r:id="rId42"/>
      <p:boldItalic r:id="rId43"/>
    </p:embeddedFont>
    <p:embeddedFont>
      <p:font typeface="Trebuchet MS" panose="020B0603020202020204" pitchFamily="34" charset="0"/>
      <p:regular r:id="rId44"/>
      <p:bold r:id="rId45"/>
      <p:italic r:id="rId46"/>
      <p:boldItalic r:id="rId47"/>
    </p:embeddedFont>
    <p:embeddedFont>
      <p:font typeface="Milonga" panose="020B0604020202020204" charset="0"/>
      <p:regular r:id="rId48"/>
    </p:embeddedFont>
    <p:embeddedFont>
      <p:font typeface="Algerian" panose="04020705040A02060702" pitchFamily="82" charset="0"/>
      <p:regular r:id="rId49"/>
    </p:embeddedFont>
    <p:embeddedFont>
      <p:font typeface="Calibri" panose="020F050202020403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197126A-6921-4401-A94A-F8A179DB804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F2C8C893-97C2-4CBA-906C-05D03A29AF5A}" styleName="Table_1">
    <a:wholeTbl>
      <a:tcTxStyle>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B6B90428-6CC6-4A9A-93B7-5D2C1E27EA3E}" styleName="Table_2">
    <a:wholeTbl>
      <a:tcTxStyle>
        <a:font>
          <a:latin typeface="Arial"/>
          <a:ea typeface="Arial"/>
          <a:cs typeface="Arial"/>
        </a:font>
        <a:schemeClr val="dk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chemeClr val="accent4"/>
              </a:solidFill>
              <a:prstDash val="solid"/>
              <a:round/>
              <a:headEnd type="none" w="sm" len="sm"/>
              <a:tailEnd type="none" w="sm" len="sm"/>
            </a:ln>
          </a:insideV>
        </a:tcBdr>
        <a:fill>
          <a:solidFill>
            <a:srgbClr val="FFFFFF">
              <a:alpha val="0"/>
            </a:srgbClr>
          </a:solidFill>
        </a:fill>
      </a:tcStyle>
    </a:wholeTbl>
    <a:band1H>
      <a:tcStyle>
        <a:tcBdr/>
        <a:fill>
          <a:solidFill>
            <a:schemeClr val="accent4">
              <a:alpha val="40000"/>
            </a:schemeClr>
          </a:solidFill>
        </a:fill>
      </a:tcStyle>
    </a:band1H>
    <a:band2H>
      <a:tcStyle>
        <a:tcBdr/>
      </a:tcStyle>
    </a:band2H>
    <a:band1V>
      <a:tcStyle>
        <a:tcBdr>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tcBdr>
        <a:fill>
          <a:solidFill>
            <a:schemeClr val="accent4">
              <a:alpha val="40000"/>
            </a:schemeClr>
          </a:solidFill>
        </a:fill>
      </a:tcStyle>
    </a:band1V>
    <a:band2V>
      <a:tcStyle>
        <a:tcBdr/>
      </a:tcStyle>
    </a:band2V>
    <a:lastCol>
      <a:tcTxStyle b="on"/>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Style>
        <a:tcBdr/>
      </a:tcStyle>
    </a:seCell>
    <a:swCell>
      <a:tcStyle>
        <a:tcBdr/>
      </a:tcStyle>
    </a:swCell>
    <a:firstRow>
      <a:tcTxStyle b="on">
        <a:font>
          <a:latin typeface="Arial"/>
          <a:ea typeface="Arial"/>
          <a:cs typeface="Arial"/>
        </a:font>
        <a:schemeClr val="lt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4"/>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6.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9" name="Google Shape;79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8" name="Google Shape;80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8" name="Google Shape;82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5" name="Google Shape;88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 name="Google Shape;90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9" name="Google Shape;92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8" name="Google Shape;95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1" name="Google Shape;97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0" name="Google Shape;99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5" name="Google Shape;102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5" name="Google Shape;106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0" name="Google Shape;110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9" name="Google Shape;112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5" name="Google Shape;117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9" name="Google Shape;1239;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5" name="Google Shape;125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8" name="Google Shape;126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1" name="Google Shape;128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4" name="Google Shape;129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9" name="Google Shape;1329;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7"/>
        <p:cNvGrpSpPr/>
        <p:nvPr/>
      </p:nvGrpSpPr>
      <p:grpSpPr>
        <a:xfrm>
          <a:off x="0" y="0"/>
          <a:ext cx="0" cy="0"/>
          <a:chOff x="0" y="0"/>
          <a:chExt cx="0" cy="0"/>
        </a:xfrm>
      </p:grpSpPr>
      <p:sp>
        <p:nvSpPr>
          <p:cNvPr id="1358" name="Google Shape;135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9" name="Google Shape;1359;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5" name="Google Shape;138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2" name="Google Shape;146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1"/>
        <p:cNvGrpSpPr/>
        <p:nvPr/>
      </p:nvGrpSpPr>
      <p:grpSpPr>
        <a:xfrm>
          <a:off x="0" y="0"/>
          <a:ext cx="0" cy="0"/>
          <a:chOff x="0" y="0"/>
          <a:chExt cx="0" cy="0"/>
        </a:xfrm>
      </p:grpSpPr>
      <p:sp>
        <p:nvSpPr>
          <p:cNvPr id="1482" name="Google Shape;148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3" name="Google Shape;1483;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4" name="Google Shape;166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1"/>
        <p:cNvGrpSpPr/>
        <p:nvPr/>
      </p:nvGrpSpPr>
      <p:grpSpPr>
        <a:xfrm>
          <a:off x="0" y="0"/>
          <a:ext cx="0" cy="0"/>
          <a:chOff x="0" y="0"/>
          <a:chExt cx="0" cy="0"/>
        </a:xfrm>
      </p:grpSpPr>
      <p:sp>
        <p:nvSpPr>
          <p:cNvPr id="1752" name="Google Shape;1752;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3" name="Google Shape;1753;p2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6" name="Google Shape;1766;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9"/>
        <p:cNvGrpSpPr/>
        <p:nvPr/>
      </p:nvGrpSpPr>
      <p:grpSpPr>
        <a:xfrm>
          <a:off x="0" y="0"/>
          <a:ext cx="0" cy="0"/>
          <a:chOff x="0" y="0"/>
          <a:chExt cx="0" cy="0"/>
        </a:xfrm>
      </p:grpSpPr>
      <p:sp>
        <p:nvSpPr>
          <p:cNvPr id="1780" name="Google Shape;1780;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1" name="Google Shape;1781;p2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4"/>
        <p:cNvGrpSpPr/>
        <p:nvPr/>
      </p:nvGrpSpPr>
      <p:grpSpPr>
        <a:xfrm>
          <a:off x="0" y="0"/>
          <a:ext cx="0" cy="0"/>
          <a:chOff x="0" y="0"/>
          <a:chExt cx="0" cy="0"/>
        </a:xfrm>
      </p:grpSpPr>
      <p:sp>
        <p:nvSpPr>
          <p:cNvPr id="1785" name="Google Shape;178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6" name="Google Shape;1786;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9"/>
        <p:cNvGrpSpPr/>
        <p:nvPr/>
      </p:nvGrpSpPr>
      <p:grpSpPr>
        <a:xfrm>
          <a:off x="0" y="0"/>
          <a:ext cx="0" cy="0"/>
          <a:chOff x="0" y="0"/>
          <a:chExt cx="0" cy="0"/>
        </a:xfrm>
      </p:grpSpPr>
      <p:sp>
        <p:nvSpPr>
          <p:cNvPr id="1810" name="Google Shape;181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1" name="Google Shape;181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8"/>
        <p:cNvGrpSpPr/>
        <p:nvPr/>
      </p:nvGrpSpPr>
      <p:grpSpPr>
        <a:xfrm>
          <a:off x="0" y="0"/>
          <a:ext cx="0" cy="0"/>
          <a:chOff x="0" y="0"/>
          <a:chExt cx="0" cy="0"/>
        </a:xfrm>
      </p:grpSpPr>
      <p:sp>
        <p:nvSpPr>
          <p:cNvPr id="1869" name="Google Shape;186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0" name="Google Shape;1870;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33"/>
          <p:cNvGrpSpPr/>
          <p:nvPr/>
        </p:nvGrpSpPr>
        <p:grpSpPr>
          <a:xfrm>
            <a:off x="-6525" y="3705767"/>
            <a:ext cx="9163425" cy="1468172"/>
            <a:chOff x="-6525" y="3418547"/>
            <a:chExt cx="9163425" cy="1755346"/>
          </a:xfrm>
        </p:grpSpPr>
        <p:sp>
          <p:nvSpPr>
            <p:cNvPr id="10" name="Google Shape;10;p33"/>
            <p:cNvSpPr/>
            <p:nvPr/>
          </p:nvSpPr>
          <p:spPr>
            <a:xfrm>
              <a:off x="0" y="3418547"/>
              <a:ext cx="9156900" cy="1712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 name="Google Shape;11;p33"/>
            <p:cNvGrpSpPr/>
            <p:nvPr/>
          </p:nvGrpSpPr>
          <p:grpSpPr>
            <a:xfrm>
              <a:off x="-6525" y="3418586"/>
              <a:ext cx="9159600" cy="1755307"/>
              <a:chOff x="-6525" y="3875250"/>
              <a:chExt cx="9159600" cy="1298400"/>
            </a:xfrm>
          </p:grpSpPr>
          <p:cxnSp>
            <p:nvCxnSpPr>
              <p:cNvPr id="12" name="Google Shape;12;p33"/>
              <p:cNvCxnSpPr/>
              <p:nvPr/>
            </p:nvCxnSpPr>
            <p:spPr>
              <a:xfrm>
                <a:off x="8312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3" name="Google Shape;13;p33"/>
              <p:cNvCxnSpPr/>
              <p:nvPr/>
            </p:nvCxnSpPr>
            <p:spPr>
              <a:xfrm>
                <a:off x="16625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4" name="Google Shape;14;p33"/>
              <p:cNvCxnSpPr/>
              <p:nvPr/>
            </p:nvCxnSpPr>
            <p:spPr>
              <a:xfrm>
                <a:off x="24938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5" name="Google Shape;15;p33"/>
              <p:cNvCxnSpPr/>
              <p:nvPr/>
            </p:nvCxnSpPr>
            <p:spPr>
              <a:xfrm>
                <a:off x="33251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6" name="Google Shape;16;p33"/>
              <p:cNvCxnSpPr/>
              <p:nvPr/>
            </p:nvCxnSpPr>
            <p:spPr>
              <a:xfrm>
                <a:off x="41563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7" name="Google Shape;17;p33"/>
              <p:cNvCxnSpPr/>
              <p:nvPr/>
            </p:nvCxnSpPr>
            <p:spPr>
              <a:xfrm>
                <a:off x="49876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8" name="Google Shape;18;p33"/>
              <p:cNvCxnSpPr/>
              <p:nvPr/>
            </p:nvCxnSpPr>
            <p:spPr>
              <a:xfrm>
                <a:off x="58189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9" name="Google Shape;19;p33"/>
              <p:cNvCxnSpPr/>
              <p:nvPr/>
            </p:nvCxnSpPr>
            <p:spPr>
              <a:xfrm>
                <a:off x="66502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20" name="Google Shape;20;p33"/>
              <p:cNvCxnSpPr/>
              <p:nvPr/>
            </p:nvCxnSpPr>
            <p:spPr>
              <a:xfrm>
                <a:off x="83127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21" name="Google Shape;21;p33"/>
              <p:cNvCxnSpPr/>
              <p:nvPr/>
            </p:nvCxnSpPr>
            <p:spPr>
              <a:xfrm>
                <a:off x="74814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22" name="Google Shape;22;p33"/>
              <p:cNvCxnSpPr/>
              <p:nvPr/>
            </p:nvCxnSpPr>
            <p:spPr>
              <a:xfrm>
                <a:off x="-6525" y="4315675"/>
                <a:ext cx="9159600" cy="0"/>
              </a:xfrm>
              <a:prstGeom prst="straightConnector1">
                <a:avLst/>
              </a:prstGeom>
              <a:noFill/>
              <a:ln w="19050" cap="flat" cmpd="sng">
                <a:solidFill>
                  <a:schemeClr val="lt1"/>
                </a:solidFill>
                <a:prstDash val="solid"/>
                <a:round/>
                <a:headEnd type="none" w="sm" len="sm"/>
                <a:tailEnd type="none" w="sm" len="sm"/>
              </a:ln>
            </p:spPr>
          </p:cxnSp>
          <p:cxnSp>
            <p:nvCxnSpPr>
              <p:cNvPr id="23" name="Google Shape;23;p33"/>
              <p:cNvCxnSpPr/>
              <p:nvPr/>
            </p:nvCxnSpPr>
            <p:spPr>
              <a:xfrm>
                <a:off x="-6525" y="4733475"/>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24" name="Google Shape;24;p33"/>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25" name="Google Shape;25;p33"/>
          <p:cNvSpPr txBox="1">
            <a:spLocks noGrp="1"/>
          </p:cNvSpPr>
          <p:nvPr>
            <p:ph type="ctrTitle"/>
          </p:nvPr>
        </p:nvSpPr>
        <p:spPr>
          <a:xfrm>
            <a:off x="1978200" y="1017750"/>
            <a:ext cx="5187600" cy="2387700"/>
          </a:xfrm>
          <a:prstGeom prst="rect">
            <a:avLst/>
          </a:prstGeom>
          <a:noFill/>
          <a:ln>
            <a:noFill/>
          </a:ln>
        </p:spPr>
        <p:txBody>
          <a:bodyPr spcFirstLastPara="1" wrap="square" lIns="91425" tIns="91425" rIns="91425" bIns="91425" anchor="t" anchorCtr="0">
            <a:noAutofit/>
          </a:bodyPr>
          <a:lstStyle>
            <a:lvl1pPr lvl="0" algn="ctr">
              <a:lnSpc>
                <a:spcPct val="90000"/>
              </a:lnSpc>
              <a:spcBef>
                <a:spcPts val="0"/>
              </a:spcBef>
              <a:spcAft>
                <a:spcPts val="0"/>
              </a:spcAft>
              <a:buSzPts val="5200"/>
              <a:buNone/>
              <a:defRPr sz="8500">
                <a:latin typeface="Montagu Slab SemiBold"/>
                <a:ea typeface="Montagu Slab SemiBold"/>
                <a:cs typeface="Montagu Slab SemiBold"/>
                <a:sym typeface="Montagu Slab SemiBold"/>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6" name="Google Shape;26;p33"/>
          <p:cNvSpPr txBox="1">
            <a:spLocks noGrp="1"/>
          </p:cNvSpPr>
          <p:nvPr>
            <p:ph type="subTitle" idx="1"/>
          </p:nvPr>
        </p:nvSpPr>
        <p:spPr>
          <a:xfrm>
            <a:off x="2489500" y="3705775"/>
            <a:ext cx="4359000" cy="409500"/>
          </a:xfrm>
          <a:prstGeom prst="rect">
            <a:avLst/>
          </a:prstGeom>
          <a:solidFill>
            <a:schemeClr val="accent3"/>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solidFill>
                  <a:schemeClr val="lt2"/>
                </a:solidFill>
                <a:latin typeface="Lexend Medium"/>
                <a:ea typeface="Lexend Medium"/>
                <a:cs typeface="Lexend Medium"/>
                <a:sym typeface="Lexend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7" name="Google Shape;27;p33"/>
          <p:cNvSpPr/>
          <p:nvPr/>
        </p:nvSpPr>
        <p:spPr>
          <a:xfrm rot="-786786">
            <a:off x="389372" y="43293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 name="Google Shape;28;p33"/>
          <p:cNvSpPr/>
          <p:nvPr/>
        </p:nvSpPr>
        <p:spPr>
          <a:xfrm rot="1421918">
            <a:off x="8592029" y="438478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 name="Google Shape;29;p33"/>
          <p:cNvSpPr/>
          <p:nvPr/>
        </p:nvSpPr>
        <p:spPr>
          <a:xfrm>
            <a:off x="6228348" y="4538154"/>
            <a:ext cx="263327" cy="26350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 name="Google Shape;30;p33"/>
          <p:cNvSpPr/>
          <p:nvPr/>
        </p:nvSpPr>
        <p:spPr>
          <a:xfrm rot="1421918">
            <a:off x="3946954" y="467186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31"/>
        <p:cNvGrpSpPr/>
        <p:nvPr/>
      </p:nvGrpSpPr>
      <p:grpSpPr>
        <a:xfrm>
          <a:off x="0" y="0"/>
          <a:ext cx="0" cy="0"/>
          <a:chOff x="0" y="0"/>
          <a:chExt cx="0" cy="0"/>
        </a:xfrm>
      </p:grpSpPr>
      <p:grpSp>
        <p:nvGrpSpPr>
          <p:cNvPr id="32" name="Google Shape;32;p34"/>
          <p:cNvGrpSpPr/>
          <p:nvPr/>
        </p:nvGrpSpPr>
        <p:grpSpPr>
          <a:xfrm>
            <a:off x="-6525" y="4605347"/>
            <a:ext cx="9163425" cy="538053"/>
            <a:chOff x="-6525" y="4605347"/>
            <a:chExt cx="9163425" cy="538053"/>
          </a:xfrm>
        </p:grpSpPr>
        <p:sp>
          <p:nvSpPr>
            <p:cNvPr id="33" name="Google Shape;33;p34"/>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4" name="Google Shape;34;p34"/>
            <p:cNvGrpSpPr/>
            <p:nvPr/>
          </p:nvGrpSpPr>
          <p:grpSpPr>
            <a:xfrm>
              <a:off x="-6525" y="4605347"/>
              <a:ext cx="9159600" cy="534900"/>
              <a:chOff x="-6525" y="4605347"/>
              <a:chExt cx="9159600" cy="534900"/>
            </a:xfrm>
          </p:grpSpPr>
          <p:cxnSp>
            <p:nvCxnSpPr>
              <p:cNvPr id="35" name="Google Shape;35;p34"/>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 name="Google Shape;36;p34"/>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7" name="Google Shape;37;p34"/>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8" name="Google Shape;38;p34"/>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9" name="Google Shape;39;p34"/>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0" name="Google Shape;40;p34"/>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 name="Google Shape;41;p34"/>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2" name="Google Shape;42;p34"/>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3" name="Google Shape;43;p34"/>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4" name="Google Shape;44;p34"/>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5" name="Google Shape;45;p34"/>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46" name="Google Shape;46;p34"/>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47" name="Google Shape;47;p34"/>
          <p:cNvSpPr txBox="1">
            <a:spLocks noGrp="1"/>
          </p:cNvSpPr>
          <p:nvPr>
            <p:ph type="title"/>
          </p:nvPr>
        </p:nvSpPr>
        <p:spPr>
          <a:xfrm>
            <a:off x="1061525" y="1340650"/>
            <a:ext cx="6396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6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8" name="Google Shape;48;p34"/>
          <p:cNvSpPr txBox="1">
            <a:spLocks noGrp="1"/>
          </p:cNvSpPr>
          <p:nvPr>
            <p:ph type="subTitle" idx="1"/>
          </p:nvPr>
        </p:nvSpPr>
        <p:spPr>
          <a:xfrm>
            <a:off x="1963700" y="1579849"/>
            <a:ext cx="2422800" cy="593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4"/>
          <p:cNvSpPr txBox="1">
            <a:spLocks noGrp="1"/>
          </p:cNvSpPr>
          <p:nvPr>
            <p:ph type="subTitle" idx="2"/>
          </p:nvPr>
        </p:nvSpPr>
        <p:spPr>
          <a:xfrm>
            <a:off x="1963700" y="1169275"/>
            <a:ext cx="24228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50" name="Google Shape;50;p34"/>
          <p:cNvSpPr txBox="1">
            <a:spLocks noGrp="1"/>
          </p:cNvSpPr>
          <p:nvPr>
            <p:ph type="title" idx="3"/>
          </p:nvPr>
        </p:nvSpPr>
        <p:spPr>
          <a:xfrm>
            <a:off x="720000" y="392850"/>
            <a:ext cx="77040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1" name="Google Shape;51;p34"/>
          <p:cNvSpPr txBox="1">
            <a:spLocks noGrp="1"/>
          </p:cNvSpPr>
          <p:nvPr>
            <p:ph type="title" idx="4"/>
          </p:nvPr>
        </p:nvSpPr>
        <p:spPr>
          <a:xfrm>
            <a:off x="1061525" y="2514975"/>
            <a:ext cx="6396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6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2" name="Google Shape;52;p34"/>
          <p:cNvSpPr txBox="1">
            <a:spLocks noGrp="1"/>
          </p:cNvSpPr>
          <p:nvPr>
            <p:ph type="subTitle" idx="5"/>
          </p:nvPr>
        </p:nvSpPr>
        <p:spPr>
          <a:xfrm>
            <a:off x="1963700" y="2754174"/>
            <a:ext cx="2422800" cy="593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4"/>
          <p:cNvSpPr txBox="1">
            <a:spLocks noGrp="1"/>
          </p:cNvSpPr>
          <p:nvPr>
            <p:ph type="subTitle" idx="6"/>
          </p:nvPr>
        </p:nvSpPr>
        <p:spPr>
          <a:xfrm>
            <a:off x="1963700" y="2343600"/>
            <a:ext cx="24228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54" name="Google Shape;54;p34"/>
          <p:cNvSpPr txBox="1">
            <a:spLocks noGrp="1"/>
          </p:cNvSpPr>
          <p:nvPr>
            <p:ph type="title" idx="7"/>
          </p:nvPr>
        </p:nvSpPr>
        <p:spPr>
          <a:xfrm>
            <a:off x="1061525" y="3689300"/>
            <a:ext cx="6396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6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5" name="Google Shape;55;p34"/>
          <p:cNvSpPr txBox="1">
            <a:spLocks noGrp="1"/>
          </p:cNvSpPr>
          <p:nvPr>
            <p:ph type="subTitle" idx="8"/>
          </p:nvPr>
        </p:nvSpPr>
        <p:spPr>
          <a:xfrm>
            <a:off x="1963700" y="3928499"/>
            <a:ext cx="2422800" cy="593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4"/>
          <p:cNvSpPr txBox="1">
            <a:spLocks noGrp="1"/>
          </p:cNvSpPr>
          <p:nvPr>
            <p:ph type="subTitle" idx="9"/>
          </p:nvPr>
        </p:nvSpPr>
        <p:spPr>
          <a:xfrm>
            <a:off x="1963700" y="3517925"/>
            <a:ext cx="24228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57" name="Google Shape;57;p34"/>
          <p:cNvSpPr txBox="1">
            <a:spLocks noGrp="1"/>
          </p:cNvSpPr>
          <p:nvPr>
            <p:ph type="title" idx="13"/>
          </p:nvPr>
        </p:nvSpPr>
        <p:spPr>
          <a:xfrm>
            <a:off x="4936775" y="1340650"/>
            <a:ext cx="6396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6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8" name="Google Shape;58;p34"/>
          <p:cNvSpPr txBox="1">
            <a:spLocks noGrp="1"/>
          </p:cNvSpPr>
          <p:nvPr>
            <p:ph type="subTitle" idx="14"/>
          </p:nvPr>
        </p:nvSpPr>
        <p:spPr>
          <a:xfrm>
            <a:off x="5838950" y="1579849"/>
            <a:ext cx="2422800" cy="593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4"/>
          <p:cNvSpPr txBox="1">
            <a:spLocks noGrp="1"/>
          </p:cNvSpPr>
          <p:nvPr>
            <p:ph type="subTitle" idx="15"/>
          </p:nvPr>
        </p:nvSpPr>
        <p:spPr>
          <a:xfrm>
            <a:off x="5838950" y="1169275"/>
            <a:ext cx="24228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60" name="Google Shape;60;p34"/>
          <p:cNvSpPr txBox="1">
            <a:spLocks noGrp="1"/>
          </p:cNvSpPr>
          <p:nvPr>
            <p:ph type="title" idx="16"/>
          </p:nvPr>
        </p:nvSpPr>
        <p:spPr>
          <a:xfrm>
            <a:off x="4936775" y="2514975"/>
            <a:ext cx="6396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6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61" name="Google Shape;61;p34"/>
          <p:cNvSpPr txBox="1">
            <a:spLocks noGrp="1"/>
          </p:cNvSpPr>
          <p:nvPr>
            <p:ph type="subTitle" idx="17"/>
          </p:nvPr>
        </p:nvSpPr>
        <p:spPr>
          <a:xfrm>
            <a:off x="5838950" y="2754174"/>
            <a:ext cx="2422800" cy="593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4"/>
          <p:cNvSpPr txBox="1">
            <a:spLocks noGrp="1"/>
          </p:cNvSpPr>
          <p:nvPr>
            <p:ph type="subTitle" idx="18"/>
          </p:nvPr>
        </p:nvSpPr>
        <p:spPr>
          <a:xfrm>
            <a:off x="5838950" y="2343600"/>
            <a:ext cx="24228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63" name="Google Shape;63;p34"/>
          <p:cNvSpPr txBox="1">
            <a:spLocks noGrp="1"/>
          </p:cNvSpPr>
          <p:nvPr>
            <p:ph type="title" idx="19"/>
          </p:nvPr>
        </p:nvSpPr>
        <p:spPr>
          <a:xfrm>
            <a:off x="4936775" y="3689300"/>
            <a:ext cx="6396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6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64" name="Google Shape;64;p34"/>
          <p:cNvSpPr txBox="1">
            <a:spLocks noGrp="1"/>
          </p:cNvSpPr>
          <p:nvPr>
            <p:ph type="subTitle" idx="20"/>
          </p:nvPr>
        </p:nvSpPr>
        <p:spPr>
          <a:xfrm>
            <a:off x="5838950" y="3928499"/>
            <a:ext cx="2422800" cy="593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ubTitle" idx="21"/>
          </p:nvPr>
        </p:nvSpPr>
        <p:spPr>
          <a:xfrm>
            <a:off x="5838950" y="3517925"/>
            <a:ext cx="24228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66" name="Google Shape;66;p34"/>
          <p:cNvSpPr/>
          <p:nvPr/>
        </p:nvSpPr>
        <p:spPr>
          <a:xfrm rot="135659">
            <a:off x="4761410" y="7645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67;p34"/>
          <p:cNvSpPr/>
          <p:nvPr/>
        </p:nvSpPr>
        <p:spPr>
          <a:xfrm rot="1455476">
            <a:off x="7292126" y="30705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68;p34"/>
          <p:cNvSpPr/>
          <p:nvPr/>
        </p:nvSpPr>
        <p:spPr>
          <a:xfrm rot="-786786">
            <a:off x="8595547" y="58170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69;p34"/>
          <p:cNvSpPr/>
          <p:nvPr/>
        </p:nvSpPr>
        <p:spPr>
          <a:xfrm rot="1421918">
            <a:off x="8589879" y="230258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 name="Google Shape;70;p34"/>
          <p:cNvSpPr/>
          <p:nvPr/>
        </p:nvSpPr>
        <p:spPr>
          <a:xfrm rot="-786933">
            <a:off x="8708173" y="3797589"/>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 name="Google Shape;71;p34"/>
          <p:cNvSpPr/>
          <p:nvPr/>
        </p:nvSpPr>
        <p:spPr>
          <a:xfrm rot="135659">
            <a:off x="277660" y="110798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 name="Google Shape;72;p34"/>
          <p:cNvSpPr/>
          <p:nvPr/>
        </p:nvSpPr>
        <p:spPr>
          <a:xfrm rot="-786786">
            <a:off x="246722" y="19604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34"/>
          <p:cNvSpPr/>
          <p:nvPr/>
        </p:nvSpPr>
        <p:spPr>
          <a:xfrm rot="-786933">
            <a:off x="172298" y="4066239"/>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 name="Google Shape;74;p34"/>
          <p:cNvSpPr/>
          <p:nvPr/>
        </p:nvSpPr>
        <p:spPr>
          <a:xfrm rot="1421918">
            <a:off x="1922354" y="478151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 name="Google Shape;75;p34"/>
          <p:cNvSpPr/>
          <p:nvPr/>
        </p:nvSpPr>
        <p:spPr>
          <a:xfrm rot="-786786">
            <a:off x="4467697" y="46876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6"/>
        <p:cNvGrpSpPr/>
        <p:nvPr/>
      </p:nvGrpSpPr>
      <p:grpSpPr>
        <a:xfrm>
          <a:off x="0" y="0"/>
          <a:ext cx="0" cy="0"/>
          <a:chOff x="0" y="0"/>
          <a:chExt cx="0" cy="0"/>
        </a:xfrm>
      </p:grpSpPr>
      <p:grpSp>
        <p:nvGrpSpPr>
          <p:cNvPr id="77" name="Google Shape;77;p35"/>
          <p:cNvGrpSpPr/>
          <p:nvPr/>
        </p:nvGrpSpPr>
        <p:grpSpPr>
          <a:xfrm>
            <a:off x="-6525" y="3309481"/>
            <a:ext cx="9163425" cy="1864705"/>
            <a:chOff x="-6525" y="3418547"/>
            <a:chExt cx="9163425" cy="1755346"/>
          </a:xfrm>
        </p:grpSpPr>
        <p:sp>
          <p:nvSpPr>
            <p:cNvPr id="78" name="Google Shape;78;p35"/>
            <p:cNvSpPr/>
            <p:nvPr/>
          </p:nvSpPr>
          <p:spPr>
            <a:xfrm>
              <a:off x="0" y="3418547"/>
              <a:ext cx="9156900" cy="1712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79" name="Google Shape;79;p35"/>
            <p:cNvGrpSpPr/>
            <p:nvPr/>
          </p:nvGrpSpPr>
          <p:grpSpPr>
            <a:xfrm>
              <a:off x="-6525" y="3418586"/>
              <a:ext cx="9159600" cy="1755307"/>
              <a:chOff x="-6525" y="3875250"/>
              <a:chExt cx="9159600" cy="1298400"/>
            </a:xfrm>
          </p:grpSpPr>
          <p:cxnSp>
            <p:nvCxnSpPr>
              <p:cNvPr id="80" name="Google Shape;80;p35"/>
              <p:cNvCxnSpPr/>
              <p:nvPr/>
            </p:nvCxnSpPr>
            <p:spPr>
              <a:xfrm>
                <a:off x="8312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1" name="Google Shape;81;p35"/>
              <p:cNvCxnSpPr/>
              <p:nvPr/>
            </p:nvCxnSpPr>
            <p:spPr>
              <a:xfrm>
                <a:off x="16625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2" name="Google Shape;82;p35"/>
              <p:cNvCxnSpPr/>
              <p:nvPr/>
            </p:nvCxnSpPr>
            <p:spPr>
              <a:xfrm>
                <a:off x="24938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3" name="Google Shape;83;p35"/>
              <p:cNvCxnSpPr/>
              <p:nvPr/>
            </p:nvCxnSpPr>
            <p:spPr>
              <a:xfrm>
                <a:off x="33251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4" name="Google Shape;84;p35"/>
              <p:cNvCxnSpPr/>
              <p:nvPr/>
            </p:nvCxnSpPr>
            <p:spPr>
              <a:xfrm>
                <a:off x="41563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5" name="Google Shape;85;p35"/>
              <p:cNvCxnSpPr/>
              <p:nvPr/>
            </p:nvCxnSpPr>
            <p:spPr>
              <a:xfrm>
                <a:off x="49876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6" name="Google Shape;86;p35"/>
              <p:cNvCxnSpPr/>
              <p:nvPr/>
            </p:nvCxnSpPr>
            <p:spPr>
              <a:xfrm>
                <a:off x="58189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7" name="Google Shape;87;p35"/>
              <p:cNvCxnSpPr/>
              <p:nvPr/>
            </p:nvCxnSpPr>
            <p:spPr>
              <a:xfrm>
                <a:off x="66502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8" name="Google Shape;88;p35"/>
              <p:cNvCxnSpPr/>
              <p:nvPr/>
            </p:nvCxnSpPr>
            <p:spPr>
              <a:xfrm>
                <a:off x="83127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89" name="Google Shape;89;p35"/>
              <p:cNvCxnSpPr/>
              <p:nvPr/>
            </p:nvCxnSpPr>
            <p:spPr>
              <a:xfrm>
                <a:off x="74814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90" name="Google Shape;90;p35"/>
              <p:cNvCxnSpPr/>
              <p:nvPr/>
            </p:nvCxnSpPr>
            <p:spPr>
              <a:xfrm>
                <a:off x="-6525" y="4315675"/>
                <a:ext cx="9159600" cy="0"/>
              </a:xfrm>
              <a:prstGeom prst="straightConnector1">
                <a:avLst/>
              </a:prstGeom>
              <a:noFill/>
              <a:ln w="19050" cap="flat" cmpd="sng">
                <a:solidFill>
                  <a:schemeClr val="lt1"/>
                </a:solidFill>
                <a:prstDash val="solid"/>
                <a:round/>
                <a:headEnd type="none" w="sm" len="sm"/>
                <a:tailEnd type="none" w="sm" len="sm"/>
              </a:ln>
            </p:spPr>
          </p:cxnSp>
          <p:cxnSp>
            <p:nvCxnSpPr>
              <p:cNvPr id="91" name="Google Shape;91;p35"/>
              <p:cNvCxnSpPr/>
              <p:nvPr/>
            </p:nvCxnSpPr>
            <p:spPr>
              <a:xfrm>
                <a:off x="-6525" y="4733475"/>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92" name="Google Shape;92;p35"/>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93" name="Google Shape;93;p35"/>
          <p:cNvSpPr txBox="1">
            <a:spLocks noGrp="1"/>
          </p:cNvSpPr>
          <p:nvPr>
            <p:ph type="title"/>
          </p:nvPr>
        </p:nvSpPr>
        <p:spPr>
          <a:xfrm>
            <a:off x="867275" y="1466500"/>
            <a:ext cx="4986900" cy="1433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None/>
              <a:defRPr sz="9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94" name="Google Shape;94;p35"/>
          <p:cNvSpPr txBox="1">
            <a:spLocks noGrp="1"/>
          </p:cNvSpPr>
          <p:nvPr>
            <p:ph type="subTitle" idx="1"/>
          </p:nvPr>
        </p:nvSpPr>
        <p:spPr>
          <a:xfrm>
            <a:off x="1518121" y="3122844"/>
            <a:ext cx="3685200" cy="954600"/>
          </a:xfrm>
          <a:prstGeom prst="rect">
            <a:avLst/>
          </a:prstGeom>
          <a:solidFill>
            <a:schemeClr val="accent3"/>
          </a:solid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5" name="Google Shape;95;p35"/>
          <p:cNvSpPr/>
          <p:nvPr/>
        </p:nvSpPr>
        <p:spPr>
          <a:xfrm rot="1421918">
            <a:off x="359279" y="92266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 name="Google Shape;96;p35"/>
          <p:cNvSpPr/>
          <p:nvPr/>
        </p:nvSpPr>
        <p:spPr>
          <a:xfrm rot="1421825">
            <a:off x="8367221" y="2285128"/>
            <a:ext cx="337364" cy="337574"/>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 name="Google Shape;97;p35"/>
          <p:cNvSpPr/>
          <p:nvPr/>
        </p:nvSpPr>
        <p:spPr>
          <a:xfrm rot="-786933">
            <a:off x="4165473" y="231814"/>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 name="Google Shape;98;p35"/>
          <p:cNvSpPr/>
          <p:nvPr/>
        </p:nvSpPr>
        <p:spPr>
          <a:xfrm rot="135659">
            <a:off x="338710" y="341595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35"/>
          <p:cNvSpPr/>
          <p:nvPr/>
        </p:nvSpPr>
        <p:spPr>
          <a:xfrm rot="1455476">
            <a:off x="551351" y="23586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 name="Google Shape;100;p35"/>
          <p:cNvSpPr/>
          <p:nvPr/>
        </p:nvSpPr>
        <p:spPr>
          <a:xfrm rot="-786786">
            <a:off x="1036597" y="462373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1" name="Google Shape;101;p35"/>
          <p:cNvSpPr/>
          <p:nvPr/>
        </p:nvSpPr>
        <p:spPr>
          <a:xfrm rot="-1624231">
            <a:off x="8435151" y="4703671"/>
            <a:ext cx="201480" cy="20161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grpSp>
        <p:nvGrpSpPr>
          <p:cNvPr id="103" name="Google Shape;103;p36"/>
          <p:cNvGrpSpPr/>
          <p:nvPr/>
        </p:nvGrpSpPr>
        <p:grpSpPr>
          <a:xfrm>
            <a:off x="-6525" y="3992466"/>
            <a:ext cx="9163425" cy="1181700"/>
            <a:chOff x="-6525" y="3418547"/>
            <a:chExt cx="9163425" cy="1755346"/>
          </a:xfrm>
        </p:grpSpPr>
        <p:sp>
          <p:nvSpPr>
            <p:cNvPr id="104" name="Google Shape;104;p36"/>
            <p:cNvSpPr/>
            <p:nvPr/>
          </p:nvSpPr>
          <p:spPr>
            <a:xfrm>
              <a:off x="0" y="3418547"/>
              <a:ext cx="9156900" cy="1712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05" name="Google Shape;105;p36"/>
            <p:cNvGrpSpPr/>
            <p:nvPr/>
          </p:nvGrpSpPr>
          <p:grpSpPr>
            <a:xfrm>
              <a:off x="-6525" y="3418586"/>
              <a:ext cx="9159600" cy="1755307"/>
              <a:chOff x="-6525" y="3875250"/>
              <a:chExt cx="9159600" cy="1298400"/>
            </a:xfrm>
          </p:grpSpPr>
          <p:cxnSp>
            <p:nvCxnSpPr>
              <p:cNvPr id="106" name="Google Shape;106;p36"/>
              <p:cNvCxnSpPr/>
              <p:nvPr/>
            </p:nvCxnSpPr>
            <p:spPr>
              <a:xfrm>
                <a:off x="8312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36"/>
              <p:cNvCxnSpPr/>
              <p:nvPr/>
            </p:nvCxnSpPr>
            <p:spPr>
              <a:xfrm>
                <a:off x="16625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08" name="Google Shape;108;p36"/>
              <p:cNvCxnSpPr/>
              <p:nvPr/>
            </p:nvCxnSpPr>
            <p:spPr>
              <a:xfrm>
                <a:off x="24938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09" name="Google Shape;109;p36"/>
              <p:cNvCxnSpPr/>
              <p:nvPr/>
            </p:nvCxnSpPr>
            <p:spPr>
              <a:xfrm>
                <a:off x="33251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10" name="Google Shape;110;p36"/>
              <p:cNvCxnSpPr/>
              <p:nvPr/>
            </p:nvCxnSpPr>
            <p:spPr>
              <a:xfrm>
                <a:off x="41563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11" name="Google Shape;111;p36"/>
              <p:cNvCxnSpPr/>
              <p:nvPr/>
            </p:nvCxnSpPr>
            <p:spPr>
              <a:xfrm>
                <a:off x="49876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12" name="Google Shape;112;p36"/>
              <p:cNvCxnSpPr/>
              <p:nvPr/>
            </p:nvCxnSpPr>
            <p:spPr>
              <a:xfrm>
                <a:off x="58189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13" name="Google Shape;113;p36"/>
              <p:cNvCxnSpPr/>
              <p:nvPr/>
            </p:nvCxnSpPr>
            <p:spPr>
              <a:xfrm>
                <a:off x="66502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14" name="Google Shape;114;p36"/>
              <p:cNvCxnSpPr/>
              <p:nvPr/>
            </p:nvCxnSpPr>
            <p:spPr>
              <a:xfrm>
                <a:off x="83127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15" name="Google Shape;115;p36"/>
              <p:cNvCxnSpPr/>
              <p:nvPr/>
            </p:nvCxnSpPr>
            <p:spPr>
              <a:xfrm>
                <a:off x="74814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116" name="Google Shape;116;p36"/>
              <p:cNvCxnSpPr/>
              <p:nvPr/>
            </p:nvCxnSpPr>
            <p:spPr>
              <a:xfrm>
                <a:off x="-6525" y="4315675"/>
                <a:ext cx="9159600" cy="0"/>
              </a:xfrm>
              <a:prstGeom prst="straightConnector1">
                <a:avLst/>
              </a:prstGeom>
              <a:noFill/>
              <a:ln w="19050" cap="flat" cmpd="sng">
                <a:solidFill>
                  <a:schemeClr val="lt1"/>
                </a:solidFill>
                <a:prstDash val="solid"/>
                <a:round/>
                <a:headEnd type="none" w="sm" len="sm"/>
                <a:tailEnd type="none" w="sm" len="sm"/>
              </a:ln>
            </p:spPr>
          </p:cxnSp>
          <p:cxnSp>
            <p:nvCxnSpPr>
              <p:cNvPr id="117" name="Google Shape;117;p36"/>
              <p:cNvCxnSpPr/>
              <p:nvPr/>
            </p:nvCxnSpPr>
            <p:spPr>
              <a:xfrm>
                <a:off x="-6525" y="4733475"/>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118" name="Google Shape;118;p36"/>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119" name="Google Shape;119;p36"/>
          <p:cNvSpPr/>
          <p:nvPr/>
        </p:nvSpPr>
        <p:spPr>
          <a:xfrm rot="-786933">
            <a:off x="411173" y="315675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 name="Google Shape;120;p36"/>
          <p:cNvSpPr/>
          <p:nvPr/>
        </p:nvSpPr>
        <p:spPr>
          <a:xfrm rot="1455476">
            <a:off x="3547401" y="299796"/>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 name="Google Shape;121;p36"/>
          <p:cNvSpPr/>
          <p:nvPr/>
        </p:nvSpPr>
        <p:spPr>
          <a:xfrm rot="1455476">
            <a:off x="8447676" y="1459896"/>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 name="Google Shape;122;p36"/>
          <p:cNvSpPr/>
          <p:nvPr/>
        </p:nvSpPr>
        <p:spPr>
          <a:xfrm rot="-786933">
            <a:off x="8690598" y="27049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 name="Google Shape;123;p36"/>
          <p:cNvSpPr txBox="1">
            <a:spLocks noGrp="1"/>
          </p:cNvSpPr>
          <p:nvPr>
            <p:ph type="title"/>
          </p:nvPr>
        </p:nvSpPr>
        <p:spPr>
          <a:xfrm>
            <a:off x="3373488" y="1859688"/>
            <a:ext cx="4475100" cy="841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4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24" name="Google Shape;124;p36"/>
          <p:cNvSpPr txBox="1">
            <a:spLocks noGrp="1"/>
          </p:cNvSpPr>
          <p:nvPr>
            <p:ph type="title" idx="2"/>
          </p:nvPr>
        </p:nvSpPr>
        <p:spPr>
          <a:xfrm>
            <a:off x="1408500" y="2128448"/>
            <a:ext cx="11037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52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125" name="Google Shape;125;p36"/>
          <p:cNvSpPr txBox="1">
            <a:spLocks noGrp="1"/>
          </p:cNvSpPr>
          <p:nvPr>
            <p:ph type="subTitle" idx="1"/>
          </p:nvPr>
        </p:nvSpPr>
        <p:spPr>
          <a:xfrm>
            <a:off x="3621599" y="2784425"/>
            <a:ext cx="3978900" cy="356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 name="Google Shape;126;p36"/>
          <p:cNvSpPr/>
          <p:nvPr/>
        </p:nvSpPr>
        <p:spPr>
          <a:xfrm rot="1421918">
            <a:off x="481579" y="173102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 name="Google Shape;127;p36"/>
          <p:cNvSpPr/>
          <p:nvPr/>
        </p:nvSpPr>
        <p:spPr>
          <a:xfrm rot="-786786">
            <a:off x="741547" y="439390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8" name="Google Shape;128;p36"/>
          <p:cNvSpPr/>
          <p:nvPr/>
        </p:nvSpPr>
        <p:spPr>
          <a:xfrm rot="135659">
            <a:off x="5480272" y="4612395"/>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2">
    <p:spTree>
      <p:nvGrpSpPr>
        <p:cNvPr id="1" name="Shape 129"/>
        <p:cNvGrpSpPr/>
        <p:nvPr/>
      </p:nvGrpSpPr>
      <p:grpSpPr>
        <a:xfrm>
          <a:off x="0" y="0"/>
          <a:ext cx="0" cy="0"/>
          <a:chOff x="0" y="0"/>
          <a:chExt cx="0" cy="0"/>
        </a:xfrm>
      </p:grpSpPr>
      <p:grpSp>
        <p:nvGrpSpPr>
          <p:cNvPr id="130" name="Google Shape;130;p37"/>
          <p:cNvGrpSpPr/>
          <p:nvPr/>
        </p:nvGrpSpPr>
        <p:grpSpPr>
          <a:xfrm>
            <a:off x="-6525" y="4605347"/>
            <a:ext cx="9163425" cy="538053"/>
            <a:chOff x="-6525" y="4605347"/>
            <a:chExt cx="9163425" cy="538053"/>
          </a:xfrm>
        </p:grpSpPr>
        <p:sp>
          <p:nvSpPr>
            <p:cNvPr id="131" name="Google Shape;131;p37"/>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32" name="Google Shape;132;p37"/>
            <p:cNvGrpSpPr/>
            <p:nvPr/>
          </p:nvGrpSpPr>
          <p:grpSpPr>
            <a:xfrm>
              <a:off x="-6525" y="4605347"/>
              <a:ext cx="9159600" cy="534900"/>
              <a:chOff x="-6525" y="4605347"/>
              <a:chExt cx="9159600" cy="534900"/>
            </a:xfrm>
          </p:grpSpPr>
          <p:cxnSp>
            <p:nvCxnSpPr>
              <p:cNvPr id="133" name="Google Shape;133;p37"/>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34" name="Google Shape;134;p37"/>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35" name="Google Shape;135;p37"/>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36" name="Google Shape;136;p37"/>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37" name="Google Shape;137;p37"/>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38" name="Google Shape;138;p37"/>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39" name="Google Shape;139;p37"/>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40" name="Google Shape;140;p37"/>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41" name="Google Shape;141;p37"/>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42" name="Google Shape;142;p37"/>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43" name="Google Shape;143;p37"/>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144" name="Google Shape;144;p37"/>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145" name="Google Shape;145;p37"/>
          <p:cNvSpPr txBox="1">
            <a:spLocks noGrp="1"/>
          </p:cNvSpPr>
          <p:nvPr>
            <p:ph type="title"/>
          </p:nvPr>
        </p:nvSpPr>
        <p:spPr>
          <a:xfrm>
            <a:off x="720000" y="392850"/>
            <a:ext cx="65214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46" name="Google Shape;146;p37"/>
          <p:cNvSpPr txBox="1">
            <a:spLocks noGrp="1"/>
          </p:cNvSpPr>
          <p:nvPr>
            <p:ph type="subTitle" idx="1"/>
          </p:nvPr>
        </p:nvSpPr>
        <p:spPr>
          <a:xfrm>
            <a:off x="720000" y="1444438"/>
            <a:ext cx="4483200" cy="2420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37"/>
          <p:cNvSpPr txBox="1">
            <a:spLocks noGrp="1"/>
          </p:cNvSpPr>
          <p:nvPr>
            <p:ph type="subTitle" idx="2"/>
          </p:nvPr>
        </p:nvSpPr>
        <p:spPr>
          <a:xfrm>
            <a:off x="5556025" y="1444438"/>
            <a:ext cx="2868000" cy="2420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37"/>
          <p:cNvSpPr/>
          <p:nvPr/>
        </p:nvSpPr>
        <p:spPr>
          <a:xfrm rot="1421918">
            <a:off x="339816" y="287762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 name="Google Shape;149;p37"/>
          <p:cNvSpPr/>
          <p:nvPr/>
        </p:nvSpPr>
        <p:spPr>
          <a:xfrm rot="-786933">
            <a:off x="472023" y="467957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 name="Google Shape;150;p37"/>
          <p:cNvSpPr/>
          <p:nvPr/>
        </p:nvSpPr>
        <p:spPr>
          <a:xfrm rot="135659">
            <a:off x="251022" y="67463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 name="Google Shape;151;p37"/>
          <p:cNvSpPr/>
          <p:nvPr/>
        </p:nvSpPr>
        <p:spPr>
          <a:xfrm rot="135659">
            <a:off x="7663422" y="469223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 name="Google Shape;152;p37"/>
          <p:cNvSpPr/>
          <p:nvPr/>
        </p:nvSpPr>
        <p:spPr>
          <a:xfrm rot="1421918">
            <a:off x="8716941" y="307300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 name="Google Shape;153;p37"/>
          <p:cNvSpPr/>
          <p:nvPr/>
        </p:nvSpPr>
        <p:spPr>
          <a:xfrm rot="-787024">
            <a:off x="8682673" y="1022079"/>
            <a:ext cx="216627" cy="2168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 name="Google Shape;154;p37"/>
          <p:cNvSpPr/>
          <p:nvPr/>
        </p:nvSpPr>
        <p:spPr>
          <a:xfrm rot="1455476">
            <a:off x="5366126" y="2468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55"/>
        <p:cNvGrpSpPr/>
        <p:nvPr/>
      </p:nvGrpSpPr>
      <p:grpSpPr>
        <a:xfrm>
          <a:off x="0" y="0"/>
          <a:ext cx="0" cy="0"/>
          <a:chOff x="0" y="0"/>
          <a:chExt cx="0" cy="0"/>
        </a:xfrm>
      </p:grpSpPr>
      <p:grpSp>
        <p:nvGrpSpPr>
          <p:cNvPr id="156" name="Google Shape;156;p38"/>
          <p:cNvGrpSpPr/>
          <p:nvPr/>
        </p:nvGrpSpPr>
        <p:grpSpPr>
          <a:xfrm>
            <a:off x="-6525" y="4029833"/>
            <a:ext cx="9163425" cy="1113554"/>
            <a:chOff x="-6525" y="4605347"/>
            <a:chExt cx="9163425" cy="538053"/>
          </a:xfrm>
        </p:grpSpPr>
        <p:sp>
          <p:nvSpPr>
            <p:cNvPr id="157" name="Google Shape;157;p38"/>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8" name="Google Shape;158;p38"/>
            <p:cNvGrpSpPr/>
            <p:nvPr/>
          </p:nvGrpSpPr>
          <p:grpSpPr>
            <a:xfrm>
              <a:off x="-6525" y="4605347"/>
              <a:ext cx="9159600" cy="534900"/>
              <a:chOff x="-6525" y="4605347"/>
              <a:chExt cx="9159600" cy="534900"/>
            </a:xfrm>
          </p:grpSpPr>
          <p:cxnSp>
            <p:nvCxnSpPr>
              <p:cNvPr id="159" name="Google Shape;159;p38"/>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0" name="Google Shape;160;p38"/>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1" name="Google Shape;161;p38"/>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2" name="Google Shape;162;p38"/>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3" name="Google Shape;163;p38"/>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4" name="Google Shape;164;p38"/>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5" name="Google Shape;165;p38"/>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6" name="Google Shape;166;p38"/>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7" name="Google Shape;167;p38"/>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8" name="Google Shape;168;p38"/>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69" name="Google Shape;169;p38"/>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170" name="Google Shape;170;p38"/>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171" name="Google Shape;171;p38"/>
          <p:cNvSpPr/>
          <p:nvPr/>
        </p:nvSpPr>
        <p:spPr>
          <a:xfrm rot="1421918">
            <a:off x="1560991" y="43418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 name="Google Shape;172;p38"/>
          <p:cNvSpPr/>
          <p:nvPr/>
        </p:nvSpPr>
        <p:spPr>
          <a:xfrm rot="-786933">
            <a:off x="8564623" y="2256039"/>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 name="Google Shape;173;p38"/>
          <p:cNvSpPr/>
          <p:nvPr/>
        </p:nvSpPr>
        <p:spPr>
          <a:xfrm rot="135659">
            <a:off x="6307972" y="275995"/>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 name="Google Shape;174;p38"/>
          <p:cNvSpPr/>
          <p:nvPr/>
        </p:nvSpPr>
        <p:spPr>
          <a:xfrm rot="1455476">
            <a:off x="8651026" y="45718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 name="Google Shape;175;p38"/>
          <p:cNvSpPr/>
          <p:nvPr/>
        </p:nvSpPr>
        <p:spPr>
          <a:xfrm rot="-786786">
            <a:off x="3489797" y="2450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 name="Google Shape;176;p38"/>
          <p:cNvSpPr/>
          <p:nvPr/>
        </p:nvSpPr>
        <p:spPr>
          <a:xfrm rot="135659">
            <a:off x="3328347" y="4684345"/>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 name="Google Shape;177;p38"/>
          <p:cNvSpPr/>
          <p:nvPr/>
        </p:nvSpPr>
        <p:spPr>
          <a:xfrm rot="1421918">
            <a:off x="7166091" y="467158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 name="Google Shape;178;p38"/>
          <p:cNvSpPr/>
          <p:nvPr/>
        </p:nvSpPr>
        <p:spPr>
          <a:xfrm rot="-786933">
            <a:off x="321823" y="1120364"/>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38"/>
          <p:cNvSpPr/>
          <p:nvPr/>
        </p:nvSpPr>
        <p:spPr>
          <a:xfrm rot="1455476">
            <a:off x="334976" y="30460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 name="Google Shape;180;p38"/>
          <p:cNvSpPr/>
          <p:nvPr/>
        </p:nvSpPr>
        <p:spPr>
          <a:xfrm rot="-786786">
            <a:off x="8630847" y="392073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 name="Google Shape;181;p38"/>
          <p:cNvSpPr txBox="1">
            <a:spLocks noGrp="1"/>
          </p:cNvSpPr>
          <p:nvPr>
            <p:ph type="subTitle" idx="1"/>
          </p:nvPr>
        </p:nvSpPr>
        <p:spPr>
          <a:xfrm>
            <a:off x="879200" y="2481350"/>
            <a:ext cx="2900400" cy="11211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2" name="Google Shape;182;p38"/>
          <p:cNvSpPr txBox="1">
            <a:spLocks noGrp="1"/>
          </p:cNvSpPr>
          <p:nvPr>
            <p:ph type="title"/>
          </p:nvPr>
        </p:nvSpPr>
        <p:spPr>
          <a:xfrm>
            <a:off x="879209" y="1164825"/>
            <a:ext cx="2900400" cy="12663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3"/>
        <p:cNvGrpSpPr/>
        <p:nvPr/>
      </p:nvGrpSpPr>
      <p:grpSpPr>
        <a:xfrm>
          <a:off x="0" y="0"/>
          <a:ext cx="0" cy="0"/>
          <a:chOff x="0" y="0"/>
          <a:chExt cx="0" cy="0"/>
        </a:xfrm>
      </p:grpSpPr>
      <p:grpSp>
        <p:nvGrpSpPr>
          <p:cNvPr id="184" name="Google Shape;184;p39"/>
          <p:cNvGrpSpPr/>
          <p:nvPr/>
        </p:nvGrpSpPr>
        <p:grpSpPr>
          <a:xfrm>
            <a:off x="-6525" y="4605347"/>
            <a:ext cx="9163425" cy="538053"/>
            <a:chOff x="-6525" y="4605347"/>
            <a:chExt cx="9163425" cy="538053"/>
          </a:xfrm>
        </p:grpSpPr>
        <p:sp>
          <p:nvSpPr>
            <p:cNvPr id="185" name="Google Shape;185;p39"/>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86" name="Google Shape;186;p39"/>
            <p:cNvGrpSpPr/>
            <p:nvPr/>
          </p:nvGrpSpPr>
          <p:grpSpPr>
            <a:xfrm>
              <a:off x="-6525" y="4605347"/>
              <a:ext cx="9159600" cy="534900"/>
              <a:chOff x="-6525" y="4605347"/>
              <a:chExt cx="9159600" cy="534900"/>
            </a:xfrm>
          </p:grpSpPr>
          <p:cxnSp>
            <p:nvCxnSpPr>
              <p:cNvPr id="187" name="Google Shape;187;p39"/>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88" name="Google Shape;188;p39"/>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89" name="Google Shape;189;p39"/>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90" name="Google Shape;190;p39"/>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91" name="Google Shape;191;p39"/>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92" name="Google Shape;192;p39"/>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93" name="Google Shape;193;p39"/>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94" name="Google Shape;194;p39"/>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95" name="Google Shape;195;p39"/>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96" name="Google Shape;196;p39"/>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197" name="Google Shape;197;p39"/>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198" name="Google Shape;198;p39"/>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199" name="Google Shape;199;p39"/>
          <p:cNvSpPr txBox="1">
            <a:spLocks noGrp="1"/>
          </p:cNvSpPr>
          <p:nvPr>
            <p:ph type="title"/>
          </p:nvPr>
        </p:nvSpPr>
        <p:spPr>
          <a:xfrm>
            <a:off x="720000" y="392850"/>
            <a:ext cx="77040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00" name="Google Shape;200;p39"/>
          <p:cNvSpPr txBox="1">
            <a:spLocks noGrp="1"/>
          </p:cNvSpPr>
          <p:nvPr>
            <p:ph type="subTitle" idx="1"/>
          </p:nvPr>
        </p:nvSpPr>
        <p:spPr>
          <a:xfrm>
            <a:off x="1819600" y="2057225"/>
            <a:ext cx="2422800" cy="1130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1" name="Google Shape;201;p39"/>
          <p:cNvSpPr txBox="1">
            <a:spLocks noGrp="1"/>
          </p:cNvSpPr>
          <p:nvPr>
            <p:ph type="subTitle" idx="2"/>
          </p:nvPr>
        </p:nvSpPr>
        <p:spPr>
          <a:xfrm>
            <a:off x="1819588" y="1646663"/>
            <a:ext cx="24228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02" name="Google Shape;202;p39"/>
          <p:cNvSpPr txBox="1">
            <a:spLocks noGrp="1"/>
          </p:cNvSpPr>
          <p:nvPr>
            <p:ph type="subTitle" idx="3"/>
          </p:nvPr>
        </p:nvSpPr>
        <p:spPr>
          <a:xfrm>
            <a:off x="5702875" y="2850974"/>
            <a:ext cx="2422800" cy="1130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39"/>
          <p:cNvSpPr txBox="1">
            <a:spLocks noGrp="1"/>
          </p:cNvSpPr>
          <p:nvPr>
            <p:ph type="subTitle" idx="4"/>
          </p:nvPr>
        </p:nvSpPr>
        <p:spPr>
          <a:xfrm>
            <a:off x="5702863" y="2440425"/>
            <a:ext cx="24228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04" name="Google Shape;204;p39"/>
          <p:cNvSpPr/>
          <p:nvPr/>
        </p:nvSpPr>
        <p:spPr>
          <a:xfrm rot="-786786">
            <a:off x="193997" y="34758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5" name="Google Shape;205;p39"/>
          <p:cNvSpPr/>
          <p:nvPr/>
        </p:nvSpPr>
        <p:spPr>
          <a:xfrm rot="-786933">
            <a:off x="312648" y="1379689"/>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6" name="Google Shape;206;p39"/>
          <p:cNvSpPr/>
          <p:nvPr/>
        </p:nvSpPr>
        <p:spPr>
          <a:xfrm rot="1421918">
            <a:off x="2826004" y="9228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7" name="Google Shape;207;p39"/>
          <p:cNvSpPr/>
          <p:nvPr/>
        </p:nvSpPr>
        <p:spPr>
          <a:xfrm rot="1455476">
            <a:off x="490301" y="422695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8" name="Google Shape;208;p39"/>
          <p:cNvSpPr/>
          <p:nvPr/>
        </p:nvSpPr>
        <p:spPr>
          <a:xfrm rot="-786933">
            <a:off x="4812698" y="256239"/>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9" name="Google Shape;209;p39"/>
          <p:cNvSpPr/>
          <p:nvPr/>
        </p:nvSpPr>
        <p:spPr>
          <a:xfrm rot="-786786">
            <a:off x="6995847" y="20313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0" name="Google Shape;210;p39"/>
          <p:cNvSpPr/>
          <p:nvPr/>
        </p:nvSpPr>
        <p:spPr>
          <a:xfrm rot="1421918">
            <a:off x="8699779" y="155766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1" name="Google Shape;211;p39"/>
          <p:cNvSpPr/>
          <p:nvPr/>
        </p:nvSpPr>
        <p:spPr>
          <a:xfrm rot="135659">
            <a:off x="8459385" y="276875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2" name="Google Shape;212;p39"/>
          <p:cNvSpPr/>
          <p:nvPr/>
        </p:nvSpPr>
        <p:spPr>
          <a:xfrm rot="1455419">
            <a:off x="8601564" y="3752460"/>
            <a:ext cx="242040" cy="242228"/>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13"/>
        <p:cNvGrpSpPr/>
        <p:nvPr/>
      </p:nvGrpSpPr>
      <p:grpSpPr>
        <a:xfrm>
          <a:off x="0" y="0"/>
          <a:ext cx="0" cy="0"/>
          <a:chOff x="0" y="0"/>
          <a:chExt cx="0" cy="0"/>
        </a:xfrm>
      </p:grpSpPr>
      <p:grpSp>
        <p:nvGrpSpPr>
          <p:cNvPr id="214" name="Google Shape;214;p40"/>
          <p:cNvGrpSpPr/>
          <p:nvPr/>
        </p:nvGrpSpPr>
        <p:grpSpPr>
          <a:xfrm>
            <a:off x="-6525" y="4605347"/>
            <a:ext cx="9163425" cy="538053"/>
            <a:chOff x="-6525" y="4605347"/>
            <a:chExt cx="9163425" cy="538053"/>
          </a:xfrm>
        </p:grpSpPr>
        <p:sp>
          <p:nvSpPr>
            <p:cNvPr id="215" name="Google Shape;215;p40"/>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16" name="Google Shape;216;p40"/>
            <p:cNvGrpSpPr/>
            <p:nvPr/>
          </p:nvGrpSpPr>
          <p:grpSpPr>
            <a:xfrm>
              <a:off x="-6525" y="4605347"/>
              <a:ext cx="9159600" cy="534900"/>
              <a:chOff x="-6525" y="4605347"/>
              <a:chExt cx="9159600" cy="534900"/>
            </a:xfrm>
          </p:grpSpPr>
          <p:cxnSp>
            <p:nvCxnSpPr>
              <p:cNvPr id="217" name="Google Shape;217;p40"/>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18" name="Google Shape;218;p40"/>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19" name="Google Shape;219;p40"/>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20" name="Google Shape;220;p40"/>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21" name="Google Shape;221;p40"/>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22" name="Google Shape;222;p40"/>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23" name="Google Shape;223;p40"/>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24" name="Google Shape;224;p40"/>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25" name="Google Shape;225;p40"/>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26" name="Google Shape;226;p40"/>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27" name="Google Shape;227;p40"/>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228" name="Google Shape;228;p40"/>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229" name="Google Shape;229;p40"/>
          <p:cNvSpPr/>
          <p:nvPr/>
        </p:nvSpPr>
        <p:spPr>
          <a:xfrm rot="1421918">
            <a:off x="6993966" y="477356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0" name="Google Shape;230;p40"/>
          <p:cNvSpPr/>
          <p:nvPr/>
        </p:nvSpPr>
        <p:spPr>
          <a:xfrm rot="-786933">
            <a:off x="322748" y="27606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1" name="Google Shape;231;p40"/>
          <p:cNvSpPr/>
          <p:nvPr/>
        </p:nvSpPr>
        <p:spPr>
          <a:xfrm rot="135659">
            <a:off x="2082772" y="477357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2" name="Google Shape;232;p40"/>
          <p:cNvSpPr/>
          <p:nvPr/>
        </p:nvSpPr>
        <p:spPr>
          <a:xfrm rot="1455476">
            <a:off x="322751" y="109503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3" name="Google Shape;233;p40"/>
          <p:cNvSpPr/>
          <p:nvPr/>
        </p:nvSpPr>
        <p:spPr>
          <a:xfrm rot="-786786">
            <a:off x="333572" y="45553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4" name="Google Shape;234;p40"/>
          <p:cNvSpPr/>
          <p:nvPr/>
        </p:nvSpPr>
        <p:spPr>
          <a:xfrm rot="-786786">
            <a:off x="8612997" y="42500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5" name="Google Shape;235;p40"/>
          <p:cNvSpPr/>
          <p:nvPr/>
        </p:nvSpPr>
        <p:spPr>
          <a:xfrm rot="-786933">
            <a:off x="8809773" y="230880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6" name="Google Shape;236;p40"/>
          <p:cNvSpPr/>
          <p:nvPr/>
        </p:nvSpPr>
        <p:spPr>
          <a:xfrm rot="1421918">
            <a:off x="3745691" y="7211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7" name="Google Shape;237;p40"/>
          <p:cNvSpPr txBox="1">
            <a:spLocks noGrp="1"/>
          </p:cNvSpPr>
          <p:nvPr>
            <p:ph type="subTitle" idx="1"/>
          </p:nvPr>
        </p:nvSpPr>
        <p:spPr>
          <a:xfrm>
            <a:off x="914800" y="2931900"/>
            <a:ext cx="2020500" cy="1158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 name="Google Shape;238;p40"/>
          <p:cNvSpPr txBox="1">
            <a:spLocks noGrp="1"/>
          </p:cNvSpPr>
          <p:nvPr>
            <p:ph type="subTitle" idx="2"/>
          </p:nvPr>
        </p:nvSpPr>
        <p:spPr>
          <a:xfrm>
            <a:off x="914800" y="2521325"/>
            <a:ext cx="20205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39" name="Google Shape;239;p40"/>
          <p:cNvSpPr txBox="1">
            <a:spLocks noGrp="1"/>
          </p:cNvSpPr>
          <p:nvPr>
            <p:ph type="subTitle" idx="3"/>
          </p:nvPr>
        </p:nvSpPr>
        <p:spPr>
          <a:xfrm>
            <a:off x="3561755" y="2931900"/>
            <a:ext cx="2020500" cy="1158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 name="Google Shape;240;p40"/>
          <p:cNvSpPr txBox="1">
            <a:spLocks noGrp="1"/>
          </p:cNvSpPr>
          <p:nvPr>
            <p:ph type="subTitle" idx="4"/>
          </p:nvPr>
        </p:nvSpPr>
        <p:spPr>
          <a:xfrm>
            <a:off x="3561749" y="2521325"/>
            <a:ext cx="20205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41" name="Google Shape;241;p40"/>
          <p:cNvSpPr txBox="1">
            <a:spLocks noGrp="1"/>
          </p:cNvSpPr>
          <p:nvPr>
            <p:ph type="subTitle" idx="5"/>
          </p:nvPr>
        </p:nvSpPr>
        <p:spPr>
          <a:xfrm>
            <a:off x="6208702" y="2931900"/>
            <a:ext cx="2020500" cy="1158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2" name="Google Shape;242;p40"/>
          <p:cNvSpPr txBox="1">
            <a:spLocks noGrp="1"/>
          </p:cNvSpPr>
          <p:nvPr>
            <p:ph type="subTitle" idx="6"/>
          </p:nvPr>
        </p:nvSpPr>
        <p:spPr>
          <a:xfrm>
            <a:off x="6208700" y="2521325"/>
            <a:ext cx="20205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43" name="Google Shape;243;p40"/>
          <p:cNvSpPr txBox="1">
            <a:spLocks noGrp="1"/>
          </p:cNvSpPr>
          <p:nvPr>
            <p:ph type="title"/>
          </p:nvPr>
        </p:nvSpPr>
        <p:spPr>
          <a:xfrm>
            <a:off x="720000" y="392850"/>
            <a:ext cx="57399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44"/>
        <p:cNvGrpSpPr/>
        <p:nvPr/>
      </p:nvGrpSpPr>
      <p:grpSpPr>
        <a:xfrm>
          <a:off x="0" y="0"/>
          <a:ext cx="0" cy="0"/>
          <a:chOff x="0" y="0"/>
          <a:chExt cx="0" cy="0"/>
        </a:xfrm>
      </p:grpSpPr>
      <p:grpSp>
        <p:nvGrpSpPr>
          <p:cNvPr id="245" name="Google Shape;245;p41"/>
          <p:cNvGrpSpPr/>
          <p:nvPr/>
        </p:nvGrpSpPr>
        <p:grpSpPr>
          <a:xfrm>
            <a:off x="-6525" y="4605347"/>
            <a:ext cx="9163425" cy="538053"/>
            <a:chOff x="-6525" y="4605347"/>
            <a:chExt cx="9163425" cy="538053"/>
          </a:xfrm>
        </p:grpSpPr>
        <p:sp>
          <p:nvSpPr>
            <p:cNvPr id="246" name="Google Shape;246;p41"/>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47" name="Google Shape;247;p41"/>
            <p:cNvGrpSpPr/>
            <p:nvPr/>
          </p:nvGrpSpPr>
          <p:grpSpPr>
            <a:xfrm>
              <a:off x="-6525" y="4605347"/>
              <a:ext cx="9159600" cy="534900"/>
              <a:chOff x="-6525" y="4605347"/>
              <a:chExt cx="9159600" cy="534900"/>
            </a:xfrm>
          </p:grpSpPr>
          <p:cxnSp>
            <p:nvCxnSpPr>
              <p:cNvPr id="248" name="Google Shape;248;p41"/>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49" name="Google Shape;249;p41"/>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0" name="Google Shape;250;p41"/>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1" name="Google Shape;251;p41"/>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2" name="Google Shape;252;p41"/>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3" name="Google Shape;253;p41"/>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4" name="Google Shape;254;p41"/>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5" name="Google Shape;255;p41"/>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6" name="Google Shape;256;p41"/>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7" name="Google Shape;257;p41"/>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58" name="Google Shape;258;p41"/>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259" name="Google Shape;259;p41"/>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260" name="Google Shape;260;p41"/>
          <p:cNvSpPr/>
          <p:nvPr/>
        </p:nvSpPr>
        <p:spPr>
          <a:xfrm rot="1421918">
            <a:off x="6982891" y="18350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1" name="Google Shape;261;p41"/>
          <p:cNvSpPr/>
          <p:nvPr/>
        </p:nvSpPr>
        <p:spPr>
          <a:xfrm rot="135659">
            <a:off x="8676972" y="385532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2" name="Google Shape;262;p41"/>
          <p:cNvSpPr/>
          <p:nvPr/>
        </p:nvSpPr>
        <p:spPr>
          <a:xfrm rot="1455476">
            <a:off x="8820501" y="88923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3" name="Google Shape;263;p41"/>
          <p:cNvSpPr/>
          <p:nvPr/>
        </p:nvSpPr>
        <p:spPr>
          <a:xfrm rot="-786786">
            <a:off x="8505572" y="21770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4" name="Google Shape;264;p41"/>
          <p:cNvSpPr/>
          <p:nvPr/>
        </p:nvSpPr>
        <p:spPr>
          <a:xfrm rot="1421918">
            <a:off x="315391" y="119705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5" name="Google Shape;265;p41"/>
          <p:cNvSpPr/>
          <p:nvPr/>
        </p:nvSpPr>
        <p:spPr>
          <a:xfrm rot="-786786">
            <a:off x="201722" y="320280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6" name="Google Shape;266;p41"/>
          <p:cNvSpPr/>
          <p:nvPr/>
        </p:nvSpPr>
        <p:spPr>
          <a:xfrm rot="-6012158">
            <a:off x="5616235" y="4758982"/>
            <a:ext cx="213233" cy="213381"/>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7" name="Google Shape;267;p41"/>
          <p:cNvSpPr txBox="1">
            <a:spLocks noGrp="1"/>
          </p:cNvSpPr>
          <p:nvPr>
            <p:ph type="subTitle" idx="1"/>
          </p:nvPr>
        </p:nvSpPr>
        <p:spPr>
          <a:xfrm>
            <a:off x="2088150" y="2076400"/>
            <a:ext cx="2020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8" name="Google Shape;268;p41"/>
          <p:cNvSpPr txBox="1">
            <a:spLocks noGrp="1"/>
          </p:cNvSpPr>
          <p:nvPr>
            <p:ph type="subTitle" idx="2"/>
          </p:nvPr>
        </p:nvSpPr>
        <p:spPr>
          <a:xfrm>
            <a:off x="2088150" y="1665825"/>
            <a:ext cx="20205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69" name="Google Shape;269;p41"/>
          <p:cNvSpPr txBox="1">
            <a:spLocks noGrp="1"/>
          </p:cNvSpPr>
          <p:nvPr>
            <p:ph type="subTitle" idx="3"/>
          </p:nvPr>
        </p:nvSpPr>
        <p:spPr>
          <a:xfrm>
            <a:off x="2088150" y="3399325"/>
            <a:ext cx="2020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0" name="Google Shape;270;p41"/>
          <p:cNvSpPr txBox="1">
            <a:spLocks noGrp="1"/>
          </p:cNvSpPr>
          <p:nvPr>
            <p:ph type="subTitle" idx="4"/>
          </p:nvPr>
        </p:nvSpPr>
        <p:spPr>
          <a:xfrm>
            <a:off x="2088150" y="2988750"/>
            <a:ext cx="20205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71" name="Google Shape;271;p41"/>
          <p:cNvSpPr txBox="1">
            <a:spLocks noGrp="1"/>
          </p:cNvSpPr>
          <p:nvPr>
            <p:ph type="subTitle" idx="5"/>
          </p:nvPr>
        </p:nvSpPr>
        <p:spPr>
          <a:xfrm>
            <a:off x="5836425" y="2076400"/>
            <a:ext cx="2020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2" name="Google Shape;272;p41"/>
          <p:cNvSpPr txBox="1">
            <a:spLocks noGrp="1"/>
          </p:cNvSpPr>
          <p:nvPr>
            <p:ph type="subTitle" idx="6"/>
          </p:nvPr>
        </p:nvSpPr>
        <p:spPr>
          <a:xfrm>
            <a:off x="5836425" y="1665825"/>
            <a:ext cx="20205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73" name="Google Shape;273;p41"/>
          <p:cNvSpPr txBox="1">
            <a:spLocks noGrp="1"/>
          </p:cNvSpPr>
          <p:nvPr>
            <p:ph type="subTitle" idx="7"/>
          </p:nvPr>
        </p:nvSpPr>
        <p:spPr>
          <a:xfrm>
            <a:off x="5836425" y="3399325"/>
            <a:ext cx="2020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4" name="Google Shape;274;p41"/>
          <p:cNvSpPr txBox="1">
            <a:spLocks noGrp="1"/>
          </p:cNvSpPr>
          <p:nvPr>
            <p:ph type="subTitle" idx="8"/>
          </p:nvPr>
        </p:nvSpPr>
        <p:spPr>
          <a:xfrm>
            <a:off x="5836425" y="2988750"/>
            <a:ext cx="20205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75" name="Google Shape;275;p41"/>
          <p:cNvSpPr txBox="1">
            <a:spLocks noGrp="1"/>
          </p:cNvSpPr>
          <p:nvPr>
            <p:ph type="title"/>
          </p:nvPr>
        </p:nvSpPr>
        <p:spPr>
          <a:xfrm>
            <a:off x="720000" y="392850"/>
            <a:ext cx="77040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276"/>
        <p:cNvGrpSpPr/>
        <p:nvPr/>
      </p:nvGrpSpPr>
      <p:grpSpPr>
        <a:xfrm>
          <a:off x="0" y="0"/>
          <a:ext cx="0" cy="0"/>
          <a:chOff x="0" y="0"/>
          <a:chExt cx="0" cy="0"/>
        </a:xfrm>
      </p:grpSpPr>
      <p:grpSp>
        <p:nvGrpSpPr>
          <p:cNvPr id="277" name="Google Shape;277;p42"/>
          <p:cNvGrpSpPr/>
          <p:nvPr/>
        </p:nvGrpSpPr>
        <p:grpSpPr>
          <a:xfrm>
            <a:off x="-6525" y="4605347"/>
            <a:ext cx="9163425" cy="538053"/>
            <a:chOff x="-6525" y="4605347"/>
            <a:chExt cx="9163425" cy="538053"/>
          </a:xfrm>
        </p:grpSpPr>
        <p:sp>
          <p:nvSpPr>
            <p:cNvPr id="278" name="Google Shape;278;p42"/>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79" name="Google Shape;279;p42"/>
            <p:cNvGrpSpPr/>
            <p:nvPr/>
          </p:nvGrpSpPr>
          <p:grpSpPr>
            <a:xfrm>
              <a:off x="-6525" y="4605347"/>
              <a:ext cx="9159600" cy="534900"/>
              <a:chOff x="-6525" y="4605347"/>
              <a:chExt cx="9159600" cy="534900"/>
            </a:xfrm>
          </p:grpSpPr>
          <p:cxnSp>
            <p:nvCxnSpPr>
              <p:cNvPr id="280" name="Google Shape;280;p42"/>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1" name="Google Shape;281;p42"/>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2" name="Google Shape;282;p42"/>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3" name="Google Shape;283;p42"/>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4" name="Google Shape;284;p42"/>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5" name="Google Shape;285;p42"/>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6" name="Google Shape;286;p42"/>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7" name="Google Shape;287;p42"/>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8" name="Google Shape;288;p42"/>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89" name="Google Shape;289;p42"/>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290" name="Google Shape;290;p42"/>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291" name="Google Shape;291;p42"/>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292" name="Google Shape;292;p42"/>
          <p:cNvSpPr/>
          <p:nvPr/>
        </p:nvSpPr>
        <p:spPr>
          <a:xfrm rot="1421918">
            <a:off x="326629" y="30137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3" name="Google Shape;293;p42"/>
          <p:cNvSpPr/>
          <p:nvPr/>
        </p:nvSpPr>
        <p:spPr>
          <a:xfrm rot="-786933">
            <a:off x="310236" y="383825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4" name="Google Shape;294;p42"/>
          <p:cNvSpPr/>
          <p:nvPr/>
        </p:nvSpPr>
        <p:spPr>
          <a:xfrm rot="135659">
            <a:off x="3070910" y="477355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5" name="Google Shape;295;p42"/>
          <p:cNvSpPr/>
          <p:nvPr/>
        </p:nvSpPr>
        <p:spPr>
          <a:xfrm rot="1455476">
            <a:off x="379514" y="18263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6" name="Google Shape;296;p42"/>
          <p:cNvSpPr/>
          <p:nvPr/>
        </p:nvSpPr>
        <p:spPr>
          <a:xfrm rot="-786786">
            <a:off x="1336459" y="45958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7" name="Google Shape;297;p42"/>
          <p:cNvSpPr/>
          <p:nvPr/>
        </p:nvSpPr>
        <p:spPr>
          <a:xfrm rot="1455476">
            <a:off x="8622289" y="417093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8" name="Google Shape;298;p42"/>
          <p:cNvSpPr/>
          <p:nvPr/>
        </p:nvSpPr>
        <p:spPr>
          <a:xfrm rot="-786980">
            <a:off x="8637125" y="2566772"/>
            <a:ext cx="263492" cy="263724"/>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9" name="Google Shape;299;p42"/>
          <p:cNvSpPr/>
          <p:nvPr/>
        </p:nvSpPr>
        <p:spPr>
          <a:xfrm rot="-786982">
            <a:off x="8535440" y="280309"/>
            <a:ext cx="205372" cy="205514"/>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0" name="Google Shape;300;p42"/>
          <p:cNvSpPr/>
          <p:nvPr/>
        </p:nvSpPr>
        <p:spPr>
          <a:xfrm rot="135659">
            <a:off x="5635335" y="7213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1" name="Google Shape;301;p42"/>
          <p:cNvSpPr/>
          <p:nvPr/>
        </p:nvSpPr>
        <p:spPr>
          <a:xfrm rot="-786933">
            <a:off x="7771486" y="47663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2" name="Google Shape;302;p42"/>
          <p:cNvSpPr txBox="1">
            <a:spLocks noGrp="1"/>
          </p:cNvSpPr>
          <p:nvPr>
            <p:ph type="title"/>
          </p:nvPr>
        </p:nvSpPr>
        <p:spPr>
          <a:xfrm>
            <a:off x="720000" y="392850"/>
            <a:ext cx="77040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03" name="Google Shape;303;p42"/>
          <p:cNvSpPr txBox="1">
            <a:spLocks noGrp="1"/>
          </p:cNvSpPr>
          <p:nvPr>
            <p:ph type="subTitle" idx="1"/>
          </p:nvPr>
        </p:nvSpPr>
        <p:spPr>
          <a:xfrm>
            <a:off x="1861000" y="1617775"/>
            <a:ext cx="227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4" name="Google Shape;304;p42"/>
          <p:cNvSpPr txBox="1">
            <a:spLocks noGrp="1"/>
          </p:cNvSpPr>
          <p:nvPr>
            <p:ph type="subTitle" idx="2"/>
          </p:nvPr>
        </p:nvSpPr>
        <p:spPr>
          <a:xfrm>
            <a:off x="1861000" y="1207200"/>
            <a:ext cx="22707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05" name="Google Shape;305;p42"/>
          <p:cNvSpPr txBox="1">
            <a:spLocks noGrp="1"/>
          </p:cNvSpPr>
          <p:nvPr>
            <p:ph type="subTitle" idx="3"/>
          </p:nvPr>
        </p:nvSpPr>
        <p:spPr>
          <a:xfrm>
            <a:off x="1861000" y="2720200"/>
            <a:ext cx="227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42"/>
          <p:cNvSpPr txBox="1">
            <a:spLocks noGrp="1"/>
          </p:cNvSpPr>
          <p:nvPr>
            <p:ph type="subTitle" idx="4"/>
          </p:nvPr>
        </p:nvSpPr>
        <p:spPr>
          <a:xfrm>
            <a:off x="1861000" y="2309625"/>
            <a:ext cx="22707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07" name="Google Shape;307;p42"/>
          <p:cNvSpPr txBox="1">
            <a:spLocks noGrp="1"/>
          </p:cNvSpPr>
          <p:nvPr>
            <p:ph type="subTitle" idx="5"/>
          </p:nvPr>
        </p:nvSpPr>
        <p:spPr>
          <a:xfrm>
            <a:off x="1861000" y="3822625"/>
            <a:ext cx="22707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8" name="Google Shape;308;p42"/>
          <p:cNvSpPr txBox="1">
            <a:spLocks noGrp="1"/>
          </p:cNvSpPr>
          <p:nvPr>
            <p:ph type="subTitle" idx="6"/>
          </p:nvPr>
        </p:nvSpPr>
        <p:spPr>
          <a:xfrm>
            <a:off x="1861000" y="3412050"/>
            <a:ext cx="22707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09" name="Google Shape;309;p42"/>
          <p:cNvSpPr txBox="1">
            <a:spLocks noGrp="1"/>
          </p:cNvSpPr>
          <p:nvPr>
            <p:ph type="subTitle" idx="7"/>
          </p:nvPr>
        </p:nvSpPr>
        <p:spPr>
          <a:xfrm>
            <a:off x="5012301" y="1617775"/>
            <a:ext cx="2270700" cy="5727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sz="1400">
                <a:solidFill>
                  <a:schemeClr val="dk1"/>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310" name="Google Shape;310;p42"/>
          <p:cNvSpPr txBox="1">
            <a:spLocks noGrp="1"/>
          </p:cNvSpPr>
          <p:nvPr>
            <p:ph type="subTitle" idx="8"/>
          </p:nvPr>
        </p:nvSpPr>
        <p:spPr>
          <a:xfrm>
            <a:off x="5012301" y="1207200"/>
            <a:ext cx="2270700" cy="4848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11" name="Google Shape;311;p42"/>
          <p:cNvSpPr txBox="1">
            <a:spLocks noGrp="1"/>
          </p:cNvSpPr>
          <p:nvPr>
            <p:ph type="subTitle" idx="9"/>
          </p:nvPr>
        </p:nvSpPr>
        <p:spPr>
          <a:xfrm>
            <a:off x="5012301" y="2720200"/>
            <a:ext cx="2270700" cy="5727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sz="1400">
                <a:solidFill>
                  <a:schemeClr val="dk1"/>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312" name="Google Shape;312;p42"/>
          <p:cNvSpPr txBox="1">
            <a:spLocks noGrp="1"/>
          </p:cNvSpPr>
          <p:nvPr>
            <p:ph type="subTitle" idx="13"/>
          </p:nvPr>
        </p:nvSpPr>
        <p:spPr>
          <a:xfrm>
            <a:off x="5012301" y="2309625"/>
            <a:ext cx="2270700" cy="4848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13" name="Google Shape;313;p42"/>
          <p:cNvSpPr txBox="1">
            <a:spLocks noGrp="1"/>
          </p:cNvSpPr>
          <p:nvPr>
            <p:ph type="subTitle" idx="14"/>
          </p:nvPr>
        </p:nvSpPr>
        <p:spPr>
          <a:xfrm>
            <a:off x="5012301" y="3822625"/>
            <a:ext cx="2270700" cy="5727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sz="1400">
                <a:solidFill>
                  <a:schemeClr val="dk1"/>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314" name="Google Shape;314;p42"/>
          <p:cNvSpPr txBox="1">
            <a:spLocks noGrp="1"/>
          </p:cNvSpPr>
          <p:nvPr>
            <p:ph type="subTitle" idx="15"/>
          </p:nvPr>
        </p:nvSpPr>
        <p:spPr>
          <a:xfrm>
            <a:off x="5012301" y="3412050"/>
            <a:ext cx="2270700" cy="4848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15"/>
        <p:cNvGrpSpPr/>
        <p:nvPr/>
      </p:nvGrpSpPr>
      <p:grpSpPr>
        <a:xfrm>
          <a:off x="0" y="0"/>
          <a:ext cx="0" cy="0"/>
          <a:chOff x="0" y="0"/>
          <a:chExt cx="0" cy="0"/>
        </a:xfrm>
      </p:grpSpPr>
      <p:grpSp>
        <p:nvGrpSpPr>
          <p:cNvPr id="316" name="Google Shape;316;p43"/>
          <p:cNvGrpSpPr/>
          <p:nvPr/>
        </p:nvGrpSpPr>
        <p:grpSpPr>
          <a:xfrm>
            <a:off x="-6525" y="4605347"/>
            <a:ext cx="9163425" cy="538053"/>
            <a:chOff x="-6525" y="4605347"/>
            <a:chExt cx="9163425" cy="538053"/>
          </a:xfrm>
        </p:grpSpPr>
        <p:sp>
          <p:nvSpPr>
            <p:cNvPr id="317" name="Google Shape;317;p43"/>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18" name="Google Shape;318;p43"/>
            <p:cNvGrpSpPr/>
            <p:nvPr/>
          </p:nvGrpSpPr>
          <p:grpSpPr>
            <a:xfrm>
              <a:off x="-6525" y="4605347"/>
              <a:ext cx="9159600" cy="534900"/>
              <a:chOff x="-6525" y="4605347"/>
              <a:chExt cx="9159600" cy="534900"/>
            </a:xfrm>
          </p:grpSpPr>
          <p:cxnSp>
            <p:nvCxnSpPr>
              <p:cNvPr id="319" name="Google Shape;319;p43"/>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0" name="Google Shape;320;p43"/>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1" name="Google Shape;321;p43"/>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2" name="Google Shape;322;p43"/>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3" name="Google Shape;323;p43"/>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4" name="Google Shape;324;p43"/>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5" name="Google Shape;325;p43"/>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6" name="Google Shape;326;p43"/>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7" name="Google Shape;327;p43"/>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8" name="Google Shape;328;p43"/>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29" name="Google Shape;329;p43"/>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330" name="Google Shape;330;p43"/>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331" name="Google Shape;331;p43"/>
          <p:cNvSpPr/>
          <p:nvPr/>
        </p:nvSpPr>
        <p:spPr>
          <a:xfrm rot="1421918">
            <a:off x="4474441" y="43418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2" name="Google Shape;332;p43"/>
          <p:cNvSpPr/>
          <p:nvPr/>
        </p:nvSpPr>
        <p:spPr>
          <a:xfrm rot="-786933">
            <a:off x="8676698" y="187215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3" name="Google Shape;333;p43"/>
          <p:cNvSpPr/>
          <p:nvPr/>
        </p:nvSpPr>
        <p:spPr>
          <a:xfrm rot="135659">
            <a:off x="2473497" y="22787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4" name="Google Shape;334;p43"/>
          <p:cNvSpPr/>
          <p:nvPr/>
        </p:nvSpPr>
        <p:spPr>
          <a:xfrm rot="1455476">
            <a:off x="6746051" y="22148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5" name="Google Shape;335;p43"/>
          <p:cNvSpPr/>
          <p:nvPr/>
        </p:nvSpPr>
        <p:spPr>
          <a:xfrm rot="-786786">
            <a:off x="8651972" y="333150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6" name="Google Shape;336;p43"/>
          <p:cNvSpPr/>
          <p:nvPr/>
        </p:nvSpPr>
        <p:spPr>
          <a:xfrm rot="1455476">
            <a:off x="237301" y="241955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7" name="Google Shape;337;p43"/>
          <p:cNvSpPr/>
          <p:nvPr/>
        </p:nvSpPr>
        <p:spPr>
          <a:xfrm rot="1421918">
            <a:off x="2117616" y="477356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43"/>
          <p:cNvSpPr/>
          <p:nvPr/>
        </p:nvSpPr>
        <p:spPr>
          <a:xfrm rot="-786933">
            <a:off x="6283223" y="482735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9" name="Google Shape;339;p43"/>
          <p:cNvSpPr txBox="1">
            <a:spLocks noGrp="1"/>
          </p:cNvSpPr>
          <p:nvPr>
            <p:ph type="title"/>
          </p:nvPr>
        </p:nvSpPr>
        <p:spPr>
          <a:xfrm>
            <a:off x="776213" y="1252825"/>
            <a:ext cx="1693500" cy="91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6200"/>
              <a:buNone/>
              <a:defRPr sz="48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a:endParaRPr/>
          </a:p>
        </p:txBody>
      </p:sp>
      <p:sp>
        <p:nvSpPr>
          <p:cNvPr id="340" name="Google Shape;340;p43"/>
          <p:cNvSpPr txBox="1">
            <a:spLocks noGrp="1"/>
          </p:cNvSpPr>
          <p:nvPr>
            <p:ph type="subTitle" idx="1"/>
          </p:nvPr>
        </p:nvSpPr>
        <p:spPr>
          <a:xfrm>
            <a:off x="2469738" y="1760400"/>
            <a:ext cx="1973400" cy="643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1" name="Google Shape;341;p43"/>
          <p:cNvSpPr txBox="1">
            <a:spLocks noGrp="1"/>
          </p:cNvSpPr>
          <p:nvPr>
            <p:ph type="subTitle" idx="2"/>
          </p:nvPr>
        </p:nvSpPr>
        <p:spPr>
          <a:xfrm>
            <a:off x="2469588" y="1349825"/>
            <a:ext cx="1973400" cy="506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2" name="Google Shape;342;p43"/>
          <p:cNvSpPr txBox="1">
            <a:spLocks noGrp="1"/>
          </p:cNvSpPr>
          <p:nvPr>
            <p:ph type="title" idx="3"/>
          </p:nvPr>
        </p:nvSpPr>
        <p:spPr>
          <a:xfrm>
            <a:off x="776213" y="2893250"/>
            <a:ext cx="1693500" cy="91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6200"/>
              <a:buNone/>
              <a:defRPr sz="48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a:endParaRPr/>
          </a:p>
        </p:txBody>
      </p:sp>
      <p:sp>
        <p:nvSpPr>
          <p:cNvPr id="343" name="Google Shape;343;p43"/>
          <p:cNvSpPr txBox="1">
            <a:spLocks noGrp="1"/>
          </p:cNvSpPr>
          <p:nvPr>
            <p:ph type="subTitle" idx="4"/>
          </p:nvPr>
        </p:nvSpPr>
        <p:spPr>
          <a:xfrm>
            <a:off x="2469738" y="3400825"/>
            <a:ext cx="1973400" cy="643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4" name="Google Shape;344;p43"/>
          <p:cNvSpPr txBox="1">
            <a:spLocks noGrp="1"/>
          </p:cNvSpPr>
          <p:nvPr>
            <p:ph type="subTitle" idx="5"/>
          </p:nvPr>
        </p:nvSpPr>
        <p:spPr>
          <a:xfrm>
            <a:off x="2469588" y="2990250"/>
            <a:ext cx="1973400" cy="506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5" name="Google Shape;345;p43"/>
          <p:cNvSpPr txBox="1">
            <a:spLocks noGrp="1"/>
          </p:cNvSpPr>
          <p:nvPr>
            <p:ph type="title" idx="6"/>
          </p:nvPr>
        </p:nvSpPr>
        <p:spPr>
          <a:xfrm>
            <a:off x="4700863" y="1252825"/>
            <a:ext cx="1693500" cy="91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6200"/>
              <a:buNone/>
              <a:defRPr sz="48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a:endParaRPr/>
          </a:p>
        </p:txBody>
      </p:sp>
      <p:sp>
        <p:nvSpPr>
          <p:cNvPr id="346" name="Google Shape;346;p43"/>
          <p:cNvSpPr txBox="1">
            <a:spLocks noGrp="1"/>
          </p:cNvSpPr>
          <p:nvPr>
            <p:ph type="subTitle" idx="7"/>
          </p:nvPr>
        </p:nvSpPr>
        <p:spPr>
          <a:xfrm>
            <a:off x="6394388" y="1760400"/>
            <a:ext cx="1973400" cy="643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7" name="Google Shape;347;p43"/>
          <p:cNvSpPr txBox="1">
            <a:spLocks noGrp="1"/>
          </p:cNvSpPr>
          <p:nvPr>
            <p:ph type="subTitle" idx="8"/>
          </p:nvPr>
        </p:nvSpPr>
        <p:spPr>
          <a:xfrm>
            <a:off x="6394238" y="1349825"/>
            <a:ext cx="1973400" cy="506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348" name="Google Shape;348;p43"/>
          <p:cNvSpPr txBox="1">
            <a:spLocks noGrp="1"/>
          </p:cNvSpPr>
          <p:nvPr>
            <p:ph type="title" idx="9"/>
          </p:nvPr>
        </p:nvSpPr>
        <p:spPr>
          <a:xfrm>
            <a:off x="4700863" y="2893250"/>
            <a:ext cx="1693500" cy="91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6200"/>
              <a:buNone/>
              <a:defRPr sz="48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a:endParaRPr/>
          </a:p>
        </p:txBody>
      </p:sp>
      <p:sp>
        <p:nvSpPr>
          <p:cNvPr id="349" name="Google Shape;349;p43"/>
          <p:cNvSpPr txBox="1">
            <a:spLocks noGrp="1"/>
          </p:cNvSpPr>
          <p:nvPr>
            <p:ph type="subTitle" idx="13"/>
          </p:nvPr>
        </p:nvSpPr>
        <p:spPr>
          <a:xfrm>
            <a:off x="6394388" y="3400825"/>
            <a:ext cx="1973400" cy="643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0" name="Google Shape;350;p43"/>
          <p:cNvSpPr txBox="1">
            <a:spLocks noGrp="1"/>
          </p:cNvSpPr>
          <p:nvPr>
            <p:ph type="subTitle" idx="14"/>
          </p:nvPr>
        </p:nvSpPr>
        <p:spPr>
          <a:xfrm>
            <a:off x="6394238" y="2990250"/>
            <a:ext cx="1973400" cy="506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Bebas Neue" panose="020B0606020202050201"/>
              <a:buNone/>
              <a:defRPr sz="2300">
                <a:solidFill>
                  <a:schemeClr val="dk2"/>
                </a:solidFill>
                <a:latin typeface="Montagu Slab SemiBold"/>
                <a:ea typeface="Montagu Slab SemiBold"/>
                <a:cs typeface="Montagu Slab SemiBold"/>
                <a:sym typeface="Montagu Slab SemiBold"/>
              </a:defRPr>
            </a:lvl1pPr>
            <a:lvl2pPr lvl="1"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l">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51"/>
        <p:cNvGrpSpPr/>
        <p:nvPr/>
      </p:nvGrpSpPr>
      <p:grpSpPr>
        <a:xfrm>
          <a:off x="0" y="0"/>
          <a:ext cx="0" cy="0"/>
          <a:chOff x="0" y="0"/>
          <a:chExt cx="0" cy="0"/>
        </a:xfrm>
      </p:grpSpPr>
      <p:sp>
        <p:nvSpPr>
          <p:cNvPr id="352" name="Google Shape;352;p44"/>
          <p:cNvSpPr txBox="1">
            <a:spLocks noGrp="1"/>
          </p:cNvSpPr>
          <p:nvPr>
            <p:ph type="title"/>
          </p:nvPr>
        </p:nvSpPr>
        <p:spPr>
          <a:xfrm>
            <a:off x="973075" y="2863525"/>
            <a:ext cx="4995600" cy="5319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3000"/>
              <a:buNone/>
              <a:defRPr sz="2300">
                <a:solidFill>
                  <a:schemeClr val="dk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353" name="Google Shape;353;p44"/>
          <p:cNvSpPr txBox="1">
            <a:spLocks noGrp="1"/>
          </p:cNvSpPr>
          <p:nvPr>
            <p:ph type="subTitle" idx="1"/>
          </p:nvPr>
        </p:nvSpPr>
        <p:spPr>
          <a:xfrm>
            <a:off x="973075" y="891450"/>
            <a:ext cx="4995600" cy="1860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grpSp>
        <p:nvGrpSpPr>
          <p:cNvPr id="354" name="Google Shape;354;p44"/>
          <p:cNvGrpSpPr/>
          <p:nvPr/>
        </p:nvGrpSpPr>
        <p:grpSpPr>
          <a:xfrm>
            <a:off x="-6525" y="4151795"/>
            <a:ext cx="9163425" cy="991685"/>
            <a:chOff x="-6525" y="4605347"/>
            <a:chExt cx="9163425" cy="538053"/>
          </a:xfrm>
        </p:grpSpPr>
        <p:sp>
          <p:nvSpPr>
            <p:cNvPr id="355" name="Google Shape;355;p44"/>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6" name="Google Shape;356;p44"/>
            <p:cNvGrpSpPr/>
            <p:nvPr/>
          </p:nvGrpSpPr>
          <p:grpSpPr>
            <a:xfrm>
              <a:off x="-6525" y="4605347"/>
              <a:ext cx="9159600" cy="534900"/>
              <a:chOff x="-6525" y="4605347"/>
              <a:chExt cx="9159600" cy="534900"/>
            </a:xfrm>
          </p:grpSpPr>
          <p:cxnSp>
            <p:nvCxnSpPr>
              <p:cNvPr id="357" name="Google Shape;357;p44"/>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58" name="Google Shape;358;p44"/>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59" name="Google Shape;359;p44"/>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0" name="Google Shape;360;p44"/>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1" name="Google Shape;361;p44"/>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2" name="Google Shape;362;p44"/>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3" name="Google Shape;363;p44"/>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4" name="Google Shape;364;p44"/>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5" name="Google Shape;365;p44"/>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6" name="Google Shape;366;p44"/>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67" name="Google Shape;367;p44"/>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368" name="Google Shape;368;p44"/>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369" name="Google Shape;369;p44"/>
          <p:cNvSpPr/>
          <p:nvPr/>
        </p:nvSpPr>
        <p:spPr>
          <a:xfrm rot="1421918">
            <a:off x="2269991" y="22772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0" name="Google Shape;370;p44"/>
          <p:cNvSpPr/>
          <p:nvPr/>
        </p:nvSpPr>
        <p:spPr>
          <a:xfrm rot="-786933">
            <a:off x="8592998" y="32311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1" name="Google Shape;371;p44"/>
          <p:cNvSpPr/>
          <p:nvPr/>
        </p:nvSpPr>
        <p:spPr>
          <a:xfrm rot="135659">
            <a:off x="275447" y="538895"/>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2" name="Google Shape;372;p44"/>
          <p:cNvSpPr/>
          <p:nvPr/>
        </p:nvSpPr>
        <p:spPr>
          <a:xfrm rot="1455476">
            <a:off x="4572376" y="250721"/>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3" name="Google Shape;373;p44"/>
          <p:cNvSpPr/>
          <p:nvPr/>
        </p:nvSpPr>
        <p:spPr>
          <a:xfrm rot="-786786">
            <a:off x="8664347" y="148753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4" name="Google Shape;374;p44"/>
          <p:cNvSpPr/>
          <p:nvPr/>
        </p:nvSpPr>
        <p:spPr>
          <a:xfrm rot="1421918">
            <a:off x="8693266" y="470935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5" name="Google Shape;375;p44"/>
          <p:cNvSpPr/>
          <p:nvPr/>
        </p:nvSpPr>
        <p:spPr>
          <a:xfrm rot="-786786">
            <a:off x="5501547" y="45770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6" name="Google Shape;376;p44"/>
          <p:cNvSpPr/>
          <p:nvPr/>
        </p:nvSpPr>
        <p:spPr>
          <a:xfrm rot="135659">
            <a:off x="3181772" y="450768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7" name="Google Shape;377;p44"/>
          <p:cNvSpPr/>
          <p:nvPr/>
        </p:nvSpPr>
        <p:spPr>
          <a:xfrm rot="1455476">
            <a:off x="359401" y="2717446"/>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8" name="Google Shape;378;p44"/>
          <p:cNvSpPr/>
          <p:nvPr/>
        </p:nvSpPr>
        <p:spPr>
          <a:xfrm rot="-786933">
            <a:off x="411273" y="47209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379"/>
        <p:cNvGrpSpPr/>
        <p:nvPr/>
      </p:nvGrpSpPr>
      <p:grpSpPr>
        <a:xfrm>
          <a:off x="0" y="0"/>
          <a:ext cx="0" cy="0"/>
          <a:chOff x="0" y="0"/>
          <a:chExt cx="0" cy="0"/>
        </a:xfrm>
      </p:grpSpPr>
      <p:grpSp>
        <p:nvGrpSpPr>
          <p:cNvPr id="380" name="Google Shape;380;p45"/>
          <p:cNvGrpSpPr/>
          <p:nvPr/>
        </p:nvGrpSpPr>
        <p:grpSpPr>
          <a:xfrm>
            <a:off x="-6525" y="4029833"/>
            <a:ext cx="9163425" cy="1113554"/>
            <a:chOff x="-6525" y="4605347"/>
            <a:chExt cx="9163425" cy="538053"/>
          </a:xfrm>
        </p:grpSpPr>
        <p:sp>
          <p:nvSpPr>
            <p:cNvPr id="381" name="Google Shape;381;p45"/>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82" name="Google Shape;382;p45"/>
            <p:cNvGrpSpPr/>
            <p:nvPr/>
          </p:nvGrpSpPr>
          <p:grpSpPr>
            <a:xfrm>
              <a:off x="-6525" y="4605347"/>
              <a:ext cx="9159600" cy="534900"/>
              <a:chOff x="-6525" y="4605347"/>
              <a:chExt cx="9159600" cy="534900"/>
            </a:xfrm>
          </p:grpSpPr>
          <p:cxnSp>
            <p:nvCxnSpPr>
              <p:cNvPr id="383" name="Google Shape;383;p45"/>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84" name="Google Shape;384;p45"/>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85" name="Google Shape;385;p45"/>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86" name="Google Shape;386;p45"/>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87" name="Google Shape;387;p45"/>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88" name="Google Shape;388;p45"/>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89" name="Google Shape;389;p45"/>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90" name="Google Shape;390;p45"/>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91" name="Google Shape;391;p45"/>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92" name="Google Shape;392;p45"/>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393" name="Google Shape;393;p45"/>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394" name="Google Shape;394;p45"/>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395" name="Google Shape;395;p45"/>
          <p:cNvSpPr/>
          <p:nvPr/>
        </p:nvSpPr>
        <p:spPr>
          <a:xfrm rot="-786933">
            <a:off x="8727323" y="67420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6" name="Google Shape;396;p45"/>
          <p:cNvSpPr/>
          <p:nvPr/>
        </p:nvSpPr>
        <p:spPr>
          <a:xfrm rot="1455476">
            <a:off x="6233151" y="2590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7" name="Google Shape;397;p45"/>
          <p:cNvSpPr/>
          <p:nvPr/>
        </p:nvSpPr>
        <p:spPr>
          <a:xfrm rot="-786786">
            <a:off x="8554447" y="439390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8" name="Google Shape;398;p45"/>
          <p:cNvSpPr/>
          <p:nvPr/>
        </p:nvSpPr>
        <p:spPr>
          <a:xfrm rot="-786933">
            <a:off x="2670398" y="21017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9" name="Google Shape;399;p45"/>
          <p:cNvSpPr/>
          <p:nvPr/>
        </p:nvSpPr>
        <p:spPr>
          <a:xfrm rot="1455476">
            <a:off x="408226" y="7719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0" name="Google Shape;400;p45"/>
          <p:cNvSpPr/>
          <p:nvPr/>
        </p:nvSpPr>
        <p:spPr>
          <a:xfrm rot="-786786">
            <a:off x="226172" y="26476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1" name="Google Shape;401;p45"/>
          <p:cNvSpPr/>
          <p:nvPr/>
        </p:nvSpPr>
        <p:spPr>
          <a:xfrm rot="1421918">
            <a:off x="779441" y="458351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2" name="Google Shape;402;p45"/>
          <p:cNvSpPr/>
          <p:nvPr/>
        </p:nvSpPr>
        <p:spPr>
          <a:xfrm rot="135659">
            <a:off x="4126147" y="468127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3" name="Google Shape;403;p45"/>
          <p:cNvSpPr txBox="1">
            <a:spLocks noGrp="1"/>
          </p:cNvSpPr>
          <p:nvPr>
            <p:ph type="subTitle" idx="1"/>
          </p:nvPr>
        </p:nvSpPr>
        <p:spPr>
          <a:xfrm>
            <a:off x="1726475" y="2328199"/>
            <a:ext cx="2451900" cy="14325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04" name="Google Shape;404;p45"/>
          <p:cNvSpPr txBox="1">
            <a:spLocks noGrp="1"/>
          </p:cNvSpPr>
          <p:nvPr>
            <p:ph type="title"/>
          </p:nvPr>
        </p:nvSpPr>
        <p:spPr>
          <a:xfrm>
            <a:off x="1726483" y="1011688"/>
            <a:ext cx="2451900" cy="12663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405"/>
        <p:cNvGrpSpPr/>
        <p:nvPr/>
      </p:nvGrpSpPr>
      <p:grpSpPr>
        <a:xfrm>
          <a:off x="0" y="0"/>
          <a:ext cx="0" cy="0"/>
          <a:chOff x="0" y="0"/>
          <a:chExt cx="0" cy="0"/>
        </a:xfrm>
      </p:grpSpPr>
      <p:grpSp>
        <p:nvGrpSpPr>
          <p:cNvPr id="406" name="Google Shape;406;p46"/>
          <p:cNvGrpSpPr/>
          <p:nvPr/>
        </p:nvGrpSpPr>
        <p:grpSpPr>
          <a:xfrm>
            <a:off x="-6525" y="4605347"/>
            <a:ext cx="9163425" cy="538053"/>
            <a:chOff x="-6525" y="4605347"/>
            <a:chExt cx="9163425" cy="538053"/>
          </a:xfrm>
        </p:grpSpPr>
        <p:sp>
          <p:nvSpPr>
            <p:cNvPr id="407" name="Google Shape;407;p46"/>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08" name="Google Shape;408;p46"/>
            <p:cNvGrpSpPr/>
            <p:nvPr/>
          </p:nvGrpSpPr>
          <p:grpSpPr>
            <a:xfrm>
              <a:off x="-6525" y="4605347"/>
              <a:ext cx="9159600" cy="534900"/>
              <a:chOff x="-6525" y="4605347"/>
              <a:chExt cx="9159600" cy="534900"/>
            </a:xfrm>
          </p:grpSpPr>
          <p:cxnSp>
            <p:nvCxnSpPr>
              <p:cNvPr id="409" name="Google Shape;409;p46"/>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0" name="Google Shape;410;p46"/>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1" name="Google Shape;411;p46"/>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2" name="Google Shape;412;p46"/>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3" name="Google Shape;413;p46"/>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4" name="Google Shape;414;p46"/>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5" name="Google Shape;415;p46"/>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6" name="Google Shape;416;p46"/>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7" name="Google Shape;417;p46"/>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8" name="Google Shape;418;p46"/>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19" name="Google Shape;419;p46"/>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420" name="Google Shape;420;p46"/>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421" name="Google Shape;421;p46"/>
          <p:cNvSpPr txBox="1">
            <a:spLocks noGrp="1"/>
          </p:cNvSpPr>
          <p:nvPr>
            <p:ph type="title"/>
          </p:nvPr>
        </p:nvSpPr>
        <p:spPr>
          <a:xfrm>
            <a:off x="720000" y="392850"/>
            <a:ext cx="77088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422" name="Google Shape;422;p46"/>
          <p:cNvSpPr/>
          <p:nvPr/>
        </p:nvSpPr>
        <p:spPr>
          <a:xfrm rot="1421918">
            <a:off x="291591" y="213657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3" name="Google Shape;423;p46"/>
          <p:cNvSpPr/>
          <p:nvPr/>
        </p:nvSpPr>
        <p:spPr>
          <a:xfrm rot="-786933">
            <a:off x="3803923" y="477727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4" name="Google Shape;424;p46"/>
          <p:cNvSpPr/>
          <p:nvPr/>
        </p:nvSpPr>
        <p:spPr>
          <a:xfrm rot="135659">
            <a:off x="319722" y="18732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5" name="Google Shape;425;p46"/>
          <p:cNvSpPr/>
          <p:nvPr/>
        </p:nvSpPr>
        <p:spPr>
          <a:xfrm rot="1455476">
            <a:off x="452526" y="41070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6" name="Google Shape;426;p46"/>
          <p:cNvSpPr/>
          <p:nvPr/>
        </p:nvSpPr>
        <p:spPr>
          <a:xfrm rot="-786786">
            <a:off x="4776497" y="2098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7" name="Google Shape;427;p46"/>
          <p:cNvSpPr/>
          <p:nvPr/>
        </p:nvSpPr>
        <p:spPr>
          <a:xfrm rot="1421918">
            <a:off x="7325441" y="28040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8" name="Google Shape;428;p46"/>
          <p:cNvSpPr/>
          <p:nvPr/>
        </p:nvSpPr>
        <p:spPr>
          <a:xfrm rot="1455517">
            <a:off x="8426578" y="4140639"/>
            <a:ext cx="194951" cy="195073"/>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9" name="Google Shape;429;p46"/>
          <p:cNvSpPr/>
          <p:nvPr/>
        </p:nvSpPr>
        <p:spPr>
          <a:xfrm rot="-786933">
            <a:off x="8700748" y="227390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0" name="Google Shape;430;p46"/>
          <p:cNvSpPr/>
          <p:nvPr/>
        </p:nvSpPr>
        <p:spPr>
          <a:xfrm rot="-787026">
            <a:off x="8784148" y="820762"/>
            <a:ext cx="164199" cy="164362"/>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31"/>
        <p:cNvGrpSpPr/>
        <p:nvPr/>
      </p:nvGrpSpPr>
      <p:grpSpPr>
        <a:xfrm>
          <a:off x="0" y="0"/>
          <a:ext cx="0" cy="0"/>
          <a:chOff x="0" y="0"/>
          <a:chExt cx="0" cy="0"/>
        </a:xfrm>
      </p:grpSpPr>
      <p:grpSp>
        <p:nvGrpSpPr>
          <p:cNvPr id="432" name="Google Shape;432;p47"/>
          <p:cNvGrpSpPr/>
          <p:nvPr/>
        </p:nvGrpSpPr>
        <p:grpSpPr>
          <a:xfrm>
            <a:off x="-6525" y="3810157"/>
            <a:ext cx="9163425" cy="1364256"/>
            <a:chOff x="-6525" y="3418547"/>
            <a:chExt cx="9163425" cy="1755346"/>
          </a:xfrm>
        </p:grpSpPr>
        <p:sp>
          <p:nvSpPr>
            <p:cNvPr id="433" name="Google Shape;433;p47"/>
            <p:cNvSpPr/>
            <p:nvPr/>
          </p:nvSpPr>
          <p:spPr>
            <a:xfrm>
              <a:off x="0" y="3418547"/>
              <a:ext cx="9156900" cy="1712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34" name="Google Shape;434;p47"/>
            <p:cNvGrpSpPr/>
            <p:nvPr/>
          </p:nvGrpSpPr>
          <p:grpSpPr>
            <a:xfrm>
              <a:off x="-6525" y="3418586"/>
              <a:ext cx="9159600" cy="1755307"/>
              <a:chOff x="-6525" y="3875250"/>
              <a:chExt cx="9159600" cy="1298400"/>
            </a:xfrm>
          </p:grpSpPr>
          <p:cxnSp>
            <p:nvCxnSpPr>
              <p:cNvPr id="435" name="Google Shape;435;p47"/>
              <p:cNvCxnSpPr/>
              <p:nvPr/>
            </p:nvCxnSpPr>
            <p:spPr>
              <a:xfrm>
                <a:off x="8312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36" name="Google Shape;436;p47"/>
              <p:cNvCxnSpPr/>
              <p:nvPr/>
            </p:nvCxnSpPr>
            <p:spPr>
              <a:xfrm>
                <a:off x="16625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37" name="Google Shape;437;p47"/>
              <p:cNvCxnSpPr/>
              <p:nvPr/>
            </p:nvCxnSpPr>
            <p:spPr>
              <a:xfrm>
                <a:off x="24938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38" name="Google Shape;438;p47"/>
              <p:cNvCxnSpPr/>
              <p:nvPr/>
            </p:nvCxnSpPr>
            <p:spPr>
              <a:xfrm>
                <a:off x="33251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39" name="Google Shape;439;p47"/>
              <p:cNvCxnSpPr/>
              <p:nvPr/>
            </p:nvCxnSpPr>
            <p:spPr>
              <a:xfrm>
                <a:off x="41563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40" name="Google Shape;440;p47"/>
              <p:cNvCxnSpPr/>
              <p:nvPr/>
            </p:nvCxnSpPr>
            <p:spPr>
              <a:xfrm>
                <a:off x="49876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41" name="Google Shape;441;p47"/>
              <p:cNvCxnSpPr/>
              <p:nvPr/>
            </p:nvCxnSpPr>
            <p:spPr>
              <a:xfrm>
                <a:off x="58189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42" name="Google Shape;442;p47"/>
              <p:cNvCxnSpPr/>
              <p:nvPr/>
            </p:nvCxnSpPr>
            <p:spPr>
              <a:xfrm>
                <a:off x="66502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43" name="Google Shape;443;p47"/>
              <p:cNvCxnSpPr/>
              <p:nvPr/>
            </p:nvCxnSpPr>
            <p:spPr>
              <a:xfrm>
                <a:off x="83127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44" name="Google Shape;444;p47"/>
              <p:cNvCxnSpPr/>
              <p:nvPr/>
            </p:nvCxnSpPr>
            <p:spPr>
              <a:xfrm>
                <a:off x="74814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445" name="Google Shape;445;p47"/>
              <p:cNvCxnSpPr/>
              <p:nvPr/>
            </p:nvCxnSpPr>
            <p:spPr>
              <a:xfrm>
                <a:off x="-6525" y="4315675"/>
                <a:ext cx="9159600" cy="0"/>
              </a:xfrm>
              <a:prstGeom prst="straightConnector1">
                <a:avLst/>
              </a:prstGeom>
              <a:noFill/>
              <a:ln w="19050" cap="flat" cmpd="sng">
                <a:solidFill>
                  <a:schemeClr val="lt1"/>
                </a:solidFill>
                <a:prstDash val="solid"/>
                <a:round/>
                <a:headEnd type="none" w="sm" len="sm"/>
                <a:tailEnd type="none" w="sm" len="sm"/>
              </a:ln>
            </p:spPr>
          </p:cxnSp>
          <p:cxnSp>
            <p:nvCxnSpPr>
              <p:cNvPr id="446" name="Google Shape;446;p47"/>
              <p:cNvCxnSpPr/>
              <p:nvPr/>
            </p:nvCxnSpPr>
            <p:spPr>
              <a:xfrm>
                <a:off x="-6525" y="4733475"/>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447" name="Google Shape;447;p47"/>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448" name="Google Shape;448;p47"/>
          <p:cNvSpPr/>
          <p:nvPr/>
        </p:nvSpPr>
        <p:spPr>
          <a:xfrm rot="1421918">
            <a:off x="413116" y="56700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9" name="Google Shape;449;p47"/>
          <p:cNvSpPr/>
          <p:nvPr/>
        </p:nvSpPr>
        <p:spPr>
          <a:xfrm rot="-786933">
            <a:off x="338023" y="428880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0" name="Google Shape;450;p47"/>
          <p:cNvSpPr/>
          <p:nvPr/>
        </p:nvSpPr>
        <p:spPr>
          <a:xfrm rot="1455476">
            <a:off x="406226" y="231055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1" name="Google Shape;451;p47"/>
          <p:cNvSpPr/>
          <p:nvPr/>
        </p:nvSpPr>
        <p:spPr>
          <a:xfrm rot="-786786">
            <a:off x="2314372" y="4476743"/>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2" name="Google Shape;452;p47"/>
          <p:cNvSpPr/>
          <p:nvPr/>
        </p:nvSpPr>
        <p:spPr>
          <a:xfrm rot="1421918">
            <a:off x="8545991" y="434037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3" name="Google Shape;453;p47"/>
          <p:cNvSpPr/>
          <p:nvPr/>
        </p:nvSpPr>
        <p:spPr>
          <a:xfrm rot="-786933">
            <a:off x="8556398" y="276235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4" name="Google Shape;454;p47"/>
          <p:cNvSpPr/>
          <p:nvPr/>
        </p:nvSpPr>
        <p:spPr>
          <a:xfrm rot="1455476">
            <a:off x="8734476" y="49103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5" name="Google Shape;455;p47"/>
          <p:cNvSpPr/>
          <p:nvPr/>
        </p:nvSpPr>
        <p:spPr>
          <a:xfrm rot="1421918">
            <a:off x="5577966" y="21161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6" name="Google Shape;456;p47"/>
          <p:cNvSpPr/>
          <p:nvPr/>
        </p:nvSpPr>
        <p:spPr>
          <a:xfrm rot="1455476">
            <a:off x="2445526" y="2346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7" name="Google Shape;457;p47"/>
          <p:cNvSpPr txBox="1">
            <a:spLocks noGrp="1"/>
          </p:cNvSpPr>
          <p:nvPr>
            <p:ph type="title"/>
          </p:nvPr>
        </p:nvSpPr>
        <p:spPr>
          <a:xfrm>
            <a:off x="2075395" y="1977488"/>
            <a:ext cx="4993200" cy="1511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endParaRPr/>
          </a:p>
        </p:txBody>
      </p:sp>
      <p:sp>
        <p:nvSpPr>
          <p:cNvPr id="458" name="Google Shape;458;p47"/>
          <p:cNvSpPr txBox="1">
            <a:spLocks noGrp="1"/>
          </p:cNvSpPr>
          <p:nvPr>
            <p:ph type="subTitle" idx="1"/>
          </p:nvPr>
        </p:nvSpPr>
        <p:spPr>
          <a:xfrm>
            <a:off x="2075395" y="3589261"/>
            <a:ext cx="4993200" cy="441000"/>
          </a:xfrm>
          <a:prstGeom prst="rect">
            <a:avLst/>
          </a:prstGeom>
          <a:solidFill>
            <a:schemeClr val="accent3"/>
          </a:solid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1600"/>
              <a:buNone/>
              <a:defRPr sz="1600">
                <a:solidFill>
                  <a:schemeClr val="lt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459"/>
        <p:cNvGrpSpPr/>
        <p:nvPr/>
      </p:nvGrpSpPr>
      <p:grpSpPr>
        <a:xfrm>
          <a:off x="0" y="0"/>
          <a:ext cx="0" cy="0"/>
          <a:chOff x="0" y="0"/>
          <a:chExt cx="0" cy="0"/>
        </a:xfrm>
      </p:grpSpPr>
      <p:grpSp>
        <p:nvGrpSpPr>
          <p:cNvPr id="460" name="Google Shape;460;p48"/>
          <p:cNvGrpSpPr/>
          <p:nvPr/>
        </p:nvGrpSpPr>
        <p:grpSpPr>
          <a:xfrm>
            <a:off x="-6525" y="4605347"/>
            <a:ext cx="9163425" cy="538053"/>
            <a:chOff x="-6525" y="4605347"/>
            <a:chExt cx="9163425" cy="538053"/>
          </a:xfrm>
        </p:grpSpPr>
        <p:sp>
          <p:nvSpPr>
            <p:cNvPr id="461" name="Google Shape;461;p48"/>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62" name="Google Shape;462;p48"/>
            <p:cNvGrpSpPr/>
            <p:nvPr/>
          </p:nvGrpSpPr>
          <p:grpSpPr>
            <a:xfrm>
              <a:off x="-6525" y="4605347"/>
              <a:ext cx="9159600" cy="534900"/>
              <a:chOff x="-6525" y="4605347"/>
              <a:chExt cx="9159600" cy="534900"/>
            </a:xfrm>
          </p:grpSpPr>
          <p:cxnSp>
            <p:nvCxnSpPr>
              <p:cNvPr id="463" name="Google Shape;463;p48"/>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64" name="Google Shape;464;p48"/>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65" name="Google Shape;465;p48"/>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66" name="Google Shape;466;p48"/>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67" name="Google Shape;467;p48"/>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68" name="Google Shape;468;p48"/>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69" name="Google Shape;469;p48"/>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70" name="Google Shape;470;p48"/>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71" name="Google Shape;471;p48"/>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72" name="Google Shape;472;p48"/>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73" name="Google Shape;473;p48"/>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474" name="Google Shape;474;p48"/>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475" name="Google Shape;475;p48"/>
          <p:cNvSpPr txBox="1">
            <a:spLocks noGrp="1"/>
          </p:cNvSpPr>
          <p:nvPr>
            <p:ph type="title"/>
          </p:nvPr>
        </p:nvSpPr>
        <p:spPr>
          <a:xfrm>
            <a:off x="720000" y="392850"/>
            <a:ext cx="77088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476" name="Google Shape;476;p48"/>
          <p:cNvSpPr/>
          <p:nvPr/>
        </p:nvSpPr>
        <p:spPr>
          <a:xfrm rot="1421918">
            <a:off x="242116" y="116232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7" name="Google Shape;477;p48"/>
          <p:cNvSpPr/>
          <p:nvPr/>
        </p:nvSpPr>
        <p:spPr>
          <a:xfrm rot="-786933">
            <a:off x="491248" y="46861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8" name="Google Shape;478;p48"/>
          <p:cNvSpPr/>
          <p:nvPr/>
        </p:nvSpPr>
        <p:spPr>
          <a:xfrm rot="135659">
            <a:off x="3047472" y="466313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9" name="Google Shape;479;p48"/>
          <p:cNvSpPr/>
          <p:nvPr/>
        </p:nvSpPr>
        <p:spPr>
          <a:xfrm rot="1455476">
            <a:off x="8739751" y="249393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0" name="Google Shape;480;p48"/>
          <p:cNvSpPr/>
          <p:nvPr/>
        </p:nvSpPr>
        <p:spPr>
          <a:xfrm rot="-786786">
            <a:off x="287247" y="27518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1" name="Google Shape;481;p48"/>
          <p:cNvSpPr/>
          <p:nvPr/>
        </p:nvSpPr>
        <p:spPr>
          <a:xfrm rot="-786933">
            <a:off x="6963348" y="48082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2" name="Google Shape;482;p48"/>
          <p:cNvSpPr/>
          <p:nvPr/>
        </p:nvSpPr>
        <p:spPr>
          <a:xfrm rot="1421918">
            <a:off x="8619216" y="94252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3" name="Google Shape;483;p48"/>
          <p:cNvSpPr/>
          <p:nvPr/>
        </p:nvSpPr>
        <p:spPr>
          <a:xfrm rot="-786786">
            <a:off x="6014447" y="1019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4" name="Google Shape;484;p48"/>
          <p:cNvSpPr/>
          <p:nvPr/>
        </p:nvSpPr>
        <p:spPr>
          <a:xfrm rot="1455476">
            <a:off x="3391101" y="11268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85"/>
        <p:cNvGrpSpPr/>
        <p:nvPr/>
      </p:nvGrpSpPr>
      <p:grpSpPr>
        <a:xfrm>
          <a:off x="0" y="0"/>
          <a:ext cx="0" cy="0"/>
          <a:chOff x="0" y="0"/>
          <a:chExt cx="0" cy="0"/>
        </a:xfrm>
      </p:grpSpPr>
      <p:grpSp>
        <p:nvGrpSpPr>
          <p:cNvPr id="486" name="Google Shape;486;p49"/>
          <p:cNvGrpSpPr/>
          <p:nvPr/>
        </p:nvGrpSpPr>
        <p:grpSpPr>
          <a:xfrm>
            <a:off x="-6525" y="4175526"/>
            <a:ext cx="9163425" cy="967903"/>
            <a:chOff x="-6525" y="4605347"/>
            <a:chExt cx="9163425" cy="538053"/>
          </a:xfrm>
        </p:grpSpPr>
        <p:sp>
          <p:nvSpPr>
            <p:cNvPr id="487" name="Google Shape;487;p49"/>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88" name="Google Shape;488;p49"/>
            <p:cNvGrpSpPr/>
            <p:nvPr/>
          </p:nvGrpSpPr>
          <p:grpSpPr>
            <a:xfrm>
              <a:off x="-6525" y="4605347"/>
              <a:ext cx="9159600" cy="534900"/>
              <a:chOff x="-6525" y="4605347"/>
              <a:chExt cx="9159600" cy="534900"/>
            </a:xfrm>
          </p:grpSpPr>
          <p:cxnSp>
            <p:nvCxnSpPr>
              <p:cNvPr id="489" name="Google Shape;489;p49"/>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0" name="Google Shape;490;p49"/>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1" name="Google Shape;491;p49"/>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2" name="Google Shape;492;p49"/>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3" name="Google Shape;493;p49"/>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4" name="Google Shape;494;p49"/>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5" name="Google Shape;495;p49"/>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6" name="Google Shape;496;p49"/>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7" name="Google Shape;497;p49"/>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8" name="Google Shape;498;p49"/>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499" name="Google Shape;499;p49"/>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500" name="Google Shape;500;p49"/>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501" name="Google Shape;501;p49"/>
          <p:cNvSpPr/>
          <p:nvPr/>
        </p:nvSpPr>
        <p:spPr>
          <a:xfrm rot="135659">
            <a:off x="6552222" y="18732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2" name="Google Shape;502;p49"/>
          <p:cNvSpPr/>
          <p:nvPr/>
        </p:nvSpPr>
        <p:spPr>
          <a:xfrm rot="1455476">
            <a:off x="262051" y="301880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3" name="Google Shape;503;p49"/>
          <p:cNvSpPr/>
          <p:nvPr/>
        </p:nvSpPr>
        <p:spPr>
          <a:xfrm rot="-786786">
            <a:off x="152897" y="9868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4" name="Google Shape;504;p49"/>
          <p:cNvSpPr/>
          <p:nvPr/>
        </p:nvSpPr>
        <p:spPr>
          <a:xfrm rot="1421918">
            <a:off x="2025016" y="475820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5" name="Google Shape;505;p49"/>
          <p:cNvSpPr/>
          <p:nvPr/>
        </p:nvSpPr>
        <p:spPr>
          <a:xfrm rot="-786786">
            <a:off x="6112122" y="463493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6" name="Google Shape;506;p49"/>
          <p:cNvSpPr/>
          <p:nvPr/>
        </p:nvSpPr>
        <p:spPr>
          <a:xfrm rot="1455476">
            <a:off x="8541326" y="389283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7" name="Google Shape;507;p49"/>
          <p:cNvSpPr/>
          <p:nvPr/>
        </p:nvSpPr>
        <p:spPr>
          <a:xfrm rot="135659">
            <a:off x="8725872" y="1957995"/>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8" name="Google Shape;508;p49"/>
          <p:cNvSpPr txBox="1">
            <a:spLocks noGrp="1"/>
          </p:cNvSpPr>
          <p:nvPr>
            <p:ph type="body" idx="1"/>
          </p:nvPr>
        </p:nvSpPr>
        <p:spPr>
          <a:xfrm>
            <a:off x="720000" y="1471500"/>
            <a:ext cx="4112700" cy="22005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dk2"/>
              </a:buClr>
              <a:buSzPts val="1400"/>
              <a:buChar char="●"/>
              <a:defRPr sz="1400"/>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09" name="Google Shape;509;p49"/>
          <p:cNvSpPr txBox="1">
            <a:spLocks noGrp="1"/>
          </p:cNvSpPr>
          <p:nvPr>
            <p:ph type="title"/>
          </p:nvPr>
        </p:nvSpPr>
        <p:spPr>
          <a:xfrm>
            <a:off x="720000" y="392850"/>
            <a:ext cx="77040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510"/>
        <p:cNvGrpSpPr/>
        <p:nvPr/>
      </p:nvGrpSpPr>
      <p:grpSpPr>
        <a:xfrm>
          <a:off x="0" y="0"/>
          <a:ext cx="0" cy="0"/>
          <a:chOff x="0" y="0"/>
          <a:chExt cx="0" cy="0"/>
        </a:xfrm>
      </p:grpSpPr>
      <p:grpSp>
        <p:nvGrpSpPr>
          <p:cNvPr id="511" name="Google Shape;511;p50"/>
          <p:cNvGrpSpPr/>
          <p:nvPr/>
        </p:nvGrpSpPr>
        <p:grpSpPr>
          <a:xfrm>
            <a:off x="-6525" y="4605347"/>
            <a:ext cx="9163425" cy="538053"/>
            <a:chOff x="-6525" y="4605347"/>
            <a:chExt cx="9163425" cy="538053"/>
          </a:xfrm>
        </p:grpSpPr>
        <p:sp>
          <p:nvSpPr>
            <p:cNvPr id="512" name="Google Shape;512;p50"/>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13" name="Google Shape;513;p50"/>
            <p:cNvGrpSpPr/>
            <p:nvPr/>
          </p:nvGrpSpPr>
          <p:grpSpPr>
            <a:xfrm>
              <a:off x="-6525" y="4605347"/>
              <a:ext cx="9159600" cy="534900"/>
              <a:chOff x="-6525" y="4605347"/>
              <a:chExt cx="9159600" cy="534900"/>
            </a:xfrm>
          </p:grpSpPr>
          <p:cxnSp>
            <p:nvCxnSpPr>
              <p:cNvPr id="514" name="Google Shape;514;p50"/>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15" name="Google Shape;515;p50"/>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16" name="Google Shape;516;p50"/>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17" name="Google Shape;517;p50"/>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18" name="Google Shape;518;p50"/>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19" name="Google Shape;519;p50"/>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20" name="Google Shape;520;p50"/>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21" name="Google Shape;521;p50"/>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22" name="Google Shape;522;p50"/>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23" name="Google Shape;523;p50"/>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24" name="Google Shape;524;p50"/>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525" name="Google Shape;525;p50"/>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526" name="Google Shape;526;p50"/>
          <p:cNvSpPr txBox="1">
            <a:spLocks noGrp="1"/>
          </p:cNvSpPr>
          <p:nvPr>
            <p:ph type="title"/>
          </p:nvPr>
        </p:nvSpPr>
        <p:spPr>
          <a:xfrm>
            <a:off x="720000" y="392850"/>
            <a:ext cx="7708800" cy="67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27" name="Google Shape;527;p50"/>
          <p:cNvSpPr/>
          <p:nvPr/>
        </p:nvSpPr>
        <p:spPr>
          <a:xfrm rot="1421918">
            <a:off x="164791" y="30137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8" name="Google Shape;528;p50"/>
          <p:cNvSpPr/>
          <p:nvPr/>
        </p:nvSpPr>
        <p:spPr>
          <a:xfrm rot="135659">
            <a:off x="192922" y="373542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9" name="Google Shape;529;p50"/>
          <p:cNvSpPr/>
          <p:nvPr/>
        </p:nvSpPr>
        <p:spPr>
          <a:xfrm rot="1455476">
            <a:off x="423426" y="1768171"/>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0" name="Google Shape;530;p50"/>
          <p:cNvSpPr/>
          <p:nvPr/>
        </p:nvSpPr>
        <p:spPr>
          <a:xfrm rot="-786786">
            <a:off x="1919497" y="463493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1" name="Google Shape;531;p50"/>
          <p:cNvSpPr/>
          <p:nvPr/>
        </p:nvSpPr>
        <p:spPr>
          <a:xfrm rot="135659">
            <a:off x="6396372" y="473677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2" name="Google Shape;532;p50"/>
          <p:cNvSpPr/>
          <p:nvPr/>
        </p:nvSpPr>
        <p:spPr>
          <a:xfrm rot="1421918">
            <a:off x="8716966" y="341532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3" name="Google Shape;533;p50"/>
          <p:cNvSpPr/>
          <p:nvPr/>
        </p:nvSpPr>
        <p:spPr>
          <a:xfrm rot="-786786">
            <a:off x="8562572" y="58070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4" name="Google Shape;534;p50"/>
          <p:cNvSpPr/>
          <p:nvPr/>
        </p:nvSpPr>
        <p:spPr>
          <a:xfrm rot="1455476">
            <a:off x="5344676" y="156246"/>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35"/>
        <p:cNvGrpSpPr/>
        <p:nvPr/>
      </p:nvGrpSpPr>
      <p:grpSpPr>
        <a:xfrm>
          <a:off x="0" y="0"/>
          <a:ext cx="0" cy="0"/>
          <a:chOff x="0" y="0"/>
          <a:chExt cx="0" cy="0"/>
        </a:xfrm>
      </p:grpSpPr>
      <p:grpSp>
        <p:nvGrpSpPr>
          <p:cNvPr id="536" name="Google Shape;536;p51"/>
          <p:cNvGrpSpPr/>
          <p:nvPr/>
        </p:nvGrpSpPr>
        <p:grpSpPr>
          <a:xfrm>
            <a:off x="-6525" y="4017737"/>
            <a:ext cx="9163425" cy="1156423"/>
            <a:chOff x="-6525" y="3418547"/>
            <a:chExt cx="9163425" cy="1755346"/>
          </a:xfrm>
        </p:grpSpPr>
        <p:sp>
          <p:nvSpPr>
            <p:cNvPr id="537" name="Google Shape;537;p51"/>
            <p:cNvSpPr/>
            <p:nvPr/>
          </p:nvSpPr>
          <p:spPr>
            <a:xfrm>
              <a:off x="0" y="3418547"/>
              <a:ext cx="9156900" cy="1712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38" name="Google Shape;538;p51"/>
            <p:cNvGrpSpPr/>
            <p:nvPr/>
          </p:nvGrpSpPr>
          <p:grpSpPr>
            <a:xfrm>
              <a:off x="-6525" y="3418586"/>
              <a:ext cx="9159600" cy="1755307"/>
              <a:chOff x="-6525" y="3875250"/>
              <a:chExt cx="9159600" cy="1298400"/>
            </a:xfrm>
          </p:grpSpPr>
          <p:cxnSp>
            <p:nvCxnSpPr>
              <p:cNvPr id="539" name="Google Shape;539;p51"/>
              <p:cNvCxnSpPr/>
              <p:nvPr/>
            </p:nvCxnSpPr>
            <p:spPr>
              <a:xfrm>
                <a:off x="8312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0" name="Google Shape;540;p51"/>
              <p:cNvCxnSpPr/>
              <p:nvPr/>
            </p:nvCxnSpPr>
            <p:spPr>
              <a:xfrm>
                <a:off x="16625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1" name="Google Shape;541;p51"/>
              <p:cNvCxnSpPr/>
              <p:nvPr/>
            </p:nvCxnSpPr>
            <p:spPr>
              <a:xfrm>
                <a:off x="24938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2" name="Google Shape;542;p51"/>
              <p:cNvCxnSpPr/>
              <p:nvPr/>
            </p:nvCxnSpPr>
            <p:spPr>
              <a:xfrm>
                <a:off x="33251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3" name="Google Shape;543;p51"/>
              <p:cNvCxnSpPr/>
              <p:nvPr/>
            </p:nvCxnSpPr>
            <p:spPr>
              <a:xfrm>
                <a:off x="41563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4" name="Google Shape;544;p51"/>
              <p:cNvCxnSpPr/>
              <p:nvPr/>
            </p:nvCxnSpPr>
            <p:spPr>
              <a:xfrm>
                <a:off x="49876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5" name="Google Shape;545;p51"/>
              <p:cNvCxnSpPr/>
              <p:nvPr/>
            </p:nvCxnSpPr>
            <p:spPr>
              <a:xfrm>
                <a:off x="58189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6" name="Google Shape;546;p51"/>
              <p:cNvCxnSpPr/>
              <p:nvPr/>
            </p:nvCxnSpPr>
            <p:spPr>
              <a:xfrm>
                <a:off x="66502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7" name="Google Shape;547;p51"/>
              <p:cNvCxnSpPr/>
              <p:nvPr/>
            </p:nvCxnSpPr>
            <p:spPr>
              <a:xfrm>
                <a:off x="83127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8" name="Google Shape;548;p51"/>
              <p:cNvCxnSpPr/>
              <p:nvPr/>
            </p:nvCxnSpPr>
            <p:spPr>
              <a:xfrm>
                <a:off x="74814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549" name="Google Shape;549;p51"/>
              <p:cNvCxnSpPr/>
              <p:nvPr/>
            </p:nvCxnSpPr>
            <p:spPr>
              <a:xfrm>
                <a:off x="-6525" y="4315675"/>
                <a:ext cx="9159600" cy="0"/>
              </a:xfrm>
              <a:prstGeom prst="straightConnector1">
                <a:avLst/>
              </a:prstGeom>
              <a:noFill/>
              <a:ln w="19050" cap="flat" cmpd="sng">
                <a:solidFill>
                  <a:schemeClr val="lt1"/>
                </a:solidFill>
                <a:prstDash val="solid"/>
                <a:round/>
                <a:headEnd type="none" w="sm" len="sm"/>
                <a:tailEnd type="none" w="sm" len="sm"/>
              </a:ln>
            </p:spPr>
          </p:cxnSp>
          <p:cxnSp>
            <p:nvCxnSpPr>
              <p:cNvPr id="550" name="Google Shape;550;p51"/>
              <p:cNvCxnSpPr/>
              <p:nvPr/>
            </p:nvCxnSpPr>
            <p:spPr>
              <a:xfrm>
                <a:off x="-6525" y="4733475"/>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551" name="Google Shape;551;p51"/>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552" name="Google Shape;552;p51"/>
          <p:cNvSpPr/>
          <p:nvPr/>
        </p:nvSpPr>
        <p:spPr>
          <a:xfrm rot="1421918">
            <a:off x="278766" y="191590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3" name="Google Shape;553;p51"/>
          <p:cNvSpPr/>
          <p:nvPr/>
        </p:nvSpPr>
        <p:spPr>
          <a:xfrm rot="-786933">
            <a:off x="543948" y="41997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4" name="Google Shape;554;p51"/>
          <p:cNvSpPr/>
          <p:nvPr/>
        </p:nvSpPr>
        <p:spPr>
          <a:xfrm rot="135659">
            <a:off x="3303897" y="211845"/>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5" name="Google Shape;555;p51"/>
          <p:cNvSpPr/>
          <p:nvPr/>
        </p:nvSpPr>
        <p:spPr>
          <a:xfrm rot="1455476">
            <a:off x="5808301" y="234846"/>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6" name="Google Shape;556;p51"/>
          <p:cNvSpPr/>
          <p:nvPr/>
        </p:nvSpPr>
        <p:spPr>
          <a:xfrm rot="-786801">
            <a:off x="7727235" y="411201"/>
            <a:ext cx="173060" cy="173204"/>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7" name="Google Shape;557;p51"/>
          <p:cNvSpPr/>
          <p:nvPr/>
        </p:nvSpPr>
        <p:spPr>
          <a:xfrm rot="135659">
            <a:off x="8664772" y="113992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8" name="Google Shape;558;p51"/>
          <p:cNvSpPr/>
          <p:nvPr/>
        </p:nvSpPr>
        <p:spPr>
          <a:xfrm rot="1455476">
            <a:off x="8653601" y="2774846"/>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9" name="Google Shape;559;p51"/>
          <p:cNvSpPr/>
          <p:nvPr/>
        </p:nvSpPr>
        <p:spPr>
          <a:xfrm rot="1421918">
            <a:off x="1866266" y="451695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0" name="Google Shape;560;p51"/>
          <p:cNvSpPr/>
          <p:nvPr/>
        </p:nvSpPr>
        <p:spPr>
          <a:xfrm rot="135659">
            <a:off x="3462647" y="458357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1" name="Google Shape;561;p51"/>
          <p:cNvSpPr/>
          <p:nvPr/>
        </p:nvSpPr>
        <p:spPr>
          <a:xfrm rot="-786801">
            <a:off x="7629560" y="4709651"/>
            <a:ext cx="173060" cy="173204"/>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2" name="Google Shape;562;p51"/>
          <p:cNvSpPr txBox="1">
            <a:spLocks noGrp="1"/>
          </p:cNvSpPr>
          <p:nvPr>
            <p:ph type="title"/>
          </p:nvPr>
        </p:nvSpPr>
        <p:spPr>
          <a:xfrm>
            <a:off x="2295000" y="1735200"/>
            <a:ext cx="4554000" cy="2063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7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563" name="Google Shape;563;p51"/>
          <p:cNvSpPr/>
          <p:nvPr/>
        </p:nvSpPr>
        <p:spPr>
          <a:xfrm rot="-786933">
            <a:off x="299723" y="421777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6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565"/>
        <p:cNvGrpSpPr/>
        <p:nvPr/>
      </p:nvGrpSpPr>
      <p:grpSpPr>
        <a:xfrm>
          <a:off x="0" y="0"/>
          <a:ext cx="0" cy="0"/>
          <a:chOff x="0" y="0"/>
          <a:chExt cx="0" cy="0"/>
        </a:xfrm>
      </p:grpSpPr>
      <p:grpSp>
        <p:nvGrpSpPr>
          <p:cNvPr id="566" name="Google Shape;566;p53"/>
          <p:cNvGrpSpPr/>
          <p:nvPr/>
        </p:nvGrpSpPr>
        <p:grpSpPr>
          <a:xfrm>
            <a:off x="-6525" y="4605347"/>
            <a:ext cx="9163425" cy="538053"/>
            <a:chOff x="-6525" y="4605347"/>
            <a:chExt cx="9163425" cy="538053"/>
          </a:xfrm>
        </p:grpSpPr>
        <p:sp>
          <p:nvSpPr>
            <p:cNvPr id="567" name="Google Shape;567;p53"/>
            <p:cNvSpPr/>
            <p:nvPr/>
          </p:nvSpPr>
          <p:spPr>
            <a:xfrm>
              <a:off x="0" y="4608500"/>
              <a:ext cx="9156900" cy="534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68" name="Google Shape;568;p53"/>
            <p:cNvGrpSpPr/>
            <p:nvPr/>
          </p:nvGrpSpPr>
          <p:grpSpPr>
            <a:xfrm>
              <a:off x="-6525" y="4605347"/>
              <a:ext cx="9159600" cy="534900"/>
              <a:chOff x="-6525" y="4605347"/>
              <a:chExt cx="9159600" cy="534900"/>
            </a:xfrm>
          </p:grpSpPr>
          <p:cxnSp>
            <p:nvCxnSpPr>
              <p:cNvPr id="569" name="Google Shape;569;p53"/>
              <p:cNvCxnSpPr/>
              <p:nvPr/>
            </p:nvCxnSpPr>
            <p:spPr>
              <a:xfrm>
                <a:off x="8312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0" name="Google Shape;570;p53"/>
              <p:cNvCxnSpPr/>
              <p:nvPr/>
            </p:nvCxnSpPr>
            <p:spPr>
              <a:xfrm>
                <a:off x="16625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1" name="Google Shape;571;p53"/>
              <p:cNvCxnSpPr/>
              <p:nvPr/>
            </p:nvCxnSpPr>
            <p:spPr>
              <a:xfrm>
                <a:off x="24938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2" name="Google Shape;572;p53"/>
              <p:cNvCxnSpPr/>
              <p:nvPr/>
            </p:nvCxnSpPr>
            <p:spPr>
              <a:xfrm>
                <a:off x="33251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3" name="Google Shape;573;p53"/>
              <p:cNvCxnSpPr/>
              <p:nvPr/>
            </p:nvCxnSpPr>
            <p:spPr>
              <a:xfrm>
                <a:off x="41563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4" name="Google Shape;574;p53"/>
              <p:cNvCxnSpPr/>
              <p:nvPr/>
            </p:nvCxnSpPr>
            <p:spPr>
              <a:xfrm>
                <a:off x="49876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5" name="Google Shape;575;p53"/>
              <p:cNvCxnSpPr/>
              <p:nvPr/>
            </p:nvCxnSpPr>
            <p:spPr>
              <a:xfrm>
                <a:off x="581892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6" name="Google Shape;576;p53"/>
              <p:cNvCxnSpPr/>
              <p:nvPr/>
            </p:nvCxnSpPr>
            <p:spPr>
              <a:xfrm>
                <a:off x="665020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7" name="Google Shape;577;p53"/>
              <p:cNvCxnSpPr/>
              <p:nvPr/>
            </p:nvCxnSpPr>
            <p:spPr>
              <a:xfrm>
                <a:off x="8312750"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8" name="Google Shape;578;p53"/>
              <p:cNvCxnSpPr/>
              <p:nvPr/>
            </p:nvCxnSpPr>
            <p:spPr>
              <a:xfrm>
                <a:off x="7481475" y="4605347"/>
                <a:ext cx="0" cy="534900"/>
              </a:xfrm>
              <a:prstGeom prst="straightConnector1">
                <a:avLst/>
              </a:prstGeom>
              <a:noFill/>
              <a:ln w="19050" cap="flat" cmpd="sng">
                <a:solidFill>
                  <a:schemeClr val="lt1"/>
                </a:solidFill>
                <a:prstDash val="solid"/>
                <a:round/>
                <a:headEnd type="none" w="sm" len="sm"/>
                <a:tailEnd type="none" w="sm" len="sm"/>
              </a:ln>
            </p:spPr>
          </p:cxnSp>
          <p:cxnSp>
            <p:nvCxnSpPr>
              <p:cNvPr id="579" name="Google Shape;579;p53"/>
              <p:cNvCxnSpPr/>
              <p:nvPr/>
            </p:nvCxnSpPr>
            <p:spPr>
              <a:xfrm>
                <a:off x="-6525" y="4875948"/>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580" name="Google Shape;580;p53"/>
          <p:cNvPicPr preferRelativeResize="0"/>
          <p:nvPr/>
        </p:nvPicPr>
        <p:blipFill rotWithShape="1">
          <a:blip r:embed="rId2"/>
          <a:srcRect/>
          <a:stretch>
            <a:fillRect/>
          </a:stretch>
        </p:blipFill>
        <p:spPr>
          <a:xfrm>
            <a:off x="-16225" y="0"/>
            <a:ext cx="9163423" cy="5143501"/>
          </a:xfrm>
          <a:prstGeom prst="rect">
            <a:avLst/>
          </a:prstGeom>
          <a:noFill/>
          <a:ln>
            <a:noFill/>
          </a:ln>
        </p:spPr>
      </p:pic>
      <p:sp>
        <p:nvSpPr>
          <p:cNvPr id="581" name="Google Shape;581;p53"/>
          <p:cNvSpPr/>
          <p:nvPr/>
        </p:nvSpPr>
        <p:spPr>
          <a:xfrm rot="1421918">
            <a:off x="5126766" y="477356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2" name="Google Shape;582;p53"/>
          <p:cNvSpPr/>
          <p:nvPr/>
        </p:nvSpPr>
        <p:spPr>
          <a:xfrm rot="-786933">
            <a:off x="1595798" y="479655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3" name="Google Shape;583;p53"/>
          <p:cNvSpPr/>
          <p:nvPr/>
        </p:nvSpPr>
        <p:spPr>
          <a:xfrm rot="135659">
            <a:off x="312097" y="393637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4" name="Google Shape;584;p53"/>
          <p:cNvSpPr/>
          <p:nvPr/>
        </p:nvSpPr>
        <p:spPr>
          <a:xfrm rot="1455476">
            <a:off x="5561526" y="22238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5" name="Google Shape;585;p53"/>
          <p:cNvSpPr/>
          <p:nvPr/>
        </p:nvSpPr>
        <p:spPr>
          <a:xfrm rot="-786786">
            <a:off x="116297" y="189053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86" name="Google Shape;586;p53"/>
          <p:cNvGrpSpPr/>
          <p:nvPr/>
        </p:nvGrpSpPr>
        <p:grpSpPr>
          <a:xfrm>
            <a:off x="-61978" y="-5512"/>
            <a:ext cx="2497551" cy="909556"/>
            <a:chOff x="-61975" y="3"/>
            <a:chExt cx="2945572" cy="1072716"/>
          </a:xfrm>
        </p:grpSpPr>
        <p:sp>
          <p:nvSpPr>
            <p:cNvPr id="587" name="Google Shape;587;p53"/>
            <p:cNvSpPr/>
            <p:nvPr/>
          </p:nvSpPr>
          <p:spPr>
            <a:xfrm>
              <a:off x="98512" y="557834"/>
              <a:ext cx="383920" cy="501452"/>
            </a:xfrm>
            <a:custGeom>
              <a:avLst/>
              <a:gdLst/>
              <a:ahLst/>
              <a:cxnLst/>
              <a:rect l="l" t="t" r="r" b="b"/>
              <a:pathLst>
                <a:path w="7002" h="9146" extrusionOk="0">
                  <a:moveTo>
                    <a:pt x="0" y="0"/>
                  </a:moveTo>
                  <a:lnTo>
                    <a:pt x="2983" y="9146"/>
                  </a:lnTo>
                  <a:lnTo>
                    <a:pt x="7002" y="407"/>
                  </a:lnTo>
                  <a:lnTo>
                    <a:pt x="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8" name="Google Shape;588;p53"/>
            <p:cNvSpPr/>
            <p:nvPr/>
          </p:nvSpPr>
          <p:spPr>
            <a:xfrm>
              <a:off x="1481760" y="409631"/>
              <a:ext cx="373612" cy="522616"/>
            </a:xfrm>
            <a:custGeom>
              <a:avLst/>
              <a:gdLst/>
              <a:ahLst/>
              <a:cxnLst/>
              <a:rect l="l" t="t" r="r" b="b"/>
              <a:pathLst>
                <a:path w="6814" h="9532" extrusionOk="0">
                  <a:moveTo>
                    <a:pt x="6814" y="1"/>
                  </a:moveTo>
                  <a:lnTo>
                    <a:pt x="1" y="1653"/>
                  </a:lnTo>
                  <a:lnTo>
                    <a:pt x="5520" y="9531"/>
                  </a:lnTo>
                  <a:lnTo>
                    <a:pt x="681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9" name="Google Shape;589;p53"/>
            <p:cNvSpPr/>
            <p:nvPr/>
          </p:nvSpPr>
          <p:spPr>
            <a:xfrm>
              <a:off x="560728" y="571267"/>
              <a:ext cx="397792" cy="501452"/>
            </a:xfrm>
            <a:custGeom>
              <a:avLst/>
              <a:gdLst/>
              <a:ahLst/>
              <a:cxnLst/>
              <a:rect l="l" t="t" r="r" b="b"/>
              <a:pathLst>
                <a:path w="7255" h="9146" extrusionOk="0">
                  <a:moveTo>
                    <a:pt x="7010" y="1"/>
                  </a:moveTo>
                  <a:lnTo>
                    <a:pt x="6541" y="14"/>
                  </a:lnTo>
                  <a:lnTo>
                    <a:pt x="6240" y="21"/>
                  </a:lnTo>
                  <a:lnTo>
                    <a:pt x="4944" y="56"/>
                  </a:lnTo>
                  <a:lnTo>
                    <a:pt x="4643" y="63"/>
                  </a:lnTo>
                  <a:lnTo>
                    <a:pt x="3348" y="98"/>
                  </a:lnTo>
                  <a:lnTo>
                    <a:pt x="3047" y="113"/>
                  </a:lnTo>
                  <a:lnTo>
                    <a:pt x="1751" y="147"/>
                  </a:lnTo>
                  <a:lnTo>
                    <a:pt x="1450" y="155"/>
                  </a:lnTo>
                  <a:lnTo>
                    <a:pt x="155" y="189"/>
                  </a:lnTo>
                  <a:lnTo>
                    <a:pt x="0" y="189"/>
                  </a:lnTo>
                  <a:lnTo>
                    <a:pt x="8" y="343"/>
                  </a:lnTo>
                  <a:lnTo>
                    <a:pt x="42" y="1639"/>
                  </a:lnTo>
                  <a:lnTo>
                    <a:pt x="50" y="1940"/>
                  </a:lnTo>
                  <a:lnTo>
                    <a:pt x="84" y="3236"/>
                  </a:lnTo>
                  <a:lnTo>
                    <a:pt x="92" y="3536"/>
                  </a:lnTo>
                  <a:lnTo>
                    <a:pt x="126" y="4832"/>
                  </a:lnTo>
                  <a:lnTo>
                    <a:pt x="135" y="5133"/>
                  </a:lnTo>
                  <a:lnTo>
                    <a:pt x="168" y="6429"/>
                  </a:lnTo>
                  <a:lnTo>
                    <a:pt x="177" y="6729"/>
                  </a:lnTo>
                  <a:lnTo>
                    <a:pt x="210" y="8025"/>
                  </a:lnTo>
                  <a:lnTo>
                    <a:pt x="219" y="8326"/>
                  </a:lnTo>
                  <a:lnTo>
                    <a:pt x="245" y="9146"/>
                  </a:lnTo>
                  <a:lnTo>
                    <a:pt x="995" y="8843"/>
                  </a:lnTo>
                  <a:lnTo>
                    <a:pt x="1471" y="8649"/>
                  </a:lnTo>
                  <a:lnTo>
                    <a:pt x="3516" y="7822"/>
                  </a:lnTo>
                  <a:lnTo>
                    <a:pt x="3712" y="7744"/>
                  </a:lnTo>
                  <a:lnTo>
                    <a:pt x="3845" y="7786"/>
                  </a:lnTo>
                  <a:lnTo>
                    <a:pt x="4798" y="8116"/>
                  </a:lnTo>
                  <a:lnTo>
                    <a:pt x="5022" y="8186"/>
                  </a:lnTo>
                  <a:lnTo>
                    <a:pt x="5966" y="8516"/>
                  </a:lnTo>
                  <a:lnTo>
                    <a:pt x="6191" y="8591"/>
                  </a:lnTo>
                  <a:lnTo>
                    <a:pt x="7142" y="8921"/>
                  </a:lnTo>
                  <a:lnTo>
                    <a:pt x="7255" y="8956"/>
                  </a:lnTo>
                  <a:lnTo>
                    <a:pt x="7248" y="8810"/>
                  </a:lnTo>
                  <a:lnTo>
                    <a:pt x="7213" y="7514"/>
                  </a:lnTo>
                  <a:lnTo>
                    <a:pt x="7206" y="7213"/>
                  </a:lnTo>
                  <a:lnTo>
                    <a:pt x="7206" y="7205"/>
                  </a:lnTo>
                  <a:lnTo>
                    <a:pt x="7171" y="5918"/>
                  </a:lnTo>
                  <a:lnTo>
                    <a:pt x="7164" y="5617"/>
                  </a:lnTo>
                  <a:lnTo>
                    <a:pt x="7164" y="5608"/>
                  </a:lnTo>
                  <a:lnTo>
                    <a:pt x="7129" y="4321"/>
                  </a:lnTo>
                  <a:lnTo>
                    <a:pt x="7122" y="4020"/>
                  </a:lnTo>
                  <a:lnTo>
                    <a:pt x="7087" y="2725"/>
                  </a:lnTo>
                  <a:lnTo>
                    <a:pt x="7080" y="2424"/>
                  </a:lnTo>
                  <a:lnTo>
                    <a:pt x="7045" y="1128"/>
                  </a:lnTo>
                  <a:lnTo>
                    <a:pt x="7038" y="827"/>
                  </a:lnTo>
                  <a:lnTo>
                    <a:pt x="7038" y="819"/>
                  </a:lnTo>
                  <a:lnTo>
                    <a:pt x="7010"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0" name="Google Shape;590;p53"/>
            <p:cNvSpPr/>
            <p:nvPr/>
          </p:nvSpPr>
          <p:spPr>
            <a:xfrm>
              <a:off x="560728" y="581575"/>
              <a:ext cx="8499" cy="8553"/>
            </a:xfrm>
            <a:custGeom>
              <a:avLst/>
              <a:gdLst/>
              <a:ahLst/>
              <a:cxnLst/>
              <a:rect l="l" t="t" r="r" b="b"/>
              <a:pathLst>
                <a:path w="155" h="156" extrusionOk="0">
                  <a:moveTo>
                    <a:pt x="0" y="1"/>
                  </a:moveTo>
                  <a:lnTo>
                    <a:pt x="8" y="155"/>
                  </a:lnTo>
                  <a:lnTo>
                    <a:pt x="155"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1" name="Google Shape;591;p53"/>
            <p:cNvSpPr/>
            <p:nvPr/>
          </p:nvSpPr>
          <p:spPr>
            <a:xfrm>
              <a:off x="563031" y="579272"/>
              <a:ext cx="93759" cy="98361"/>
            </a:xfrm>
            <a:custGeom>
              <a:avLst/>
              <a:gdLst/>
              <a:ahLst/>
              <a:cxnLst/>
              <a:rect l="l" t="t" r="r" b="b"/>
              <a:pathLst>
                <a:path w="1710" h="1794" extrusionOk="0">
                  <a:moveTo>
                    <a:pt x="1709" y="1"/>
                  </a:moveTo>
                  <a:lnTo>
                    <a:pt x="1408" y="9"/>
                  </a:lnTo>
                  <a:lnTo>
                    <a:pt x="0" y="1493"/>
                  </a:lnTo>
                  <a:lnTo>
                    <a:pt x="8" y="1794"/>
                  </a:lnTo>
                  <a:lnTo>
                    <a:pt x="1709"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2" name="Google Shape;592;p53"/>
            <p:cNvSpPr/>
            <p:nvPr/>
          </p:nvSpPr>
          <p:spPr>
            <a:xfrm>
              <a:off x="565334" y="576640"/>
              <a:ext cx="178965" cy="188552"/>
            </a:xfrm>
            <a:custGeom>
              <a:avLst/>
              <a:gdLst/>
              <a:ahLst/>
              <a:cxnLst/>
              <a:rect l="l" t="t" r="r" b="b"/>
              <a:pathLst>
                <a:path w="3264" h="3439" extrusionOk="0">
                  <a:moveTo>
                    <a:pt x="3264" y="0"/>
                  </a:moveTo>
                  <a:lnTo>
                    <a:pt x="2963" y="15"/>
                  </a:lnTo>
                  <a:lnTo>
                    <a:pt x="0" y="3138"/>
                  </a:lnTo>
                  <a:lnTo>
                    <a:pt x="8" y="3438"/>
                  </a:lnTo>
                  <a:lnTo>
                    <a:pt x="3264"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3" name="Google Shape;593;p53"/>
            <p:cNvSpPr/>
            <p:nvPr/>
          </p:nvSpPr>
          <p:spPr>
            <a:xfrm>
              <a:off x="567637" y="574282"/>
              <a:ext cx="264226" cy="278414"/>
            </a:xfrm>
            <a:custGeom>
              <a:avLst/>
              <a:gdLst/>
              <a:ahLst/>
              <a:cxnLst/>
              <a:rect l="l" t="t" r="r" b="b"/>
              <a:pathLst>
                <a:path w="4819" h="5078" extrusionOk="0">
                  <a:moveTo>
                    <a:pt x="4818" y="1"/>
                  </a:moveTo>
                  <a:lnTo>
                    <a:pt x="4517" y="8"/>
                  </a:lnTo>
                  <a:lnTo>
                    <a:pt x="0" y="4777"/>
                  </a:lnTo>
                  <a:lnTo>
                    <a:pt x="9" y="5078"/>
                  </a:lnTo>
                  <a:lnTo>
                    <a:pt x="4818"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4" name="Google Shape;594;p53"/>
            <p:cNvSpPr/>
            <p:nvPr/>
          </p:nvSpPr>
          <p:spPr>
            <a:xfrm>
              <a:off x="569939" y="571980"/>
              <a:ext cx="349432" cy="368276"/>
            </a:xfrm>
            <a:custGeom>
              <a:avLst/>
              <a:gdLst/>
              <a:ahLst/>
              <a:cxnLst/>
              <a:rect l="l" t="t" r="r" b="b"/>
              <a:pathLst>
                <a:path w="6373" h="6717" extrusionOk="0">
                  <a:moveTo>
                    <a:pt x="6373" y="1"/>
                  </a:moveTo>
                  <a:lnTo>
                    <a:pt x="6072" y="8"/>
                  </a:lnTo>
                  <a:lnTo>
                    <a:pt x="0" y="6416"/>
                  </a:lnTo>
                  <a:lnTo>
                    <a:pt x="9" y="6716"/>
                  </a:lnTo>
                  <a:lnTo>
                    <a:pt x="6373"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5" name="Google Shape;595;p53"/>
            <p:cNvSpPr/>
            <p:nvPr/>
          </p:nvSpPr>
          <p:spPr>
            <a:xfrm>
              <a:off x="572242" y="616610"/>
              <a:ext cx="374763" cy="411151"/>
            </a:xfrm>
            <a:custGeom>
              <a:avLst/>
              <a:gdLst/>
              <a:ahLst/>
              <a:cxnLst/>
              <a:rect l="l" t="t" r="r" b="b"/>
              <a:pathLst>
                <a:path w="6835" h="7499" extrusionOk="0">
                  <a:moveTo>
                    <a:pt x="6828" y="0"/>
                  </a:moveTo>
                  <a:lnTo>
                    <a:pt x="0" y="7198"/>
                  </a:lnTo>
                  <a:lnTo>
                    <a:pt x="9" y="7499"/>
                  </a:lnTo>
                  <a:lnTo>
                    <a:pt x="6835" y="301"/>
                  </a:lnTo>
                  <a:lnTo>
                    <a:pt x="6828"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6" name="Google Shape;596;p53"/>
            <p:cNvSpPr/>
            <p:nvPr/>
          </p:nvSpPr>
          <p:spPr>
            <a:xfrm>
              <a:off x="615229" y="704118"/>
              <a:ext cx="334079" cy="352047"/>
            </a:xfrm>
            <a:custGeom>
              <a:avLst/>
              <a:gdLst/>
              <a:ahLst/>
              <a:cxnLst/>
              <a:rect l="l" t="t" r="r" b="b"/>
              <a:pathLst>
                <a:path w="6093" h="6421" extrusionOk="0">
                  <a:moveTo>
                    <a:pt x="6086" y="1"/>
                  </a:moveTo>
                  <a:lnTo>
                    <a:pt x="1" y="6420"/>
                  </a:lnTo>
                  <a:lnTo>
                    <a:pt x="477" y="6226"/>
                  </a:lnTo>
                  <a:lnTo>
                    <a:pt x="6093" y="302"/>
                  </a:lnTo>
                  <a:lnTo>
                    <a:pt x="6086"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7" name="Google Shape;597;p53"/>
            <p:cNvSpPr/>
            <p:nvPr/>
          </p:nvSpPr>
          <p:spPr>
            <a:xfrm>
              <a:off x="753455" y="791680"/>
              <a:ext cx="198156" cy="208454"/>
            </a:xfrm>
            <a:custGeom>
              <a:avLst/>
              <a:gdLst/>
              <a:ahLst/>
              <a:cxnLst/>
              <a:rect l="l" t="t" r="r" b="b"/>
              <a:pathLst>
                <a:path w="3614" h="3802" extrusionOk="0">
                  <a:moveTo>
                    <a:pt x="3607" y="0"/>
                  </a:moveTo>
                  <a:lnTo>
                    <a:pt x="1" y="3802"/>
                  </a:lnTo>
                  <a:lnTo>
                    <a:pt x="197" y="3724"/>
                  </a:lnTo>
                  <a:lnTo>
                    <a:pt x="330" y="3766"/>
                  </a:lnTo>
                  <a:lnTo>
                    <a:pt x="3614" y="301"/>
                  </a:lnTo>
                  <a:lnTo>
                    <a:pt x="3607"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8" name="Google Shape;598;p53"/>
            <p:cNvSpPr/>
            <p:nvPr/>
          </p:nvSpPr>
          <p:spPr>
            <a:xfrm>
              <a:off x="823747" y="879187"/>
              <a:ext cx="130166" cy="140962"/>
            </a:xfrm>
            <a:custGeom>
              <a:avLst/>
              <a:gdLst/>
              <a:ahLst/>
              <a:cxnLst/>
              <a:rect l="l" t="t" r="r" b="b"/>
              <a:pathLst>
                <a:path w="2374" h="2571" extrusionOk="0">
                  <a:moveTo>
                    <a:pt x="2367" y="1"/>
                  </a:moveTo>
                  <a:lnTo>
                    <a:pt x="1" y="2500"/>
                  </a:lnTo>
                  <a:lnTo>
                    <a:pt x="225" y="2570"/>
                  </a:lnTo>
                  <a:lnTo>
                    <a:pt x="2374" y="302"/>
                  </a:lnTo>
                  <a:lnTo>
                    <a:pt x="2367"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9" name="Google Shape;599;p53"/>
            <p:cNvSpPr/>
            <p:nvPr/>
          </p:nvSpPr>
          <p:spPr>
            <a:xfrm>
              <a:off x="1030620" y="510626"/>
              <a:ext cx="430854" cy="513295"/>
            </a:xfrm>
            <a:custGeom>
              <a:avLst/>
              <a:gdLst/>
              <a:ahLst/>
              <a:cxnLst/>
              <a:rect l="l" t="t" r="r" b="b"/>
              <a:pathLst>
                <a:path w="7858" h="9362" extrusionOk="0">
                  <a:moveTo>
                    <a:pt x="6948" y="1"/>
                  </a:moveTo>
                  <a:lnTo>
                    <a:pt x="6444" y="70"/>
                  </a:lnTo>
                  <a:lnTo>
                    <a:pt x="5743" y="169"/>
                  </a:lnTo>
                  <a:lnTo>
                    <a:pt x="4706" y="315"/>
                  </a:lnTo>
                  <a:lnTo>
                    <a:pt x="4007" y="412"/>
                  </a:lnTo>
                  <a:lnTo>
                    <a:pt x="2970" y="560"/>
                  </a:lnTo>
                  <a:lnTo>
                    <a:pt x="2270" y="658"/>
                  </a:lnTo>
                  <a:lnTo>
                    <a:pt x="1234" y="806"/>
                  </a:lnTo>
                  <a:lnTo>
                    <a:pt x="534" y="903"/>
                  </a:lnTo>
                  <a:lnTo>
                    <a:pt x="1" y="974"/>
                  </a:lnTo>
                  <a:lnTo>
                    <a:pt x="127" y="1883"/>
                  </a:lnTo>
                  <a:lnTo>
                    <a:pt x="135" y="1883"/>
                  </a:lnTo>
                  <a:lnTo>
                    <a:pt x="226" y="2584"/>
                  </a:lnTo>
                  <a:lnTo>
                    <a:pt x="233" y="2584"/>
                  </a:lnTo>
                  <a:lnTo>
                    <a:pt x="498" y="4510"/>
                  </a:lnTo>
                  <a:lnTo>
                    <a:pt x="597" y="5210"/>
                  </a:lnTo>
                  <a:lnTo>
                    <a:pt x="863" y="7135"/>
                  </a:lnTo>
                  <a:lnTo>
                    <a:pt x="912" y="7471"/>
                  </a:lnTo>
                  <a:lnTo>
                    <a:pt x="1241" y="7632"/>
                  </a:lnTo>
                  <a:lnTo>
                    <a:pt x="3481" y="8746"/>
                  </a:lnTo>
                  <a:lnTo>
                    <a:pt x="3664" y="8837"/>
                  </a:lnTo>
                  <a:lnTo>
                    <a:pt x="4721" y="9361"/>
                  </a:lnTo>
                  <a:lnTo>
                    <a:pt x="5582" y="8578"/>
                  </a:lnTo>
                  <a:lnTo>
                    <a:pt x="5778" y="8395"/>
                  </a:lnTo>
                  <a:lnTo>
                    <a:pt x="7592" y="6743"/>
                  </a:lnTo>
                  <a:lnTo>
                    <a:pt x="7857" y="6498"/>
                  </a:lnTo>
                  <a:lnTo>
                    <a:pt x="7815" y="6162"/>
                  </a:lnTo>
                  <a:lnTo>
                    <a:pt x="7543" y="4236"/>
                  </a:lnTo>
                  <a:lnTo>
                    <a:pt x="7446" y="3537"/>
                  </a:lnTo>
                  <a:lnTo>
                    <a:pt x="7178" y="1611"/>
                  </a:lnTo>
                  <a:lnTo>
                    <a:pt x="7081" y="910"/>
                  </a:lnTo>
                  <a:lnTo>
                    <a:pt x="694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0" name="Google Shape;600;p53"/>
            <p:cNvSpPr/>
            <p:nvPr/>
          </p:nvSpPr>
          <p:spPr>
            <a:xfrm>
              <a:off x="1038022" y="613650"/>
              <a:ext cx="23083" cy="38653"/>
            </a:xfrm>
            <a:custGeom>
              <a:avLst/>
              <a:gdLst/>
              <a:ahLst/>
              <a:cxnLst/>
              <a:rect l="l" t="t" r="r" b="b"/>
              <a:pathLst>
                <a:path w="421" h="705" extrusionOk="0">
                  <a:moveTo>
                    <a:pt x="47" y="1"/>
                  </a:moveTo>
                  <a:cubicBezTo>
                    <a:pt x="32" y="1"/>
                    <a:pt x="16" y="2"/>
                    <a:pt x="0" y="4"/>
                  </a:cubicBezTo>
                  <a:lnTo>
                    <a:pt x="91" y="705"/>
                  </a:lnTo>
                  <a:lnTo>
                    <a:pt x="98" y="705"/>
                  </a:lnTo>
                  <a:cubicBezTo>
                    <a:pt x="286" y="685"/>
                    <a:pt x="420" y="501"/>
                    <a:pt x="399" y="306"/>
                  </a:cubicBezTo>
                  <a:cubicBezTo>
                    <a:pt x="372" y="132"/>
                    <a:pt x="218" y="1"/>
                    <a:pt x="47"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1" name="Google Shape;601;p53"/>
            <p:cNvSpPr/>
            <p:nvPr/>
          </p:nvSpPr>
          <p:spPr>
            <a:xfrm>
              <a:off x="1115113" y="600326"/>
              <a:ext cx="41177" cy="39037"/>
            </a:xfrm>
            <a:custGeom>
              <a:avLst/>
              <a:gdLst/>
              <a:ahLst/>
              <a:cxnLst/>
              <a:rect l="l" t="t" r="r" b="b"/>
              <a:pathLst>
                <a:path w="751" h="712" extrusionOk="0">
                  <a:moveTo>
                    <a:pt x="365" y="1"/>
                  </a:moveTo>
                  <a:cubicBezTo>
                    <a:pt x="352" y="1"/>
                    <a:pt x="338" y="2"/>
                    <a:pt x="324" y="3"/>
                  </a:cubicBezTo>
                  <a:cubicBezTo>
                    <a:pt x="134" y="30"/>
                    <a:pt x="1" y="213"/>
                    <a:pt x="23" y="408"/>
                  </a:cubicBezTo>
                  <a:cubicBezTo>
                    <a:pt x="48" y="584"/>
                    <a:pt x="207" y="711"/>
                    <a:pt x="386" y="711"/>
                  </a:cubicBezTo>
                  <a:cubicBezTo>
                    <a:pt x="400" y="711"/>
                    <a:pt x="414" y="711"/>
                    <a:pt x="428" y="709"/>
                  </a:cubicBezTo>
                  <a:cubicBezTo>
                    <a:pt x="618" y="682"/>
                    <a:pt x="750" y="499"/>
                    <a:pt x="729" y="311"/>
                  </a:cubicBezTo>
                  <a:cubicBezTo>
                    <a:pt x="704" y="128"/>
                    <a:pt x="544" y="1"/>
                    <a:pt x="365"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2" name="Google Shape;602;p53"/>
            <p:cNvSpPr/>
            <p:nvPr/>
          </p:nvSpPr>
          <p:spPr>
            <a:xfrm>
              <a:off x="1210298" y="587167"/>
              <a:ext cx="41177" cy="38873"/>
            </a:xfrm>
            <a:custGeom>
              <a:avLst/>
              <a:gdLst/>
              <a:ahLst/>
              <a:cxnLst/>
              <a:rect l="l" t="t" r="r" b="b"/>
              <a:pathLst>
                <a:path w="751" h="709" extrusionOk="0">
                  <a:moveTo>
                    <a:pt x="377" y="1"/>
                  </a:moveTo>
                  <a:cubicBezTo>
                    <a:pt x="359" y="1"/>
                    <a:pt x="341" y="2"/>
                    <a:pt x="324" y="5"/>
                  </a:cubicBezTo>
                  <a:cubicBezTo>
                    <a:pt x="135" y="33"/>
                    <a:pt x="1" y="208"/>
                    <a:pt x="23" y="403"/>
                  </a:cubicBezTo>
                  <a:cubicBezTo>
                    <a:pt x="49" y="577"/>
                    <a:pt x="204" y="709"/>
                    <a:pt x="381" y="709"/>
                  </a:cubicBezTo>
                  <a:cubicBezTo>
                    <a:pt x="397" y="709"/>
                    <a:pt x="413" y="708"/>
                    <a:pt x="429" y="705"/>
                  </a:cubicBezTo>
                  <a:cubicBezTo>
                    <a:pt x="618" y="677"/>
                    <a:pt x="750" y="495"/>
                    <a:pt x="730" y="305"/>
                  </a:cubicBezTo>
                  <a:cubicBezTo>
                    <a:pt x="704" y="127"/>
                    <a:pt x="552" y="1"/>
                    <a:pt x="377"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3" name="Google Shape;603;p53"/>
            <p:cNvSpPr/>
            <p:nvPr/>
          </p:nvSpPr>
          <p:spPr>
            <a:xfrm>
              <a:off x="1305592" y="573734"/>
              <a:ext cx="41177" cy="38873"/>
            </a:xfrm>
            <a:custGeom>
              <a:avLst/>
              <a:gdLst/>
              <a:ahLst/>
              <a:cxnLst/>
              <a:rect l="l" t="t" r="r" b="b"/>
              <a:pathLst>
                <a:path w="751" h="709" extrusionOk="0">
                  <a:moveTo>
                    <a:pt x="381" y="0"/>
                  </a:moveTo>
                  <a:cubicBezTo>
                    <a:pt x="364" y="0"/>
                    <a:pt x="347" y="2"/>
                    <a:pt x="330" y="4"/>
                  </a:cubicBezTo>
                  <a:cubicBezTo>
                    <a:pt x="133" y="33"/>
                    <a:pt x="1" y="208"/>
                    <a:pt x="21" y="404"/>
                  </a:cubicBezTo>
                  <a:cubicBezTo>
                    <a:pt x="47" y="582"/>
                    <a:pt x="201" y="709"/>
                    <a:pt x="377" y="709"/>
                  </a:cubicBezTo>
                  <a:cubicBezTo>
                    <a:pt x="393" y="709"/>
                    <a:pt x="410" y="707"/>
                    <a:pt x="427" y="705"/>
                  </a:cubicBezTo>
                  <a:cubicBezTo>
                    <a:pt x="616" y="676"/>
                    <a:pt x="750" y="502"/>
                    <a:pt x="728" y="305"/>
                  </a:cubicBezTo>
                  <a:cubicBezTo>
                    <a:pt x="702" y="128"/>
                    <a:pt x="550" y="0"/>
                    <a:pt x="381"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4" name="Google Shape;604;p53"/>
            <p:cNvSpPr/>
            <p:nvPr/>
          </p:nvSpPr>
          <p:spPr>
            <a:xfrm>
              <a:off x="1400777" y="560466"/>
              <a:ext cx="23467" cy="38708"/>
            </a:xfrm>
            <a:custGeom>
              <a:avLst/>
              <a:gdLst/>
              <a:ahLst/>
              <a:cxnLst/>
              <a:rect l="l" t="t" r="r" b="b"/>
              <a:pathLst>
                <a:path w="428" h="706" extrusionOk="0">
                  <a:moveTo>
                    <a:pt x="330" y="1"/>
                  </a:moveTo>
                  <a:cubicBezTo>
                    <a:pt x="133" y="29"/>
                    <a:pt x="1" y="211"/>
                    <a:pt x="22" y="401"/>
                  </a:cubicBezTo>
                  <a:cubicBezTo>
                    <a:pt x="47" y="578"/>
                    <a:pt x="201" y="706"/>
                    <a:pt x="375" y="706"/>
                  </a:cubicBezTo>
                  <a:cubicBezTo>
                    <a:pt x="392" y="706"/>
                    <a:pt x="410" y="704"/>
                    <a:pt x="427" y="702"/>
                  </a:cubicBezTo>
                  <a:lnTo>
                    <a:pt x="330"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5" name="Google Shape;605;p53"/>
            <p:cNvSpPr/>
            <p:nvPr/>
          </p:nvSpPr>
          <p:spPr>
            <a:xfrm>
              <a:off x="1059844" y="554763"/>
              <a:ext cx="39971" cy="22095"/>
            </a:xfrm>
            <a:custGeom>
              <a:avLst/>
              <a:gdLst/>
              <a:ahLst/>
              <a:cxnLst/>
              <a:rect l="l" t="t" r="r" b="b"/>
              <a:pathLst>
                <a:path w="729" h="403" extrusionOk="0">
                  <a:moveTo>
                    <a:pt x="701" y="1"/>
                  </a:moveTo>
                  <a:lnTo>
                    <a:pt x="1" y="98"/>
                  </a:lnTo>
                  <a:cubicBezTo>
                    <a:pt x="27" y="271"/>
                    <a:pt x="174" y="403"/>
                    <a:pt x="349" y="403"/>
                  </a:cubicBezTo>
                  <a:cubicBezTo>
                    <a:pt x="366" y="403"/>
                    <a:pt x="383" y="402"/>
                    <a:pt x="400" y="399"/>
                  </a:cubicBezTo>
                  <a:cubicBezTo>
                    <a:pt x="589" y="372"/>
                    <a:pt x="728" y="189"/>
                    <a:pt x="701"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6" name="Google Shape;606;p53"/>
            <p:cNvSpPr/>
            <p:nvPr/>
          </p:nvSpPr>
          <p:spPr>
            <a:xfrm>
              <a:off x="1155029" y="541330"/>
              <a:ext cx="40026" cy="22095"/>
            </a:xfrm>
            <a:custGeom>
              <a:avLst/>
              <a:gdLst/>
              <a:ahLst/>
              <a:cxnLst/>
              <a:rect l="l" t="t" r="r" b="b"/>
              <a:pathLst>
                <a:path w="730" h="403" extrusionOk="0">
                  <a:moveTo>
                    <a:pt x="701" y="0"/>
                  </a:moveTo>
                  <a:lnTo>
                    <a:pt x="1" y="98"/>
                  </a:lnTo>
                  <a:cubicBezTo>
                    <a:pt x="26" y="277"/>
                    <a:pt x="173" y="403"/>
                    <a:pt x="347" y="403"/>
                  </a:cubicBezTo>
                  <a:cubicBezTo>
                    <a:pt x="365" y="403"/>
                    <a:pt x="383" y="401"/>
                    <a:pt x="400" y="399"/>
                  </a:cubicBezTo>
                  <a:cubicBezTo>
                    <a:pt x="589" y="372"/>
                    <a:pt x="730" y="197"/>
                    <a:pt x="701"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7" name="Google Shape;607;p53"/>
            <p:cNvSpPr/>
            <p:nvPr/>
          </p:nvSpPr>
          <p:spPr>
            <a:xfrm>
              <a:off x="1250324" y="527897"/>
              <a:ext cx="39916" cy="22150"/>
            </a:xfrm>
            <a:custGeom>
              <a:avLst/>
              <a:gdLst/>
              <a:ahLst/>
              <a:cxnLst/>
              <a:rect l="l" t="t" r="r" b="b"/>
              <a:pathLst>
                <a:path w="728" h="404" extrusionOk="0">
                  <a:moveTo>
                    <a:pt x="699" y="0"/>
                  </a:moveTo>
                  <a:lnTo>
                    <a:pt x="0" y="97"/>
                  </a:lnTo>
                  <a:cubicBezTo>
                    <a:pt x="25" y="277"/>
                    <a:pt x="174" y="403"/>
                    <a:pt x="348" y="403"/>
                  </a:cubicBezTo>
                  <a:cubicBezTo>
                    <a:pt x="365" y="403"/>
                    <a:pt x="382" y="402"/>
                    <a:pt x="398" y="400"/>
                  </a:cubicBezTo>
                  <a:cubicBezTo>
                    <a:pt x="588" y="371"/>
                    <a:pt x="728" y="197"/>
                    <a:pt x="699"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8" name="Google Shape;608;p53"/>
            <p:cNvSpPr/>
            <p:nvPr/>
          </p:nvSpPr>
          <p:spPr>
            <a:xfrm>
              <a:off x="1345508" y="514409"/>
              <a:ext cx="39916" cy="22205"/>
            </a:xfrm>
            <a:custGeom>
              <a:avLst/>
              <a:gdLst/>
              <a:ahLst/>
              <a:cxnLst/>
              <a:rect l="l" t="t" r="r" b="b"/>
              <a:pathLst>
                <a:path w="728" h="405" extrusionOk="0">
                  <a:moveTo>
                    <a:pt x="701" y="1"/>
                  </a:moveTo>
                  <a:lnTo>
                    <a:pt x="0" y="100"/>
                  </a:lnTo>
                  <a:cubicBezTo>
                    <a:pt x="26" y="278"/>
                    <a:pt x="174" y="404"/>
                    <a:pt x="350" y="404"/>
                  </a:cubicBezTo>
                  <a:cubicBezTo>
                    <a:pt x="366" y="404"/>
                    <a:pt x="383" y="403"/>
                    <a:pt x="400" y="401"/>
                  </a:cubicBezTo>
                  <a:cubicBezTo>
                    <a:pt x="588" y="379"/>
                    <a:pt x="728" y="197"/>
                    <a:pt x="701"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9" name="Google Shape;609;p53"/>
            <p:cNvSpPr/>
            <p:nvPr/>
          </p:nvSpPr>
          <p:spPr>
            <a:xfrm>
              <a:off x="1078267" y="682022"/>
              <a:ext cx="41506" cy="38818"/>
            </a:xfrm>
            <a:custGeom>
              <a:avLst/>
              <a:gdLst/>
              <a:ahLst/>
              <a:cxnLst/>
              <a:rect l="l" t="t" r="r" b="b"/>
              <a:pathLst>
                <a:path w="757" h="708" extrusionOk="0">
                  <a:moveTo>
                    <a:pt x="383" y="0"/>
                  </a:moveTo>
                  <a:cubicBezTo>
                    <a:pt x="365" y="0"/>
                    <a:pt x="348" y="1"/>
                    <a:pt x="330" y="4"/>
                  </a:cubicBezTo>
                  <a:cubicBezTo>
                    <a:pt x="140" y="26"/>
                    <a:pt x="1" y="207"/>
                    <a:pt x="29" y="404"/>
                  </a:cubicBezTo>
                  <a:cubicBezTo>
                    <a:pt x="54" y="576"/>
                    <a:pt x="210" y="708"/>
                    <a:pt x="381" y="708"/>
                  </a:cubicBezTo>
                  <a:cubicBezTo>
                    <a:pt x="396" y="708"/>
                    <a:pt x="412" y="707"/>
                    <a:pt x="427" y="705"/>
                  </a:cubicBezTo>
                  <a:cubicBezTo>
                    <a:pt x="624" y="676"/>
                    <a:pt x="757" y="495"/>
                    <a:pt x="728" y="305"/>
                  </a:cubicBezTo>
                  <a:cubicBezTo>
                    <a:pt x="704" y="127"/>
                    <a:pt x="557" y="0"/>
                    <a:pt x="38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0" name="Google Shape;610;p53"/>
            <p:cNvSpPr/>
            <p:nvPr/>
          </p:nvSpPr>
          <p:spPr>
            <a:xfrm>
              <a:off x="1173452" y="668588"/>
              <a:ext cx="41506" cy="38873"/>
            </a:xfrm>
            <a:custGeom>
              <a:avLst/>
              <a:gdLst/>
              <a:ahLst/>
              <a:cxnLst/>
              <a:rect l="l" t="t" r="r" b="b"/>
              <a:pathLst>
                <a:path w="757" h="709" extrusionOk="0">
                  <a:moveTo>
                    <a:pt x="380" y="0"/>
                  </a:moveTo>
                  <a:cubicBezTo>
                    <a:pt x="364" y="0"/>
                    <a:pt x="347" y="1"/>
                    <a:pt x="330" y="4"/>
                  </a:cubicBezTo>
                  <a:cubicBezTo>
                    <a:pt x="142" y="32"/>
                    <a:pt x="1" y="207"/>
                    <a:pt x="29" y="404"/>
                  </a:cubicBezTo>
                  <a:cubicBezTo>
                    <a:pt x="55" y="581"/>
                    <a:pt x="208" y="708"/>
                    <a:pt x="378" y="708"/>
                  </a:cubicBezTo>
                  <a:cubicBezTo>
                    <a:pt x="395" y="708"/>
                    <a:pt x="412" y="707"/>
                    <a:pt x="429" y="704"/>
                  </a:cubicBezTo>
                  <a:cubicBezTo>
                    <a:pt x="624" y="676"/>
                    <a:pt x="757" y="501"/>
                    <a:pt x="730" y="304"/>
                  </a:cubicBezTo>
                  <a:cubicBezTo>
                    <a:pt x="704" y="126"/>
                    <a:pt x="556" y="0"/>
                    <a:pt x="380"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1" name="Google Shape;611;p53"/>
            <p:cNvSpPr/>
            <p:nvPr/>
          </p:nvSpPr>
          <p:spPr>
            <a:xfrm>
              <a:off x="1268746" y="655100"/>
              <a:ext cx="41506" cy="38873"/>
            </a:xfrm>
            <a:custGeom>
              <a:avLst/>
              <a:gdLst/>
              <a:ahLst/>
              <a:cxnLst/>
              <a:rect l="l" t="t" r="r" b="b"/>
              <a:pathLst>
                <a:path w="757" h="709" extrusionOk="0">
                  <a:moveTo>
                    <a:pt x="378" y="1"/>
                  </a:moveTo>
                  <a:cubicBezTo>
                    <a:pt x="362" y="1"/>
                    <a:pt x="346" y="2"/>
                    <a:pt x="330" y="4"/>
                  </a:cubicBezTo>
                  <a:cubicBezTo>
                    <a:pt x="140" y="33"/>
                    <a:pt x="0" y="214"/>
                    <a:pt x="27" y="404"/>
                  </a:cubicBezTo>
                  <a:cubicBezTo>
                    <a:pt x="53" y="583"/>
                    <a:pt x="205" y="709"/>
                    <a:pt x="376" y="709"/>
                  </a:cubicBezTo>
                  <a:cubicBezTo>
                    <a:pt x="393" y="709"/>
                    <a:pt x="410" y="708"/>
                    <a:pt x="427" y="705"/>
                  </a:cubicBezTo>
                  <a:cubicBezTo>
                    <a:pt x="624" y="676"/>
                    <a:pt x="757" y="502"/>
                    <a:pt x="728" y="307"/>
                  </a:cubicBezTo>
                  <a:cubicBezTo>
                    <a:pt x="702" y="133"/>
                    <a:pt x="553" y="1"/>
                    <a:pt x="378"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2" name="Google Shape;612;p53"/>
            <p:cNvSpPr/>
            <p:nvPr/>
          </p:nvSpPr>
          <p:spPr>
            <a:xfrm>
              <a:off x="1363931" y="641832"/>
              <a:ext cx="41506" cy="38982"/>
            </a:xfrm>
            <a:custGeom>
              <a:avLst/>
              <a:gdLst/>
              <a:ahLst/>
              <a:cxnLst/>
              <a:rect l="l" t="t" r="r" b="b"/>
              <a:pathLst>
                <a:path w="757" h="711" extrusionOk="0">
                  <a:moveTo>
                    <a:pt x="372" y="0"/>
                  </a:moveTo>
                  <a:cubicBezTo>
                    <a:pt x="358" y="0"/>
                    <a:pt x="344" y="1"/>
                    <a:pt x="330" y="3"/>
                  </a:cubicBezTo>
                  <a:cubicBezTo>
                    <a:pt x="140" y="29"/>
                    <a:pt x="0" y="213"/>
                    <a:pt x="29" y="401"/>
                  </a:cubicBezTo>
                  <a:cubicBezTo>
                    <a:pt x="54" y="583"/>
                    <a:pt x="213" y="711"/>
                    <a:pt x="387" y="711"/>
                  </a:cubicBezTo>
                  <a:cubicBezTo>
                    <a:pt x="400" y="711"/>
                    <a:pt x="414" y="710"/>
                    <a:pt x="427" y="708"/>
                  </a:cubicBezTo>
                  <a:cubicBezTo>
                    <a:pt x="624" y="681"/>
                    <a:pt x="757" y="498"/>
                    <a:pt x="728" y="303"/>
                  </a:cubicBezTo>
                  <a:cubicBezTo>
                    <a:pt x="709" y="127"/>
                    <a:pt x="552" y="0"/>
                    <a:pt x="372"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3" name="Google Shape;613;p53"/>
            <p:cNvSpPr/>
            <p:nvPr/>
          </p:nvSpPr>
          <p:spPr>
            <a:xfrm>
              <a:off x="1057925" y="757631"/>
              <a:ext cx="23467" cy="38708"/>
            </a:xfrm>
            <a:custGeom>
              <a:avLst/>
              <a:gdLst/>
              <a:ahLst/>
              <a:cxnLst/>
              <a:rect l="l" t="t" r="r" b="b"/>
              <a:pathLst>
                <a:path w="428" h="706" extrusionOk="0">
                  <a:moveTo>
                    <a:pt x="51" y="1"/>
                  </a:moveTo>
                  <a:cubicBezTo>
                    <a:pt x="34" y="1"/>
                    <a:pt x="17" y="2"/>
                    <a:pt x="0" y="5"/>
                  </a:cubicBezTo>
                  <a:lnTo>
                    <a:pt x="99" y="705"/>
                  </a:lnTo>
                  <a:cubicBezTo>
                    <a:pt x="294" y="684"/>
                    <a:pt x="427" y="502"/>
                    <a:pt x="400" y="305"/>
                  </a:cubicBezTo>
                  <a:cubicBezTo>
                    <a:pt x="374" y="134"/>
                    <a:pt x="226" y="1"/>
                    <a:pt x="51"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4" name="Google Shape;614;p53"/>
            <p:cNvSpPr/>
            <p:nvPr/>
          </p:nvSpPr>
          <p:spPr>
            <a:xfrm>
              <a:off x="1135126" y="744581"/>
              <a:ext cx="41506" cy="38873"/>
            </a:xfrm>
            <a:custGeom>
              <a:avLst/>
              <a:gdLst/>
              <a:ahLst/>
              <a:cxnLst/>
              <a:rect l="l" t="t" r="r" b="b"/>
              <a:pathLst>
                <a:path w="757" h="709" extrusionOk="0">
                  <a:moveTo>
                    <a:pt x="380" y="1"/>
                  </a:moveTo>
                  <a:cubicBezTo>
                    <a:pt x="363" y="1"/>
                    <a:pt x="347" y="2"/>
                    <a:pt x="330" y="4"/>
                  </a:cubicBezTo>
                  <a:cubicBezTo>
                    <a:pt x="133" y="26"/>
                    <a:pt x="1" y="207"/>
                    <a:pt x="27" y="404"/>
                  </a:cubicBezTo>
                  <a:cubicBezTo>
                    <a:pt x="54" y="576"/>
                    <a:pt x="201" y="708"/>
                    <a:pt x="377" y="708"/>
                  </a:cubicBezTo>
                  <a:cubicBezTo>
                    <a:pt x="393" y="708"/>
                    <a:pt x="410" y="707"/>
                    <a:pt x="427" y="705"/>
                  </a:cubicBezTo>
                  <a:cubicBezTo>
                    <a:pt x="624" y="676"/>
                    <a:pt x="757" y="495"/>
                    <a:pt x="728" y="305"/>
                  </a:cubicBezTo>
                  <a:cubicBezTo>
                    <a:pt x="702" y="127"/>
                    <a:pt x="554" y="1"/>
                    <a:pt x="380"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5" name="Google Shape;615;p53"/>
            <p:cNvSpPr/>
            <p:nvPr/>
          </p:nvSpPr>
          <p:spPr>
            <a:xfrm>
              <a:off x="1230311" y="731148"/>
              <a:ext cx="41506" cy="38873"/>
            </a:xfrm>
            <a:custGeom>
              <a:avLst/>
              <a:gdLst/>
              <a:ahLst/>
              <a:cxnLst/>
              <a:rect l="l" t="t" r="r" b="b"/>
              <a:pathLst>
                <a:path w="757" h="709" extrusionOk="0">
                  <a:moveTo>
                    <a:pt x="380" y="0"/>
                  </a:moveTo>
                  <a:cubicBezTo>
                    <a:pt x="364" y="0"/>
                    <a:pt x="347" y="1"/>
                    <a:pt x="330" y="4"/>
                  </a:cubicBezTo>
                  <a:cubicBezTo>
                    <a:pt x="133" y="32"/>
                    <a:pt x="1" y="207"/>
                    <a:pt x="29" y="404"/>
                  </a:cubicBezTo>
                  <a:cubicBezTo>
                    <a:pt x="54" y="582"/>
                    <a:pt x="202" y="708"/>
                    <a:pt x="375" y="708"/>
                  </a:cubicBezTo>
                  <a:cubicBezTo>
                    <a:pt x="392" y="708"/>
                    <a:pt x="410" y="707"/>
                    <a:pt x="427" y="704"/>
                  </a:cubicBezTo>
                  <a:cubicBezTo>
                    <a:pt x="624" y="676"/>
                    <a:pt x="757" y="494"/>
                    <a:pt x="728" y="306"/>
                  </a:cubicBezTo>
                  <a:cubicBezTo>
                    <a:pt x="704" y="126"/>
                    <a:pt x="556" y="0"/>
                    <a:pt x="380"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6" name="Google Shape;616;p53"/>
            <p:cNvSpPr/>
            <p:nvPr/>
          </p:nvSpPr>
          <p:spPr>
            <a:xfrm>
              <a:off x="1325495" y="717770"/>
              <a:ext cx="41506" cy="38763"/>
            </a:xfrm>
            <a:custGeom>
              <a:avLst/>
              <a:gdLst/>
              <a:ahLst/>
              <a:cxnLst/>
              <a:rect l="l" t="t" r="r" b="b"/>
              <a:pathLst>
                <a:path w="757" h="707" extrusionOk="0">
                  <a:moveTo>
                    <a:pt x="383" y="0"/>
                  </a:moveTo>
                  <a:cubicBezTo>
                    <a:pt x="366" y="0"/>
                    <a:pt x="348" y="1"/>
                    <a:pt x="330" y="4"/>
                  </a:cubicBezTo>
                  <a:cubicBezTo>
                    <a:pt x="135" y="31"/>
                    <a:pt x="1" y="206"/>
                    <a:pt x="29" y="402"/>
                  </a:cubicBezTo>
                  <a:cubicBezTo>
                    <a:pt x="55" y="581"/>
                    <a:pt x="202" y="707"/>
                    <a:pt x="376" y="707"/>
                  </a:cubicBezTo>
                  <a:cubicBezTo>
                    <a:pt x="393" y="707"/>
                    <a:pt x="411" y="706"/>
                    <a:pt x="429" y="703"/>
                  </a:cubicBezTo>
                  <a:cubicBezTo>
                    <a:pt x="624" y="676"/>
                    <a:pt x="757" y="500"/>
                    <a:pt x="730" y="305"/>
                  </a:cubicBezTo>
                  <a:cubicBezTo>
                    <a:pt x="704" y="126"/>
                    <a:pt x="557" y="0"/>
                    <a:pt x="38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7" name="Google Shape;617;p53"/>
            <p:cNvSpPr/>
            <p:nvPr/>
          </p:nvSpPr>
          <p:spPr>
            <a:xfrm>
              <a:off x="1420790" y="704501"/>
              <a:ext cx="23467" cy="38599"/>
            </a:xfrm>
            <a:custGeom>
              <a:avLst/>
              <a:gdLst/>
              <a:ahLst/>
              <a:cxnLst/>
              <a:rect l="l" t="t" r="r" b="b"/>
              <a:pathLst>
                <a:path w="428" h="704" extrusionOk="0">
                  <a:moveTo>
                    <a:pt x="330" y="1"/>
                  </a:moveTo>
                  <a:cubicBezTo>
                    <a:pt x="133" y="27"/>
                    <a:pt x="0" y="211"/>
                    <a:pt x="27" y="399"/>
                  </a:cubicBezTo>
                  <a:cubicBezTo>
                    <a:pt x="53" y="578"/>
                    <a:pt x="200" y="704"/>
                    <a:pt x="374" y="704"/>
                  </a:cubicBezTo>
                  <a:cubicBezTo>
                    <a:pt x="391" y="704"/>
                    <a:pt x="409" y="702"/>
                    <a:pt x="427" y="700"/>
                  </a:cubicBezTo>
                  <a:lnTo>
                    <a:pt x="330"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8" name="Google Shape;618;p53"/>
            <p:cNvSpPr/>
            <p:nvPr/>
          </p:nvSpPr>
          <p:spPr>
            <a:xfrm>
              <a:off x="1098664" y="826003"/>
              <a:ext cx="41506" cy="38818"/>
            </a:xfrm>
            <a:custGeom>
              <a:avLst/>
              <a:gdLst/>
              <a:ahLst/>
              <a:cxnLst/>
              <a:rect l="l" t="t" r="r" b="b"/>
              <a:pathLst>
                <a:path w="757" h="708" extrusionOk="0">
                  <a:moveTo>
                    <a:pt x="381" y="1"/>
                  </a:moveTo>
                  <a:cubicBezTo>
                    <a:pt x="364" y="1"/>
                    <a:pt x="347" y="2"/>
                    <a:pt x="329" y="5"/>
                  </a:cubicBezTo>
                  <a:cubicBezTo>
                    <a:pt x="133" y="31"/>
                    <a:pt x="0" y="206"/>
                    <a:pt x="29" y="403"/>
                  </a:cubicBezTo>
                  <a:cubicBezTo>
                    <a:pt x="53" y="576"/>
                    <a:pt x="201" y="707"/>
                    <a:pt x="376" y="707"/>
                  </a:cubicBezTo>
                  <a:cubicBezTo>
                    <a:pt x="393" y="707"/>
                    <a:pt x="410" y="706"/>
                    <a:pt x="427" y="704"/>
                  </a:cubicBezTo>
                  <a:cubicBezTo>
                    <a:pt x="617" y="677"/>
                    <a:pt x="756" y="494"/>
                    <a:pt x="728" y="305"/>
                  </a:cubicBezTo>
                  <a:cubicBezTo>
                    <a:pt x="703" y="127"/>
                    <a:pt x="550" y="1"/>
                    <a:pt x="381"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9" name="Google Shape;619;p53"/>
            <p:cNvSpPr/>
            <p:nvPr/>
          </p:nvSpPr>
          <p:spPr>
            <a:xfrm>
              <a:off x="1193849" y="812569"/>
              <a:ext cx="41506" cy="38818"/>
            </a:xfrm>
            <a:custGeom>
              <a:avLst/>
              <a:gdLst/>
              <a:ahLst/>
              <a:cxnLst/>
              <a:rect l="l" t="t" r="r" b="b"/>
              <a:pathLst>
                <a:path w="757" h="708" extrusionOk="0">
                  <a:moveTo>
                    <a:pt x="381" y="0"/>
                  </a:moveTo>
                  <a:cubicBezTo>
                    <a:pt x="364" y="0"/>
                    <a:pt x="347" y="2"/>
                    <a:pt x="329" y="4"/>
                  </a:cubicBezTo>
                  <a:cubicBezTo>
                    <a:pt x="133" y="31"/>
                    <a:pt x="0" y="208"/>
                    <a:pt x="29" y="402"/>
                  </a:cubicBezTo>
                  <a:cubicBezTo>
                    <a:pt x="55" y="581"/>
                    <a:pt x="201" y="707"/>
                    <a:pt x="374" y="707"/>
                  </a:cubicBezTo>
                  <a:cubicBezTo>
                    <a:pt x="392" y="707"/>
                    <a:pt x="409" y="706"/>
                    <a:pt x="427" y="703"/>
                  </a:cubicBezTo>
                  <a:cubicBezTo>
                    <a:pt x="617" y="676"/>
                    <a:pt x="756" y="502"/>
                    <a:pt x="729" y="305"/>
                  </a:cubicBezTo>
                  <a:cubicBezTo>
                    <a:pt x="703" y="126"/>
                    <a:pt x="551" y="0"/>
                    <a:pt x="381"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0" name="Google Shape;620;p53"/>
            <p:cNvSpPr/>
            <p:nvPr/>
          </p:nvSpPr>
          <p:spPr>
            <a:xfrm>
              <a:off x="1289088" y="799136"/>
              <a:ext cx="41506" cy="38873"/>
            </a:xfrm>
            <a:custGeom>
              <a:avLst/>
              <a:gdLst/>
              <a:ahLst/>
              <a:cxnLst/>
              <a:rect l="l" t="t" r="r" b="b"/>
              <a:pathLst>
                <a:path w="757" h="709" extrusionOk="0">
                  <a:moveTo>
                    <a:pt x="378" y="0"/>
                  </a:moveTo>
                  <a:cubicBezTo>
                    <a:pt x="361" y="0"/>
                    <a:pt x="345" y="1"/>
                    <a:pt x="328" y="4"/>
                  </a:cubicBezTo>
                  <a:cubicBezTo>
                    <a:pt x="133" y="32"/>
                    <a:pt x="1" y="214"/>
                    <a:pt x="28" y="402"/>
                  </a:cubicBezTo>
                  <a:cubicBezTo>
                    <a:pt x="54" y="582"/>
                    <a:pt x="202" y="708"/>
                    <a:pt x="377" y="708"/>
                  </a:cubicBezTo>
                  <a:cubicBezTo>
                    <a:pt x="394" y="708"/>
                    <a:pt x="411" y="707"/>
                    <a:pt x="428" y="705"/>
                  </a:cubicBezTo>
                  <a:cubicBezTo>
                    <a:pt x="623" y="676"/>
                    <a:pt x="757" y="501"/>
                    <a:pt x="728" y="305"/>
                  </a:cubicBezTo>
                  <a:cubicBezTo>
                    <a:pt x="702" y="133"/>
                    <a:pt x="549" y="0"/>
                    <a:pt x="37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1" name="Google Shape;621;p53"/>
            <p:cNvSpPr/>
            <p:nvPr/>
          </p:nvSpPr>
          <p:spPr>
            <a:xfrm>
              <a:off x="1384273" y="785758"/>
              <a:ext cx="41506" cy="39092"/>
            </a:xfrm>
            <a:custGeom>
              <a:avLst/>
              <a:gdLst/>
              <a:ahLst/>
              <a:cxnLst/>
              <a:rect l="l" t="t" r="r" b="b"/>
              <a:pathLst>
                <a:path w="757" h="713" extrusionOk="0">
                  <a:moveTo>
                    <a:pt x="368" y="0"/>
                  </a:moveTo>
                  <a:cubicBezTo>
                    <a:pt x="355" y="0"/>
                    <a:pt x="343" y="1"/>
                    <a:pt x="330" y="2"/>
                  </a:cubicBezTo>
                  <a:cubicBezTo>
                    <a:pt x="133" y="31"/>
                    <a:pt x="1" y="213"/>
                    <a:pt x="29" y="409"/>
                  </a:cubicBezTo>
                  <a:cubicBezTo>
                    <a:pt x="54" y="585"/>
                    <a:pt x="208" y="712"/>
                    <a:pt x="388" y="712"/>
                  </a:cubicBezTo>
                  <a:cubicBezTo>
                    <a:pt x="401" y="712"/>
                    <a:pt x="414" y="711"/>
                    <a:pt x="428" y="710"/>
                  </a:cubicBezTo>
                  <a:cubicBezTo>
                    <a:pt x="624" y="681"/>
                    <a:pt x="757" y="500"/>
                    <a:pt x="728" y="310"/>
                  </a:cubicBezTo>
                  <a:cubicBezTo>
                    <a:pt x="703" y="128"/>
                    <a:pt x="542" y="0"/>
                    <a:pt x="36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2" name="Google Shape;622;p53"/>
            <p:cNvSpPr/>
            <p:nvPr/>
          </p:nvSpPr>
          <p:spPr>
            <a:xfrm>
              <a:off x="1077884" y="901612"/>
              <a:ext cx="22754" cy="27523"/>
            </a:xfrm>
            <a:custGeom>
              <a:avLst/>
              <a:gdLst/>
              <a:ahLst/>
              <a:cxnLst/>
              <a:rect l="l" t="t" r="r" b="b"/>
              <a:pathLst>
                <a:path w="415" h="502" extrusionOk="0">
                  <a:moveTo>
                    <a:pt x="50" y="0"/>
                  </a:moveTo>
                  <a:cubicBezTo>
                    <a:pt x="34" y="0"/>
                    <a:pt x="17" y="1"/>
                    <a:pt x="1" y="4"/>
                  </a:cubicBezTo>
                  <a:lnTo>
                    <a:pt x="50" y="340"/>
                  </a:lnTo>
                  <a:lnTo>
                    <a:pt x="379" y="501"/>
                  </a:lnTo>
                  <a:cubicBezTo>
                    <a:pt x="399" y="446"/>
                    <a:pt x="414" y="375"/>
                    <a:pt x="408" y="306"/>
                  </a:cubicBezTo>
                  <a:cubicBezTo>
                    <a:pt x="381" y="132"/>
                    <a:pt x="227" y="0"/>
                    <a:pt x="50"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3" name="Google Shape;623;p53"/>
            <p:cNvSpPr/>
            <p:nvPr/>
          </p:nvSpPr>
          <p:spPr>
            <a:xfrm>
              <a:off x="1155468" y="888562"/>
              <a:ext cx="41561" cy="38818"/>
            </a:xfrm>
            <a:custGeom>
              <a:avLst/>
              <a:gdLst/>
              <a:ahLst/>
              <a:cxnLst/>
              <a:rect l="l" t="t" r="r" b="b"/>
              <a:pathLst>
                <a:path w="758" h="708" extrusionOk="0">
                  <a:moveTo>
                    <a:pt x="380" y="1"/>
                  </a:moveTo>
                  <a:cubicBezTo>
                    <a:pt x="363" y="1"/>
                    <a:pt x="346" y="2"/>
                    <a:pt x="329" y="5"/>
                  </a:cubicBezTo>
                  <a:cubicBezTo>
                    <a:pt x="134" y="25"/>
                    <a:pt x="1" y="208"/>
                    <a:pt x="21" y="403"/>
                  </a:cubicBezTo>
                  <a:cubicBezTo>
                    <a:pt x="47" y="576"/>
                    <a:pt x="201" y="707"/>
                    <a:pt x="376" y="707"/>
                  </a:cubicBezTo>
                  <a:cubicBezTo>
                    <a:pt x="393" y="707"/>
                    <a:pt x="411" y="706"/>
                    <a:pt x="428" y="704"/>
                  </a:cubicBezTo>
                  <a:cubicBezTo>
                    <a:pt x="616" y="677"/>
                    <a:pt x="757" y="494"/>
                    <a:pt x="729" y="305"/>
                  </a:cubicBezTo>
                  <a:cubicBezTo>
                    <a:pt x="703" y="127"/>
                    <a:pt x="550" y="1"/>
                    <a:pt x="380"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4" name="Google Shape;624;p53"/>
            <p:cNvSpPr/>
            <p:nvPr/>
          </p:nvSpPr>
          <p:spPr>
            <a:xfrm>
              <a:off x="1250652" y="875129"/>
              <a:ext cx="41561" cy="38873"/>
            </a:xfrm>
            <a:custGeom>
              <a:avLst/>
              <a:gdLst/>
              <a:ahLst/>
              <a:cxnLst/>
              <a:rect l="l" t="t" r="r" b="b"/>
              <a:pathLst>
                <a:path w="758" h="709" extrusionOk="0">
                  <a:moveTo>
                    <a:pt x="381" y="0"/>
                  </a:moveTo>
                  <a:cubicBezTo>
                    <a:pt x="365" y="0"/>
                    <a:pt x="347" y="2"/>
                    <a:pt x="330" y="4"/>
                  </a:cubicBezTo>
                  <a:cubicBezTo>
                    <a:pt x="134" y="33"/>
                    <a:pt x="1" y="208"/>
                    <a:pt x="29" y="403"/>
                  </a:cubicBezTo>
                  <a:cubicBezTo>
                    <a:pt x="48" y="582"/>
                    <a:pt x="201" y="709"/>
                    <a:pt x="377" y="709"/>
                  </a:cubicBezTo>
                  <a:cubicBezTo>
                    <a:pt x="394" y="709"/>
                    <a:pt x="411" y="707"/>
                    <a:pt x="428" y="705"/>
                  </a:cubicBezTo>
                  <a:cubicBezTo>
                    <a:pt x="618" y="676"/>
                    <a:pt x="757" y="502"/>
                    <a:pt x="729" y="305"/>
                  </a:cubicBezTo>
                  <a:cubicBezTo>
                    <a:pt x="704" y="126"/>
                    <a:pt x="551" y="0"/>
                    <a:pt x="381"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5" name="Google Shape;625;p53"/>
            <p:cNvSpPr/>
            <p:nvPr/>
          </p:nvSpPr>
          <p:spPr>
            <a:xfrm>
              <a:off x="1345837" y="861696"/>
              <a:ext cx="41561" cy="38873"/>
            </a:xfrm>
            <a:custGeom>
              <a:avLst/>
              <a:gdLst/>
              <a:ahLst/>
              <a:cxnLst/>
              <a:rect l="l" t="t" r="r" b="b"/>
              <a:pathLst>
                <a:path w="758" h="709" extrusionOk="0">
                  <a:moveTo>
                    <a:pt x="381" y="0"/>
                  </a:moveTo>
                  <a:cubicBezTo>
                    <a:pt x="364" y="0"/>
                    <a:pt x="347" y="1"/>
                    <a:pt x="330" y="4"/>
                  </a:cubicBezTo>
                  <a:cubicBezTo>
                    <a:pt x="134" y="32"/>
                    <a:pt x="1" y="214"/>
                    <a:pt x="29" y="404"/>
                  </a:cubicBezTo>
                  <a:cubicBezTo>
                    <a:pt x="48" y="582"/>
                    <a:pt x="202" y="708"/>
                    <a:pt x="378" y="708"/>
                  </a:cubicBezTo>
                  <a:cubicBezTo>
                    <a:pt x="394" y="708"/>
                    <a:pt x="411" y="707"/>
                    <a:pt x="428" y="705"/>
                  </a:cubicBezTo>
                  <a:cubicBezTo>
                    <a:pt x="618" y="676"/>
                    <a:pt x="757" y="501"/>
                    <a:pt x="730" y="305"/>
                  </a:cubicBezTo>
                  <a:cubicBezTo>
                    <a:pt x="704" y="127"/>
                    <a:pt x="552" y="0"/>
                    <a:pt x="381"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6" name="Google Shape;626;p53"/>
            <p:cNvSpPr/>
            <p:nvPr/>
          </p:nvSpPr>
          <p:spPr>
            <a:xfrm>
              <a:off x="1441132" y="848428"/>
              <a:ext cx="20342" cy="31964"/>
            </a:xfrm>
            <a:custGeom>
              <a:avLst/>
              <a:gdLst/>
              <a:ahLst/>
              <a:cxnLst/>
              <a:rect l="l" t="t" r="r" b="b"/>
              <a:pathLst>
                <a:path w="371" h="583" extrusionOk="0">
                  <a:moveTo>
                    <a:pt x="322" y="1"/>
                  </a:moveTo>
                  <a:cubicBezTo>
                    <a:pt x="133" y="29"/>
                    <a:pt x="1" y="211"/>
                    <a:pt x="27" y="407"/>
                  </a:cubicBezTo>
                  <a:cubicBezTo>
                    <a:pt x="34" y="469"/>
                    <a:pt x="63" y="533"/>
                    <a:pt x="105" y="582"/>
                  </a:cubicBezTo>
                  <a:lnTo>
                    <a:pt x="370" y="337"/>
                  </a:lnTo>
                  <a:lnTo>
                    <a:pt x="328"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7" name="Google Shape;627;p53"/>
            <p:cNvSpPr/>
            <p:nvPr/>
          </p:nvSpPr>
          <p:spPr>
            <a:xfrm>
              <a:off x="1213807" y="956496"/>
              <a:ext cx="41506" cy="38873"/>
            </a:xfrm>
            <a:custGeom>
              <a:avLst/>
              <a:gdLst/>
              <a:ahLst/>
              <a:cxnLst/>
              <a:rect l="l" t="t" r="r" b="b"/>
              <a:pathLst>
                <a:path w="757" h="709" extrusionOk="0">
                  <a:moveTo>
                    <a:pt x="380" y="1"/>
                  </a:moveTo>
                  <a:cubicBezTo>
                    <a:pt x="364" y="1"/>
                    <a:pt x="347" y="2"/>
                    <a:pt x="330" y="4"/>
                  </a:cubicBezTo>
                  <a:cubicBezTo>
                    <a:pt x="140" y="33"/>
                    <a:pt x="1" y="208"/>
                    <a:pt x="29" y="404"/>
                  </a:cubicBezTo>
                  <a:cubicBezTo>
                    <a:pt x="54" y="582"/>
                    <a:pt x="208" y="709"/>
                    <a:pt x="377" y="709"/>
                  </a:cubicBezTo>
                  <a:cubicBezTo>
                    <a:pt x="394" y="709"/>
                    <a:pt x="411" y="708"/>
                    <a:pt x="428" y="705"/>
                  </a:cubicBezTo>
                  <a:cubicBezTo>
                    <a:pt x="624" y="676"/>
                    <a:pt x="757" y="502"/>
                    <a:pt x="728" y="305"/>
                  </a:cubicBezTo>
                  <a:cubicBezTo>
                    <a:pt x="710" y="127"/>
                    <a:pt x="556" y="1"/>
                    <a:pt x="380"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8" name="Google Shape;628;p53"/>
            <p:cNvSpPr/>
            <p:nvPr/>
          </p:nvSpPr>
          <p:spPr>
            <a:xfrm>
              <a:off x="1308991" y="943063"/>
              <a:ext cx="41506" cy="38873"/>
            </a:xfrm>
            <a:custGeom>
              <a:avLst/>
              <a:gdLst/>
              <a:ahLst/>
              <a:cxnLst/>
              <a:rect l="l" t="t" r="r" b="b"/>
              <a:pathLst>
                <a:path w="757" h="709" extrusionOk="0">
                  <a:moveTo>
                    <a:pt x="379" y="1"/>
                  </a:moveTo>
                  <a:cubicBezTo>
                    <a:pt x="363" y="1"/>
                    <a:pt x="346" y="2"/>
                    <a:pt x="330" y="4"/>
                  </a:cubicBezTo>
                  <a:cubicBezTo>
                    <a:pt x="142" y="32"/>
                    <a:pt x="1" y="214"/>
                    <a:pt x="29" y="404"/>
                  </a:cubicBezTo>
                  <a:cubicBezTo>
                    <a:pt x="55" y="583"/>
                    <a:pt x="208" y="708"/>
                    <a:pt x="376" y="708"/>
                  </a:cubicBezTo>
                  <a:cubicBezTo>
                    <a:pt x="393" y="708"/>
                    <a:pt x="410" y="707"/>
                    <a:pt x="428" y="705"/>
                  </a:cubicBezTo>
                  <a:cubicBezTo>
                    <a:pt x="624" y="684"/>
                    <a:pt x="757" y="501"/>
                    <a:pt x="730" y="306"/>
                  </a:cubicBezTo>
                  <a:cubicBezTo>
                    <a:pt x="710" y="132"/>
                    <a:pt x="556" y="1"/>
                    <a:pt x="379"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9" name="Google Shape;629;p53"/>
            <p:cNvSpPr/>
            <p:nvPr/>
          </p:nvSpPr>
          <p:spPr>
            <a:xfrm>
              <a:off x="2381025" y="58341"/>
              <a:ext cx="502572" cy="526070"/>
            </a:xfrm>
            <a:custGeom>
              <a:avLst/>
              <a:gdLst/>
              <a:ahLst/>
              <a:cxnLst/>
              <a:rect l="l" t="t" r="r" b="b"/>
              <a:pathLst>
                <a:path w="9166" h="9595" extrusionOk="0">
                  <a:moveTo>
                    <a:pt x="6322" y="0"/>
                  </a:moveTo>
                  <a:lnTo>
                    <a:pt x="5860" y="225"/>
                  </a:lnTo>
                  <a:lnTo>
                    <a:pt x="5216" y="526"/>
                  </a:lnTo>
                  <a:lnTo>
                    <a:pt x="4277" y="981"/>
                  </a:lnTo>
                  <a:lnTo>
                    <a:pt x="3640" y="1289"/>
                  </a:lnTo>
                  <a:lnTo>
                    <a:pt x="2696" y="1744"/>
                  </a:lnTo>
                  <a:lnTo>
                    <a:pt x="2059" y="2052"/>
                  </a:lnTo>
                  <a:lnTo>
                    <a:pt x="1119" y="2501"/>
                  </a:lnTo>
                  <a:lnTo>
                    <a:pt x="482" y="2808"/>
                  </a:lnTo>
                  <a:lnTo>
                    <a:pt x="0" y="3040"/>
                  </a:lnTo>
                  <a:lnTo>
                    <a:pt x="398" y="3872"/>
                  </a:lnTo>
                  <a:lnTo>
                    <a:pt x="706" y="4511"/>
                  </a:lnTo>
                  <a:lnTo>
                    <a:pt x="1546" y="6260"/>
                  </a:lnTo>
                  <a:lnTo>
                    <a:pt x="1855" y="6897"/>
                  </a:lnTo>
                  <a:lnTo>
                    <a:pt x="2696" y="8648"/>
                  </a:lnTo>
                  <a:lnTo>
                    <a:pt x="2842" y="8956"/>
                  </a:lnTo>
                  <a:lnTo>
                    <a:pt x="3200" y="9006"/>
                  </a:lnTo>
                  <a:lnTo>
                    <a:pt x="5679" y="9384"/>
                  </a:lnTo>
                  <a:lnTo>
                    <a:pt x="5685" y="9384"/>
                  </a:lnTo>
                  <a:lnTo>
                    <a:pt x="5874" y="9411"/>
                  </a:lnTo>
                  <a:lnTo>
                    <a:pt x="7043" y="9594"/>
                  </a:lnTo>
                  <a:lnTo>
                    <a:pt x="7625" y="8586"/>
                  </a:lnTo>
                  <a:lnTo>
                    <a:pt x="7625" y="8577"/>
                  </a:lnTo>
                  <a:lnTo>
                    <a:pt x="7757" y="8347"/>
                  </a:lnTo>
                  <a:lnTo>
                    <a:pt x="8983" y="6225"/>
                  </a:lnTo>
                  <a:lnTo>
                    <a:pt x="9166" y="5910"/>
                  </a:lnTo>
                  <a:lnTo>
                    <a:pt x="9018" y="5610"/>
                  </a:lnTo>
                  <a:lnTo>
                    <a:pt x="8178" y="3852"/>
                  </a:lnTo>
                  <a:lnTo>
                    <a:pt x="7870" y="3215"/>
                  </a:lnTo>
                  <a:lnTo>
                    <a:pt x="7023" y="1464"/>
                  </a:lnTo>
                  <a:lnTo>
                    <a:pt x="6714" y="827"/>
                  </a:lnTo>
                  <a:lnTo>
                    <a:pt x="6322"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0" name="Google Shape;630;p53"/>
            <p:cNvSpPr/>
            <p:nvPr/>
          </p:nvSpPr>
          <p:spPr>
            <a:xfrm>
              <a:off x="2402848" y="268501"/>
              <a:ext cx="30376" cy="37173"/>
            </a:xfrm>
            <a:custGeom>
              <a:avLst/>
              <a:gdLst/>
              <a:ahLst/>
              <a:cxnLst/>
              <a:rect l="l" t="t" r="r" b="b"/>
              <a:pathLst>
                <a:path w="554" h="678" extrusionOk="0">
                  <a:moveTo>
                    <a:pt x="156" y="1"/>
                  </a:moveTo>
                  <a:cubicBezTo>
                    <a:pt x="104" y="1"/>
                    <a:pt x="51" y="13"/>
                    <a:pt x="0" y="39"/>
                  </a:cubicBezTo>
                  <a:lnTo>
                    <a:pt x="308" y="678"/>
                  </a:lnTo>
                  <a:cubicBezTo>
                    <a:pt x="484" y="585"/>
                    <a:pt x="553" y="375"/>
                    <a:pt x="469" y="200"/>
                  </a:cubicBezTo>
                  <a:cubicBezTo>
                    <a:pt x="409" y="76"/>
                    <a:pt x="285" y="1"/>
                    <a:pt x="15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1" name="Google Shape;631;p53"/>
            <p:cNvSpPr/>
            <p:nvPr/>
          </p:nvSpPr>
          <p:spPr>
            <a:xfrm>
              <a:off x="2475826" y="226831"/>
              <a:ext cx="44193" cy="38873"/>
            </a:xfrm>
            <a:custGeom>
              <a:avLst/>
              <a:gdLst/>
              <a:ahLst/>
              <a:cxnLst/>
              <a:rect l="l" t="t" r="r" b="b"/>
              <a:pathLst>
                <a:path w="806" h="709" extrusionOk="0">
                  <a:moveTo>
                    <a:pt x="406" y="1"/>
                  </a:moveTo>
                  <a:cubicBezTo>
                    <a:pt x="354" y="1"/>
                    <a:pt x="302" y="12"/>
                    <a:pt x="252" y="36"/>
                  </a:cubicBezTo>
                  <a:cubicBezTo>
                    <a:pt x="69" y="120"/>
                    <a:pt x="0" y="330"/>
                    <a:pt x="84" y="505"/>
                  </a:cubicBezTo>
                  <a:cubicBezTo>
                    <a:pt x="144" y="636"/>
                    <a:pt x="269" y="708"/>
                    <a:pt x="399" y="708"/>
                  </a:cubicBezTo>
                  <a:cubicBezTo>
                    <a:pt x="451" y="708"/>
                    <a:pt x="503" y="697"/>
                    <a:pt x="553" y="673"/>
                  </a:cubicBezTo>
                  <a:cubicBezTo>
                    <a:pt x="735" y="589"/>
                    <a:pt x="805" y="379"/>
                    <a:pt x="721" y="204"/>
                  </a:cubicBezTo>
                  <a:cubicBezTo>
                    <a:pt x="661" y="74"/>
                    <a:pt x="536" y="1"/>
                    <a:pt x="40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2" name="Google Shape;632;p53"/>
            <p:cNvSpPr/>
            <p:nvPr/>
          </p:nvSpPr>
          <p:spPr>
            <a:xfrm>
              <a:off x="2562129" y="185106"/>
              <a:ext cx="44686" cy="38928"/>
            </a:xfrm>
            <a:custGeom>
              <a:avLst/>
              <a:gdLst/>
              <a:ahLst/>
              <a:cxnLst/>
              <a:rect l="l" t="t" r="r" b="b"/>
              <a:pathLst>
                <a:path w="815" h="710" extrusionOk="0">
                  <a:moveTo>
                    <a:pt x="404" y="0"/>
                  </a:moveTo>
                  <a:cubicBezTo>
                    <a:pt x="353" y="0"/>
                    <a:pt x="301" y="11"/>
                    <a:pt x="253" y="34"/>
                  </a:cubicBezTo>
                  <a:cubicBezTo>
                    <a:pt x="78" y="118"/>
                    <a:pt x="1" y="335"/>
                    <a:pt x="92" y="510"/>
                  </a:cubicBezTo>
                  <a:cubicBezTo>
                    <a:pt x="151" y="635"/>
                    <a:pt x="275" y="710"/>
                    <a:pt x="405" y="710"/>
                  </a:cubicBezTo>
                  <a:cubicBezTo>
                    <a:pt x="457" y="710"/>
                    <a:pt x="511" y="697"/>
                    <a:pt x="562" y="671"/>
                  </a:cubicBezTo>
                  <a:cubicBezTo>
                    <a:pt x="737" y="587"/>
                    <a:pt x="814" y="377"/>
                    <a:pt x="730" y="202"/>
                  </a:cubicBezTo>
                  <a:cubicBezTo>
                    <a:pt x="669" y="75"/>
                    <a:pt x="538" y="0"/>
                    <a:pt x="404"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3" name="Google Shape;633;p53"/>
            <p:cNvSpPr/>
            <p:nvPr/>
          </p:nvSpPr>
          <p:spPr>
            <a:xfrm>
              <a:off x="2648979" y="143546"/>
              <a:ext cx="44193" cy="38763"/>
            </a:xfrm>
            <a:custGeom>
              <a:avLst/>
              <a:gdLst/>
              <a:ahLst/>
              <a:cxnLst/>
              <a:rect l="l" t="t" r="r" b="b"/>
              <a:pathLst>
                <a:path w="806" h="707" extrusionOk="0">
                  <a:moveTo>
                    <a:pt x="406" y="0"/>
                  </a:moveTo>
                  <a:cubicBezTo>
                    <a:pt x="355" y="0"/>
                    <a:pt x="302" y="12"/>
                    <a:pt x="252" y="36"/>
                  </a:cubicBezTo>
                  <a:cubicBezTo>
                    <a:pt x="77" y="120"/>
                    <a:pt x="0" y="330"/>
                    <a:pt x="84" y="505"/>
                  </a:cubicBezTo>
                  <a:cubicBezTo>
                    <a:pt x="145" y="631"/>
                    <a:pt x="276" y="707"/>
                    <a:pt x="409" y="707"/>
                  </a:cubicBezTo>
                  <a:cubicBezTo>
                    <a:pt x="460" y="707"/>
                    <a:pt x="512" y="696"/>
                    <a:pt x="560" y="673"/>
                  </a:cubicBezTo>
                  <a:cubicBezTo>
                    <a:pt x="734" y="589"/>
                    <a:pt x="805" y="372"/>
                    <a:pt x="721" y="197"/>
                  </a:cubicBezTo>
                  <a:cubicBezTo>
                    <a:pt x="661" y="72"/>
                    <a:pt x="536" y="0"/>
                    <a:pt x="406"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4" name="Google Shape;634;p53"/>
            <p:cNvSpPr/>
            <p:nvPr/>
          </p:nvSpPr>
          <p:spPr>
            <a:xfrm>
              <a:off x="2735775" y="103630"/>
              <a:ext cx="30376" cy="36954"/>
            </a:xfrm>
            <a:custGeom>
              <a:avLst/>
              <a:gdLst/>
              <a:ahLst/>
              <a:cxnLst/>
              <a:rect l="l" t="t" r="r" b="b"/>
              <a:pathLst>
                <a:path w="554" h="674" extrusionOk="0">
                  <a:moveTo>
                    <a:pt x="244" y="1"/>
                  </a:moveTo>
                  <a:cubicBezTo>
                    <a:pt x="69" y="85"/>
                    <a:pt x="0" y="295"/>
                    <a:pt x="84" y="476"/>
                  </a:cubicBezTo>
                  <a:cubicBezTo>
                    <a:pt x="144" y="601"/>
                    <a:pt x="269" y="673"/>
                    <a:pt x="399" y="673"/>
                  </a:cubicBezTo>
                  <a:cubicBezTo>
                    <a:pt x="451" y="673"/>
                    <a:pt x="503" y="662"/>
                    <a:pt x="553" y="638"/>
                  </a:cubicBezTo>
                  <a:lnTo>
                    <a:pt x="244"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5" name="Google Shape;635;p53"/>
            <p:cNvSpPr/>
            <p:nvPr/>
          </p:nvSpPr>
          <p:spPr>
            <a:xfrm>
              <a:off x="2407453" y="195414"/>
              <a:ext cx="39587" cy="28017"/>
            </a:xfrm>
            <a:custGeom>
              <a:avLst/>
              <a:gdLst/>
              <a:ahLst/>
              <a:cxnLst/>
              <a:rect l="l" t="t" r="r" b="b"/>
              <a:pathLst>
                <a:path w="722" h="511" extrusionOk="0">
                  <a:moveTo>
                    <a:pt x="637" y="1"/>
                  </a:moveTo>
                  <a:lnTo>
                    <a:pt x="0" y="308"/>
                  </a:lnTo>
                  <a:cubicBezTo>
                    <a:pt x="61" y="435"/>
                    <a:pt x="188" y="510"/>
                    <a:pt x="320" y="510"/>
                  </a:cubicBezTo>
                  <a:cubicBezTo>
                    <a:pt x="370" y="510"/>
                    <a:pt x="421" y="499"/>
                    <a:pt x="469" y="476"/>
                  </a:cubicBezTo>
                  <a:cubicBezTo>
                    <a:pt x="644" y="392"/>
                    <a:pt x="721" y="182"/>
                    <a:pt x="637"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6" name="Google Shape;636;p53"/>
            <p:cNvSpPr/>
            <p:nvPr/>
          </p:nvSpPr>
          <p:spPr>
            <a:xfrm>
              <a:off x="2493865" y="153963"/>
              <a:ext cx="39587" cy="27688"/>
            </a:xfrm>
            <a:custGeom>
              <a:avLst/>
              <a:gdLst/>
              <a:ahLst/>
              <a:cxnLst/>
              <a:rect l="l" t="t" r="r" b="b"/>
              <a:pathLst>
                <a:path w="722" h="505" extrusionOk="0">
                  <a:moveTo>
                    <a:pt x="638" y="0"/>
                  </a:moveTo>
                  <a:lnTo>
                    <a:pt x="1" y="308"/>
                  </a:lnTo>
                  <a:cubicBezTo>
                    <a:pt x="61" y="433"/>
                    <a:pt x="185" y="505"/>
                    <a:pt x="318" y="505"/>
                  </a:cubicBezTo>
                  <a:cubicBezTo>
                    <a:pt x="371" y="505"/>
                    <a:pt x="425" y="493"/>
                    <a:pt x="476" y="469"/>
                  </a:cubicBezTo>
                  <a:cubicBezTo>
                    <a:pt x="651" y="385"/>
                    <a:pt x="722" y="175"/>
                    <a:pt x="63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7" name="Google Shape;637;p53"/>
            <p:cNvSpPr/>
            <p:nvPr/>
          </p:nvSpPr>
          <p:spPr>
            <a:xfrm>
              <a:off x="2580606" y="112129"/>
              <a:ext cx="39587" cy="28017"/>
            </a:xfrm>
            <a:custGeom>
              <a:avLst/>
              <a:gdLst/>
              <a:ahLst/>
              <a:cxnLst/>
              <a:rect l="l" t="t" r="r" b="b"/>
              <a:pathLst>
                <a:path w="722" h="511" extrusionOk="0">
                  <a:moveTo>
                    <a:pt x="637" y="0"/>
                  </a:moveTo>
                  <a:lnTo>
                    <a:pt x="0" y="308"/>
                  </a:lnTo>
                  <a:cubicBezTo>
                    <a:pt x="61" y="435"/>
                    <a:pt x="188" y="510"/>
                    <a:pt x="320" y="510"/>
                  </a:cubicBezTo>
                  <a:cubicBezTo>
                    <a:pt x="370" y="510"/>
                    <a:pt x="421" y="499"/>
                    <a:pt x="469" y="476"/>
                  </a:cubicBezTo>
                  <a:cubicBezTo>
                    <a:pt x="645" y="392"/>
                    <a:pt x="721" y="175"/>
                    <a:pt x="637"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8" name="Google Shape;638;p53"/>
            <p:cNvSpPr/>
            <p:nvPr/>
          </p:nvSpPr>
          <p:spPr>
            <a:xfrm>
              <a:off x="2667018" y="70678"/>
              <a:ext cx="39971" cy="27688"/>
            </a:xfrm>
            <a:custGeom>
              <a:avLst/>
              <a:gdLst/>
              <a:ahLst/>
              <a:cxnLst/>
              <a:rect l="l" t="t" r="r" b="b"/>
              <a:pathLst>
                <a:path w="729" h="505" extrusionOk="0">
                  <a:moveTo>
                    <a:pt x="644" y="0"/>
                  </a:moveTo>
                  <a:lnTo>
                    <a:pt x="0" y="301"/>
                  </a:lnTo>
                  <a:cubicBezTo>
                    <a:pt x="66" y="431"/>
                    <a:pt x="192" y="504"/>
                    <a:pt x="323" y="504"/>
                  </a:cubicBezTo>
                  <a:cubicBezTo>
                    <a:pt x="374" y="504"/>
                    <a:pt x="427" y="493"/>
                    <a:pt x="476" y="469"/>
                  </a:cubicBezTo>
                  <a:cubicBezTo>
                    <a:pt x="651" y="385"/>
                    <a:pt x="728" y="175"/>
                    <a:pt x="644"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9" name="Google Shape;639;p53"/>
            <p:cNvSpPr/>
            <p:nvPr/>
          </p:nvSpPr>
          <p:spPr>
            <a:xfrm>
              <a:off x="2465792" y="315544"/>
              <a:ext cx="44248" cy="38873"/>
            </a:xfrm>
            <a:custGeom>
              <a:avLst/>
              <a:gdLst/>
              <a:ahLst/>
              <a:cxnLst/>
              <a:rect l="l" t="t" r="r" b="b"/>
              <a:pathLst>
                <a:path w="807" h="709" extrusionOk="0">
                  <a:moveTo>
                    <a:pt x="405" y="1"/>
                  </a:moveTo>
                  <a:cubicBezTo>
                    <a:pt x="352" y="1"/>
                    <a:pt x="298" y="12"/>
                    <a:pt x="246" y="36"/>
                  </a:cubicBezTo>
                  <a:cubicBezTo>
                    <a:pt x="71" y="120"/>
                    <a:pt x="0" y="330"/>
                    <a:pt x="84" y="505"/>
                  </a:cubicBezTo>
                  <a:cubicBezTo>
                    <a:pt x="144" y="635"/>
                    <a:pt x="269" y="708"/>
                    <a:pt x="400" y="708"/>
                  </a:cubicBezTo>
                  <a:cubicBezTo>
                    <a:pt x="452" y="708"/>
                    <a:pt x="505" y="697"/>
                    <a:pt x="555" y="673"/>
                  </a:cubicBezTo>
                  <a:cubicBezTo>
                    <a:pt x="730" y="589"/>
                    <a:pt x="807" y="379"/>
                    <a:pt x="723" y="204"/>
                  </a:cubicBezTo>
                  <a:cubicBezTo>
                    <a:pt x="663" y="73"/>
                    <a:pt x="538" y="1"/>
                    <a:pt x="405"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0" name="Google Shape;640;p53"/>
            <p:cNvSpPr/>
            <p:nvPr/>
          </p:nvSpPr>
          <p:spPr>
            <a:xfrm>
              <a:off x="2552204" y="273819"/>
              <a:ext cx="44577" cy="38928"/>
            </a:xfrm>
            <a:custGeom>
              <a:avLst/>
              <a:gdLst/>
              <a:ahLst/>
              <a:cxnLst/>
              <a:rect l="l" t="t" r="r" b="b"/>
              <a:pathLst>
                <a:path w="813" h="710" extrusionOk="0">
                  <a:moveTo>
                    <a:pt x="403" y="0"/>
                  </a:moveTo>
                  <a:cubicBezTo>
                    <a:pt x="352" y="0"/>
                    <a:pt x="301" y="11"/>
                    <a:pt x="253" y="34"/>
                  </a:cubicBezTo>
                  <a:cubicBezTo>
                    <a:pt x="78" y="118"/>
                    <a:pt x="0" y="335"/>
                    <a:pt x="85" y="510"/>
                  </a:cubicBezTo>
                  <a:cubicBezTo>
                    <a:pt x="149" y="635"/>
                    <a:pt x="274" y="710"/>
                    <a:pt x="404" y="710"/>
                  </a:cubicBezTo>
                  <a:cubicBezTo>
                    <a:pt x="457" y="710"/>
                    <a:pt x="510" y="697"/>
                    <a:pt x="560" y="671"/>
                  </a:cubicBezTo>
                  <a:cubicBezTo>
                    <a:pt x="735" y="587"/>
                    <a:pt x="812" y="377"/>
                    <a:pt x="728" y="202"/>
                  </a:cubicBezTo>
                  <a:cubicBezTo>
                    <a:pt x="663" y="75"/>
                    <a:pt x="535" y="0"/>
                    <a:pt x="40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1" name="Google Shape;641;p53"/>
            <p:cNvSpPr/>
            <p:nvPr/>
          </p:nvSpPr>
          <p:spPr>
            <a:xfrm>
              <a:off x="2639000" y="232259"/>
              <a:ext cx="44193" cy="38818"/>
            </a:xfrm>
            <a:custGeom>
              <a:avLst/>
              <a:gdLst/>
              <a:ahLst/>
              <a:cxnLst/>
              <a:rect l="l" t="t" r="r" b="b"/>
              <a:pathLst>
                <a:path w="806" h="708" extrusionOk="0">
                  <a:moveTo>
                    <a:pt x="408" y="1"/>
                  </a:moveTo>
                  <a:cubicBezTo>
                    <a:pt x="356" y="1"/>
                    <a:pt x="303" y="12"/>
                    <a:pt x="253" y="36"/>
                  </a:cubicBezTo>
                  <a:cubicBezTo>
                    <a:pt x="76" y="120"/>
                    <a:pt x="1" y="330"/>
                    <a:pt x="85" y="505"/>
                  </a:cubicBezTo>
                  <a:cubicBezTo>
                    <a:pt x="145" y="632"/>
                    <a:pt x="273" y="707"/>
                    <a:pt x="407" y="707"/>
                  </a:cubicBezTo>
                  <a:cubicBezTo>
                    <a:pt x="458" y="707"/>
                    <a:pt x="510" y="696"/>
                    <a:pt x="560" y="673"/>
                  </a:cubicBezTo>
                  <a:cubicBezTo>
                    <a:pt x="735" y="589"/>
                    <a:pt x="806" y="379"/>
                    <a:pt x="722" y="196"/>
                  </a:cubicBezTo>
                  <a:cubicBezTo>
                    <a:pt x="662" y="71"/>
                    <a:pt x="538" y="1"/>
                    <a:pt x="408"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2" name="Google Shape;642;p53"/>
            <p:cNvSpPr/>
            <p:nvPr/>
          </p:nvSpPr>
          <p:spPr>
            <a:xfrm>
              <a:off x="2725686" y="190424"/>
              <a:ext cx="44193" cy="38873"/>
            </a:xfrm>
            <a:custGeom>
              <a:avLst/>
              <a:gdLst/>
              <a:ahLst/>
              <a:cxnLst/>
              <a:rect l="l" t="t" r="r" b="b"/>
              <a:pathLst>
                <a:path w="806" h="709" extrusionOk="0">
                  <a:moveTo>
                    <a:pt x="400" y="0"/>
                  </a:moveTo>
                  <a:cubicBezTo>
                    <a:pt x="348" y="0"/>
                    <a:pt x="296" y="11"/>
                    <a:pt x="246" y="35"/>
                  </a:cubicBezTo>
                  <a:cubicBezTo>
                    <a:pt x="72" y="119"/>
                    <a:pt x="1" y="329"/>
                    <a:pt x="85" y="512"/>
                  </a:cubicBezTo>
                  <a:cubicBezTo>
                    <a:pt x="145" y="637"/>
                    <a:pt x="270" y="708"/>
                    <a:pt x="400" y="708"/>
                  </a:cubicBezTo>
                  <a:cubicBezTo>
                    <a:pt x="451" y="708"/>
                    <a:pt x="504" y="697"/>
                    <a:pt x="554" y="673"/>
                  </a:cubicBezTo>
                  <a:cubicBezTo>
                    <a:pt x="730" y="589"/>
                    <a:pt x="806" y="379"/>
                    <a:pt x="722" y="203"/>
                  </a:cubicBezTo>
                  <a:cubicBezTo>
                    <a:pt x="661" y="76"/>
                    <a:pt x="534" y="0"/>
                    <a:pt x="400"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3" name="Google Shape;643;p53"/>
            <p:cNvSpPr/>
            <p:nvPr/>
          </p:nvSpPr>
          <p:spPr>
            <a:xfrm>
              <a:off x="2465792" y="399597"/>
              <a:ext cx="30814" cy="36899"/>
            </a:xfrm>
            <a:custGeom>
              <a:avLst/>
              <a:gdLst/>
              <a:ahLst/>
              <a:cxnLst/>
              <a:rect l="l" t="t" r="r" b="b"/>
              <a:pathLst>
                <a:path w="562" h="673" extrusionOk="0">
                  <a:moveTo>
                    <a:pt x="156" y="1"/>
                  </a:moveTo>
                  <a:cubicBezTo>
                    <a:pt x="103" y="1"/>
                    <a:pt x="50" y="12"/>
                    <a:pt x="0" y="36"/>
                  </a:cubicBezTo>
                  <a:lnTo>
                    <a:pt x="309" y="673"/>
                  </a:lnTo>
                  <a:cubicBezTo>
                    <a:pt x="484" y="589"/>
                    <a:pt x="561" y="379"/>
                    <a:pt x="477" y="197"/>
                  </a:cubicBezTo>
                  <a:cubicBezTo>
                    <a:pt x="413" y="72"/>
                    <a:pt x="287" y="1"/>
                    <a:pt x="15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4" name="Google Shape;644;p53"/>
            <p:cNvSpPr/>
            <p:nvPr/>
          </p:nvSpPr>
          <p:spPr>
            <a:xfrm>
              <a:off x="2538771" y="357872"/>
              <a:ext cx="44193" cy="38763"/>
            </a:xfrm>
            <a:custGeom>
              <a:avLst/>
              <a:gdLst/>
              <a:ahLst/>
              <a:cxnLst/>
              <a:rect l="l" t="t" r="r" b="b"/>
              <a:pathLst>
                <a:path w="806" h="707" extrusionOk="0">
                  <a:moveTo>
                    <a:pt x="401" y="0"/>
                  </a:moveTo>
                  <a:cubicBezTo>
                    <a:pt x="351" y="0"/>
                    <a:pt x="300" y="11"/>
                    <a:pt x="252" y="34"/>
                  </a:cubicBezTo>
                  <a:cubicBezTo>
                    <a:pt x="77" y="118"/>
                    <a:pt x="0" y="328"/>
                    <a:pt x="84" y="510"/>
                  </a:cubicBezTo>
                  <a:cubicBezTo>
                    <a:pt x="144" y="635"/>
                    <a:pt x="268" y="707"/>
                    <a:pt x="400" y="707"/>
                  </a:cubicBezTo>
                  <a:cubicBezTo>
                    <a:pt x="453" y="707"/>
                    <a:pt x="508" y="695"/>
                    <a:pt x="560" y="671"/>
                  </a:cubicBezTo>
                  <a:cubicBezTo>
                    <a:pt x="736" y="587"/>
                    <a:pt x="805" y="377"/>
                    <a:pt x="721" y="202"/>
                  </a:cubicBezTo>
                  <a:cubicBezTo>
                    <a:pt x="660" y="75"/>
                    <a:pt x="533" y="0"/>
                    <a:pt x="401"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5" name="Google Shape;645;p53"/>
            <p:cNvSpPr/>
            <p:nvPr/>
          </p:nvSpPr>
          <p:spPr>
            <a:xfrm>
              <a:off x="2625567" y="316147"/>
              <a:ext cx="44193" cy="38928"/>
            </a:xfrm>
            <a:custGeom>
              <a:avLst/>
              <a:gdLst/>
              <a:ahLst/>
              <a:cxnLst/>
              <a:rect l="l" t="t" r="r" b="b"/>
              <a:pathLst>
                <a:path w="806" h="710" extrusionOk="0">
                  <a:moveTo>
                    <a:pt x="405" y="1"/>
                  </a:moveTo>
                  <a:cubicBezTo>
                    <a:pt x="352" y="1"/>
                    <a:pt x="298" y="13"/>
                    <a:pt x="246" y="39"/>
                  </a:cubicBezTo>
                  <a:cubicBezTo>
                    <a:pt x="69" y="123"/>
                    <a:pt x="0" y="333"/>
                    <a:pt x="84" y="508"/>
                  </a:cubicBezTo>
                  <a:cubicBezTo>
                    <a:pt x="145" y="634"/>
                    <a:pt x="272" y="710"/>
                    <a:pt x="404" y="710"/>
                  </a:cubicBezTo>
                  <a:cubicBezTo>
                    <a:pt x="454" y="710"/>
                    <a:pt x="505" y="699"/>
                    <a:pt x="553" y="676"/>
                  </a:cubicBezTo>
                  <a:cubicBezTo>
                    <a:pt x="728" y="592"/>
                    <a:pt x="805" y="375"/>
                    <a:pt x="721" y="200"/>
                  </a:cubicBezTo>
                  <a:cubicBezTo>
                    <a:pt x="661" y="76"/>
                    <a:pt x="537" y="1"/>
                    <a:pt x="405"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6" name="Google Shape;646;p53"/>
            <p:cNvSpPr/>
            <p:nvPr/>
          </p:nvSpPr>
          <p:spPr>
            <a:xfrm>
              <a:off x="2711869" y="274477"/>
              <a:ext cx="44686" cy="38818"/>
            </a:xfrm>
            <a:custGeom>
              <a:avLst/>
              <a:gdLst/>
              <a:ahLst/>
              <a:cxnLst/>
              <a:rect l="l" t="t" r="r" b="b"/>
              <a:pathLst>
                <a:path w="815" h="708" extrusionOk="0">
                  <a:moveTo>
                    <a:pt x="406" y="1"/>
                  </a:moveTo>
                  <a:cubicBezTo>
                    <a:pt x="355" y="1"/>
                    <a:pt x="302" y="12"/>
                    <a:pt x="253" y="36"/>
                  </a:cubicBezTo>
                  <a:cubicBezTo>
                    <a:pt x="78" y="120"/>
                    <a:pt x="1" y="330"/>
                    <a:pt x="85" y="505"/>
                  </a:cubicBezTo>
                  <a:cubicBezTo>
                    <a:pt x="150" y="635"/>
                    <a:pt x="276" y="708"/>
                    <a:pt x="408" y="708"/>
                  </a:cubicBezTo>
                  <a:cubicBezTo>
                    <a:pt x="460" y="708"/>
                    <a:pt x="512" y="697"/>
                    <a:pt x="562" y="673"/>
                  </a:cubicBezTo>
                  <a:cubicBezTo>
                    <a:pt x="737" y="589"/>
                    <a:pt x="814" y="379"/>
                    <a:pt x="730" y="204"/>
                  </a:cubicBezTo>
                  <a:cubicBezTo>
                    <a:pt x="664" y="74"/>
                    <a:pt x="537" y="1"/>
                    <a:pt x="40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7" name="Google Shape;647;p53"/>
            <p:cNvSpPr/>
            <p:nvPr/>
          </p:nvSpPr>
          <p:spPr>
            <a:xfrm>
              <a:off x="2798665" y="234562"/>
              <a:ext cx="30760" cy="36954"/>
            </a:xfrm>
            <a:custGeom>
              <a:avLst/>
              <a:gdLst/>
              <a:ahLst/>
              <a:cxnLst/>
              <a:rect l="l" t="t" r="r" b="b"/>
              <a:pathLst>
                <a:path w="561" h="674" extrusionOk="0">
                  <a:moveTo>
                    <a:pt x="253" y="1"/>
                  </a:moveTo>
                  <a:cubicBezTo>
                    <a:pt x="78" y="85"/>
                    <a:pt x="1" y="302"/>
                    <a:pt x="85" y="476"/>
                  </a:cubicBezTo>
                  <a:cubicBezTo>
                    <a:pt x="145" y="601"/>
                    <a:pt x="270" y="673"/>
                    <a:pt x="402" y="673"/>
                  </a:cubicBezTo>
                  <a:cubicBezTo>
                    <a:pt x="455" y="673"/>
                    <a:pt x="509" y="662"/>
                    <a:pt x="561" y="638"/>
                  </a:cubicBezTo>
                  <a:lnTo>
                    <a:pt x="253"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8" name="Google Shape;648;p53"/>
            <p:cNvSpPr/>
            <p:nvPr/>
          </p:nvSpPr>
          <p:spPr>
            <a:xfrm>
              <a:off x="2528792" y="446586"/>
              <a:ext cx="44193" cy="38763"/>
            </a:xfrm>
            <a:custGeom>
              <a:avLst/>
              <a:gdLst/>
              <a:ahLst/>
              <a:cxnLst/>
              <a:rect l="l" t="t" r="r" b="b"/>
              <a:pathLst>
                <a:path w="806" h="707" extrusionOk="0">
                  <a:moveTo>
                    <a:pt x="403" y="0"/>
                  </a:moveTo>
                  <a:cubicBezTo>
                    <a:pt x="352" y="0"/>
                    <a:pt x="301" y="11"/>
                    <a:pt x="253" y="34"/>
                  </a:cubicBezTo>
                  <a:cubicBezTo>
                    <a:pt x="78" y="118"/>
                    <a:pt x="1" y="335"/>
                    <a:pt x="85" y="510"/>
                  </a:cubicBezTo>
                  <a:cubicBezTo>
                    <a:pt x="145" y="635"/>
                    <a:pt x="269" y="707"/>
                    <a:pt x="402" y="707"/>
                  </a:cubicBezTo>
                  <a:cubicBezTo>
                    <a:pt x="454" y="707"/>
                    <a:pt x="509" y="695"/>
                    <a:pt x="560" y="671"/>
                  </a:cubicBezTo>
                  <a:cubicBezTo>
                    <a:pt x="735" y="587"/>
                    <a:pt x="806" y="377"/>
                    <a:pt x="722" y="202"/>
                  </a:cubicBezTo>
                  <a:cubicBezTo>
                    <a:pt x="661" y="75"/>
                    <a:pt x="534" y="0"/>
                    <a:pt x="40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9" name="Google Shape;649;p53"/>
            <p:cNvSpPr/>
            <p:nvPr/>
          </p:nvSpPr>
          <p:spPr>
            <a:xfrm>
              <a:off x="2615533" y="405025"/>
              <a:ext cx="44248" cy="38818"/>
            </a:xfrm>
            <a:custGeom>
              <a:avLst/>
              <a:gdLst/>
              <a:ahLst/>
              <a:cxnLst/>
              <a:rect l="l" t="t" r="r" b="b"/>
              <a:pathLst>
                <a:path w="807" h="708" extrusionOk="0">
                  <a:moveTo>
                    <a:pt x="403" y="0"/>
                  </a:moveTo>
                  <a:cubicBezTo>
                    <a:pt x="349" y="0"/>
                    <a:pt x="296" y="12"/>
                    <a:pt x="245" y="36"/>
                  </a:cubicBezTo>
                  <a:cubicBezTo>
                    <a:pt x="71" y="120"/>
                    <a:pt x="0" y="330"/>
                    <a:pt x="84" y="505"/>
                  </a:cubicBezTo>
                  <a:cubicBezTo>
                    <a:pt x="145" y="632"/>
                    <a:pt x="272" y="707"/>
                    <a:pt x="404" y="707"/>
                  </a:cubicBezTo>
                  <a:cubicBezTo>
                    <a:pt x="455" y="707"/>
                    <a:pt x="506" y="696"/>
                    <a:pt x="555" y="673"/>
                  </a:cubicBezTo>
                  <a:cubicBezTo>
                    <a:pt x="729" y="589"/>
                    <a:pt x="807" y="372"/>
                    <a:pt x="723" y="196"/>
                  </a:cubicBezTo>
                  <a:cubicBezTo>
                    <a:pt x="663" y="71"/>
                    <a:pt x="535" y="0"/>
                    <a:pt x="40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0" name="Google Shape;650;p53"/>
            <p:cNvSpPr/>
            <p:nvPr/>
          </p:nvSpPr>
          <p:spPr>
            <a:xfrm>
              <a:off x="2701945" y="363136"/>
              <a:ext cx="44577" cy="38928"/>
            </a:xfrm>
            <a:custGeom>
              <a:avLst/>
              <a:gdLst/>
              <a:ahLst/>
              <a:cxnLst/>
              <a:rect l="l" t="t" r="r" b="b"/>
              <a:pathLst>
                <a:path w="813" h="710" extrusionOk="0">
                  <a:moveTo>
                    <a:pt x="406" y="0"/>
                  </a:moveTo>
                  <a:cubicBezTo>
                    <a:pt x="354" y="0"/>
                    <a:pt x="302" y="12"/>
                    <a:pt x="252" y="36"/>
                  </a:cubicBezTo>
                  <a:cubicBezTo>
                    <a:pt x="78" y="120"/>
                    <a:pt x="0" y="330"/>
                    <a:pt x="84" y="506"/>
                  </a:cubicBezTo>
                  <a:cubicBezTo>
                    <a:pt x="145" y="636"/>
                    <a:pt x="273" y="709"/>
                    <a:pt x="405" y="709"/>
                  </a:cubicBezTo>
                  <a:cubicBezTo>
                    <a:pt x="458" y="709"/>
                    <a:pt x="511" y="698"/>
                    <a:pt x="560" y="674"/>
                  </a:cubicBezTo>
                  <a:cubicBezTo>
                    <a:pt x="735" y="590"/>
                    <a:pt x="812" y="380"/>
                    <a:pt x="721" y="204"/>
                  </a:cubicBezTo>
                  <a:cubicBezTo>
                    <a:pt x="661" y="73"/>
                    <a:pt x="536" y="0"/>
                    <a:pt x="406"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1" name="Google Shape;651;p53"/>
            <p:cNvSpPr/>
            <p:nvPr/>
          </p:nvSpPr>
          <p:spPr>
            <a:xfrm>
              <a:off x="2788740" y="321356"/>
              <a:ext cx="44193" cy="39147"/>
            </a:xfrm>
            <a:custGeom>
              <a:avLst/>
              <a:gdLst/>
              <a:ahLst/>
              <a:cxnLst/>
              <a:rect l="l" t="t" r="r" b="b"/>
              <a:pathLst>
                <a:path w="806" h="714" extrusionOk="0">
                  <a:moveTo>
                    <a:pt x="402" y="1"/>
                  </a:moveTo>
                  <a:cubicBezTo>
                    <a:pt x="351" y="1"/>
                    <a:pt x="301" y="11"/>
                    <a:pt x="253" y="35"/>
                  </a:cubicBezTo>
                  <a:cubicBezTo>
                    <a:pt x="69" y="125"/>
                    <a:pt x="0" y="335"/>
                    <a:pt x="84" y="512"/>
                  </a:cubicBezTo>
                  <a:cubicBezTo>
                    <a:pt x="145" y="638"/>
                    <a:pt x="272" y="714"/>
                    <a:pt x="404" y="714"/>
                  </a:cubicBezTo>
                  <a:cubicBezTo>
                    <a:pt x="454" y="714"/>
                    <a:pt x="505" y="703"/>
                    <a:pt x="553" y="680"/>
                  </a:cubicBezTo>
                  <a:cubicBezTo>
                    <a:pt x="735" y="587"/>
                    <a:pt x="805" y="377"/>
                    <a:pt x="721" y="203"/>
                  </a:cubicBezTo>
                  <a:cubicBezTo>
                    <a:pt x="661" y="76"/>
                    <a:pt x="533" y="1"/>
                    <a:pt x="402"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53"/>
            <p:cNvSpPr/>
            <p:nvPr/>
          </p:nvSpPr>
          <p:spPr>
            <a:xfrm>
              <a:off x="2528792" y="530584"/>
              <a:ext cx="28457" cy="21547"/>
            </a:xfrm>
            <a:custGeom>
              <a:avLst/>
              <a:gdLst/>
              <a:ahLst/>
              <a:cxnLst/>
              <a:rect l="l" t="t" r="r" b="b"/>
              <a:pathLst>
                <a:path w="519" h="393" extrusionOk="0">
                  <a:moveTo>
                    <a:pt x="151" y="1"/>
                  </a:moveTo>
                  <a:cubicBezTo>
                    <a:pt x="100" y="1"/>
                    <a:pt x="49" y="12"/>
                    <a:pt x="1" y="35"/>
                  </a:cubicBezTo>
                  <a:lnTo>
                    <a:pt x="147" y="343"/>
                  </a:lnTo>
                  <a:lnTo>
                    <a:pt x="505" y="393"/>
                  </a:lnTo>
                  <a:cubicBezTo>
                    <a:pt x="518" y="329"/>
                    <a:pt x="505" y="267"/>
                    <a:pt x="476" y="203"/>
                  </a:cubicBezTo>
                  <a:cubicBezTo>
                    <a:pt x="415" y="76"/>
                    <a:pt x="285" y="1"/>
                    <a:pt x="151"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3" name="Google Shape;653;p53"/>
            <p:cNvSpPr/>
            <p:nvPr/>
          </p:nvSpPr>
          <p:spPr>
            <a:xfrm>
              <a:off x="2601661" y="488804"/>
              <a:ext cx="44686" cy="39037"/>
            </a:xfrm>
            <a:custGeom>
              <a:avLst/>
              <a:gdLst/>
              <a:ahLst/>
              <a:cxnLst/>
              <a:rect l="l" t="t" r="r" b="b"/>
              <a:pathLst>
                <a:path w="815" h="712" extrusionOk="0">
                  <a:moveTo>
                    <a:pt x="403" y="0"/>
                  </a:moveTo>
                  <a:cubicBezTo>
                    <a:pt x="353" y="0"/>
                    <a:pt x="302" y="11"/>
                    <a:pt x="253" y="34"/>
                  </a:cubicBezTo>
                  <a:cubicBezTo>
                    <a:pt x="78" y="125"/>
                    <a:pt x="1" y="335"/>
                    <a:pt x="85" y="510"/>
                  </a:cubicBezTo>
                  <a:cubicBezTo>
                    <a:pt x="146" y="636"/>
                    <a:pt x="277" y="712"/>
                    <a:pt x="412" y="712"/>
                  </a:cubicBezTo>
                  <a:cubicBezTo>
                    <a:pt x="463" y="712"/>
                    <a:pt x="514" y="701"/>
                    <a:pt x="562" y="678"/>
                  </a:cubicBezTo>
                  <a:cubicBezTo>
                    <a:pt x="737" y="587"/>
                    <a:pt x="814" y="377"/>
                    <a:pt x="724" y="202"/>
                  </a:cubicBezTo>
                  <a:cubicBezTo>
                    <a:pt x="663" y="75"/>
                    <a:pt x="536" y="0"/>
                    <a:pt x="40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53"/>
            <p:cNvSpPr/>
            <p:nvPr/>
          </p:nvSpPr>
          <p:spPr>
            <a:xfrm>
              <a:off x="2688511" y="447244"/>
              <a:ext cx="44138" cy="38763"/>
            </a:xfrm>
            <a:custGeom>
              <a:avLst/>
              <a:gdLst/>
              <a:ahLst/>
              <a:cxnLst/>
              <a:rect l="l" t="t" r="r" b="b"/>
              <a:pathLst>
                <a:path w="805" h="707" extrusionOk="0">
                  <a:moveTo>
                    <a:pt x="406" y="1"/>
                  </a:moveTo>
                  <a:cubicBezTo>
                    <a:pt x="355" y="1"/>
                    <a:pt x="302" y="12"/>
                    <a:pt x="252" y="36"/>
                  </a:cubicBezTo>
                  <a:cubicBezTo>
                    <a:pt x="71" y="120"/>
                    <a:pt x="0" y="330"/>
                    <a:pt x="84" y="505"/>
                  </a:cubicBezTo>
                  <a:cubicBezTo>
                    <a:pt x="145" y="631"/>
                    <a:pt x="272" y="707"/>
                    <a:pt x="406" y="707"/>
                  </a:cubicBezTo>
                  <a:cubicBezTo>
                    <a:pt x="457" y="707"/>
                    <a:pt x="510" y="696"/>
                    <a:pt x="560" y="673"/>
                  </a:cubicBezTo>
                  <a:cubicBezTo>
                    <a:pt x="736" y="589"/>
                    <a:pt x="805" y="379"/>
                    <a:pt x="721" y="197"/>
                  </a:cubicBezTo>
                  <a:cubicBezTo>
                    <a:pt x="661" y="72"/>
                    <a:pt x="536" y="1"/>
                    <a:pt x="40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5" name="Google Shape;655;p53"/>
            <p:cNvSpPr/>
            <p:nvPr/>
          </p:nvSpPr>
          <p:spPr>
            <a:xfrm>
              <a:off x="2775307" y="405464"/>
              <a:ext cx="44193" cy="38818"/>
            </a:xfrm>
            <a:custGeom>
              <a:avLst/>
              <a:gdLst/>
              <a:ahLst/>
              <a:cxnLst/>
              <a:rect l="l" t="t" r="r" b="b"/>
              <a:pathLst>
                <a:path w="806" h="708" extrusionOk="0">
                  <a:moveTo>
                    <a:pt x="396" y="1"/>
                  </a:moveTo>
                  <a:cubicBezTo>
                    <a:pt x="345" y="1"/>
                    <a:pt x="294" y="12"/>
                    <a:pt x="245" y="35"/>
                  </a:cubicBezTo>
                  <a:cubicBezTo>
                    <a:pt x="69" y="119"/>
                    <a:pt x="0" y="336"/>
                    <a:pt x="84" y="510"/>
                  </a:cubicBezTo>
                  <a:cubicBezTo>
                    <a:pt x="144" y="635"/>
                    <a:pt x="269" y="707"/>
                    <a:pt x="399" y="707"/>
                  </a:cubicBezTo>
                  <a:cubicBezTo>
                    <a:pt x="450" y="707"/>
                    <a:pt x="503" y="696"/>
                    <a:pt x="553" y="672"/>
                  </a:cubicBezTo>
                  <a:cubicBezTo>
                    <a:pt x="728" y="588"/>
                    <a:pt x="805" y="378"/>
                    <a:pt x="721" y="203"/>
                  </a:cubicBezTo>
                  <a:cubicBezTo>
                    <a:pt x="660" y="76"/>
                    <a:pt x="530" y="1"/>
                    <a:pt x="39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6" name="Google Shape;656;p53"/>
            <p:cNvSpPr/>
            <p:nvPr/>
          </p:nvSpPr>
          <p:spPr>
            <a:xfrm>
              <a:off x="2678532" y="535902"/>
              <a:ext cx="44193" cy="38928"/>
            </a:xfrm>
            <a:custGeom>
              <a:avLst/>
              <a:gdLst/>
              <a:ahLst/>
              <a:cxnLst/>
              <a:rect l="l" t="t" r="r" b="b"/>
              <a:pathLst>
                <a:path w="806" h="710" extrusionOk="0">
                  <a:moveTo>
                    <a:pt x="407" y="0"/>
                  </a:moveTo>
                  <a:cubicBezTo>
                    <a:pt x="355" y="0"/>
                    <a:pt x="302" y="12"/>
                    <a:pt x="253" y="36"/>
                  </a:cubicBezTo>
                  <a:cubicBezTo>
                    <a:pt x="69" y="120"/>
                    <a:pt x="1" y="330"/>
                    <a:pt x="85" y="506"/>
                  </a:cubicBezTo>
                  <a:cubicBezTo>
                    <a:pt x="145" y="636"/>
                    <a:pt x="270" y="709"/>
                    <a:pt x="400" y="709"/>
                  </a:cubicBezTo>
                  <a:cubicBezTo>
                    <a:pt x="452" y="709"/>
                    <a:pt x="504" y="698"/>
                    <a:pt x="553" y="674"/>
                  </a:cubicBezTo>
                  <a:cubicBezTo>
                    <a:pt x="735" y="590"/>
                    <a:pt x="805" y="380"/>
                    <a:pt x="721" y="197"/>
                  </a:cubicBezTo>
                  <a:cubicBezTo>
                    <a:pt x="661" y="72"/>
                    <a:pt x="537" y="0"/>
                    <a:pt x="407"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7" name="Google Shape;657;p53"/>
            <p:cNvSpPr/>
            <p:nvPr/>
          </p:nvSpPr>
          <p:spPr>
            <a:xfrm>
              <a:off x="2764889" y="494122"/>
              <a:ext cx="44632" cy="38818"/>
            </a:xfrm>
            <a:custGeom>
              <a:avLst/>
              <a:gdLst/>
              <a:ahLst/>
              <a:cxnLst/>
              <a:rect l="l" t="t" r="r" b="b"/>
              <a:pathLst>
                <a:path w="814" h="708" extrusionOk="0">
                  <a:moveTo>
                    <a:pt x="403" y="1"/>
                  </a:moveTo>
                  <a:cubicBezTo>
                    <a:pt x="352" y="1"/>
                    <a:pt x="300" y="11"/>
                    <a:pt x="252" y="35"/>
                  </a:cubicBezTo>
                  <a:cubicBezTo>
                    <a:pt x="77" y="119"/>
                    <a:pt x="0" y="335"/>
                    <a:pt x="91" y="512"/>
                  </a:cubicBezTo>
                  <a:cubicBezTo>
                    <a:pt x="151" y="636"/>
                    <a:pt x="275" y="707"/>
                    <a:pt x="405" y="707"/>
                  </a:cubicBezTo>
                  <a:cubicBezTo>
                    <a:pt x="457" y="707"/>
                    <a:pt x="511" y="696"/>
                    <a:pt x="561" y="671"/>
                  </a:cubicBezTo>
                  <a:cubicBezTo>
                    <a:pt x="736" y="587"/>
                    <a:pt x="814" y="377"/>
                    <a:pt x="730" y="203"/>
                  </a:cubicBezTo>
                  <a:cubicBezTo>
                    <a:pt x="669" y="76"/>
                    <a:pt x="537" y="1"/>
                    <a:pt x="403"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8" name="Google Shape;658;p53"/>
            <p:cNvSpPr/>
            <p:nvPr/>
          </p:nvSpPr>
          <p:spPr>
            <a:xfrm>
              <a:off x="1936794" y="259070"/>
              <a:ext cx="524065" cy="590218"/>
            </a:xfrm>
            <a:custGeom>
              <a:avLst/>
              <a:gdLst/>
              <a:ahLst/>
              <a:cxnLst/>
              <a:rect l="l" t="t" r="r" b="b"/>
              <a:pathLst>
                <a:path w="9558" h="10765" extrusionOk="0">
                  <a:moveTo>
                    <a:pt x="6623" y="1"/>
                  </a:moveTo>
                  <a:lnTo>
                    <a:pt x="0" y="2298"/>
                  </a:lnTo>
                  <a:lnTo>
                    <a:pt x="2934" y="10765"/>
                  </a:lnTo>
                  <a:lnTo>
                    <a:pt x="5818" y="8377"/>
                  </a:lnTo>
                  <a:lnTo>
                    <a:pt x="9557" y="8467"/>
                  </a:lnTo>
                  <a:lnTo>
                    <a:pt x="662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9" name="Google Shape;659;p53"/>
            <p:cNvSpPr/>
            <p:nvPr/>
          </p:nvSpPr>
          <p:spPr>
            <a:xfrm>
              <a:off x="1950940" y="300576"/>
              <a:ext cx="365990" cy="133286"/>
            </a:xfrm>
            <a:custGeom>
              <a:avLst/>
              <a:gdLst/>
              <a:ahLst/>
              <a:cxnLst/>
              <a:rect l="l" t="t" r="r" b="b"/>
              <a:pathLst>
                <a:path w="6675" h="2431" extrusionOk="0">
                  <a:moveTo>
                    <a:pt x="6632" y="0"/>
                  </a:moveTo>
                  <a:lnTo>
                    <a:pt x="1" y="2297"/>
                  </a:lnTo>
                  <a:lnTo>
                    <a:pt x="50" y="2430"/>
                  </a:lnTo>
                  <a:lnTo>
                    <a:pt x="6674" y="135"/>
                  </a:lnTo>
                  <a:lnTo>
                    <a:pt x="6632"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0" name="Google Shape;660;p53"/>
            <p:cNvSpPr/>
            <p:nvPr/>
          </p:nvSpPr>
          <p:spPr>
            <a:xfrm>
              <a:off x="1977039" y="375472"/>
              <a:ext cx="365935" cy="133669"/>
            </a:xfrm>
            <a:custGeom>
              <a:avLst/>
              <a:gdLst/>
              <a:ahLst/>
              <a:cxnLst/>
              <a:rect l="l" t="t" r="r" b="b"/>
              <a:pathLst>
                <a:path w="6674" h="2438" extrusionOk="0">
                  <a:moveTo>
                    <a:pt x="6632" y="0"/>
                  </a:moveTo>
                  <a:lnTo>
                    <a:pt x="1" y="2304"/>
                  </a:lnTo>
                  <a:lnTo>
                    <a:pt x="49" y="2437"/>
                  </a:lnTo>
                  <a:lnTo>
                    <a:pt x="6674" y="140"/>
                  </a:lnTo>
                  <a:lnTo>
                    <a:pt x="6632"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1" name="Google Shape;661;p53"/>
            <p:cNvSpPr/>
            <p:nvPr/>
          </p:nvSpPr>
          <p:spPr>
            <a:xfrm>
              <a:off x="2003193" y="450753"/>
              <a:ext cx="365881" cy="133176"/>
            </a:xfrm>
            <a:custGeom>
              <a:avLst/>
              <a:gdLst/>
              <a:ahLst/>
              <a:cxnLst/>
              <a:rect l="l" t="t" r="r" b="b"/>
              <a:pathLst>
                <a:path w="6673" h="2429" extrusionOk="0">
                  <a:moveTo>
                    <a:pt x="6624" y="0"/>
                  </a:moveTo>
                  <a:lnTo>
                    <a:pt x="1" y="2296"/>
                  </a:lnTo>
                  <a:lnTo>
                    <a:pt x="50" y="2429"/>
                  </a:lnTo>
                  <a:lnTo>
                    <a:pt x="6673" y="133"/>
                  </a:lnTo>
                  <a:lnTo>
                    <a:pt x="6624"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2" name="Google Shape;662;p53"/>
            <p:cNvSpPr/>
            <p:nvPr/>
          </p:nvSpPr>
          <p:spPr>
            <a:xfrm>
              <a:off x="2029292" y="525594"/>
              <a:ext cx="365935" cy="133615"/>
            </a:xfrm>
            <a:custGeom>
              <a:avLst/>
              <a:gdLst/>
              <a:ahLst/>
              <a:cxnLst/>
              <a:rect l="l" t="t" r="r" b="b"/>
              <a:pathLst>
                <a:path w="6674" h="2437" extrusionOk="0">
                  <a:moveTo>
                    <a:pt x="6625" y="0"/>
                  </a:moveTo>
                  <a:lnTo>
                    <a:pt x="0" y="2297"/>
                  </a:lnTo>
                  <a:lnTo>
                    <a:pt x="42" y="2437"/>
                  </a:lnTo>
                  <a:lnTo>
                    <a:pt x="6674" y="139"/>
                  </a:lnTo>
                  <a:lnTo>
                    <a:pt x="6625"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3" name="Google Shape;663;p53"/>
            <p:cNvSpPr/>
            <p:nvPr/>
          </p:nvSpPr>
          <p:spPr>
            <a:xfrm>
              <a:off x="2055007" y="600820"/>
              <a:ext cx="365935" cy="133340"/>
            </a:xfrm>
            <a:custGeom>
              <a:avLst/>
              <a:gdLst/>
              <a:ahLst/>
              <a:cxnLst/>
              <a:rect l="l" t="t" r="r" b="b"/>
              <a:pathLst>
                <a:path w="6674" h="2432" extrusionOk="0">
                  <a:moveTo>
                    <a:pt x="6632" y="1"/>
                  </a:moveTo>
                  <a:lnTo>
                    <a:pt x="0" y="2297"/>
                  </a:lnTo>
                  <a:lnTo>
                    <a:pt x="49" y="2431"/>
                  </a:lnTo>
                  <a:lnTo>
                    <a:pt x="6674" y="134"/>
                  </a:lnTo>
                  <a:lnTo>
                    <a:pt x="6632"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4" name="Google Shape;664;p53"/>
            <p:cNvSpPr/>
            <p:nvPr/>
          </p:nvSpPr>
          <p:spPr>
            <a:xfrm>
              <a:off x="2081051" y="757466"/>
              <a:ext cx="127260" cy="51867"/>
            </a:xfrm>
            <a:custGeom>
              <a:avLst/>
              <a:gdLst/>
              <a:ahLst/>
              <a:cxnLst/>
              <a:rect l="l" t="t" r="r" b="b"/>
              <a:pathLst>
                <a:path w="2321" h="946" extrusionOk="0">
                  <a:moveTo>
                    <a:pt x="2320" y="1"/>
                  </a:moveTo>
                  <a:lnTo>
                    <a:pt x="1" y="806"/>
                  </a:lnTo>
                  <a:lnTo>
                    <a:pt x="51" y="945"/>
                  </a:lnTo>
                  <a:lnTo>
                    <a:pt x="2004" y="266"/>
                  </a:lnTo>
                  <a:lnTo>
                    <a:pt x="2320"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5" name="Google Shape;665;p53"/>
            <p:cNvSpPr/>
            <p:nvPr/>
          </p:nvSpPr>
          <p:spPr>
            <a:xfrm>
              <a:off x="2317258" y="675661"/>
              <a:ext cx="129783" cy="44630"/>
            </a:xfrm>
            <a:custGeom>
              <a:avLst/>
              <a:gdLst/>
              <a:ahLst/>
              <a:cxnLst/>
              <a:rect l="l" t="t" r="r" b="b"/>
              <a:pathLst>
                <a:path w="2367" h="814" extrusionOk="0">
                  <a:moveTo>
                    <a:pt x="2318" y="1"/>
                  </a:moveTo>
                  <a:lnTo>
                    <a:pt x="0" y="806"/>
                  </a:lnTo>
                  <a:lnTo>
                    <a:pt x="414" y="814"/>
                  </a:lnTo>
                  <a:lnTo>
                    <a:pt x="2366" y="133"/>
                  </a:lnTo>
                  <a:lnTo>
                    <a:pt x="2318"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6" name="Google Shape;666;p53"/>
            <p:cNvSpPr/>
            <p:nvPr/>
          </p:nvSpPr>
          <p:spPr>
            <a:xfrm>
              <a:off x="-61975" y="3"/>
              <a:ext cx="2876108" cy="585887"/>
            </a:xfrm>
            <a:custGeom>
              <a:avLst/>
              <a:gdLst/>
              <a:ahLst/>
              <a:cxnLst/>
              <a:rect l="l" t="t" r="r" b="b"/>
              <a:pathLst>
                <a:path w="52455" h="10686" extrusionOk="0">
                  <a:moveTo>
                    <a:pt x="52384" y="0"/>
                  </a:moveTo>
                  <a:cubicBezTo>
                    <a:pt x="49166" y="1974"/>
                    <a:pt x="33957" y="10529"/>
                    <a:pt x="11889" y="10529"/>
                  </a:cubicBezTo>
                  <a:cubicBezTo>
                    <a:pt x="8122" y="10529"/>
                    <a:pt x="4155" y="10279"/>
                    <a:pt x="13" y="9705"/>
                  </a:cubicBezTo>
                  <a:lnTo>
                    <a:pt x="0" y="9845"/>
                  </a:lnTo>
                  <a:cubicBezTo>
                    <a:pt x="4040" y="10406"/>
                    <a:pt x="8067" y="10685"/>
                    <a:pt x="12071" y="10685"/>
                  </a:cubicBezTo>
                  <a:cubicBezTo>
                    <a:pt x="19901" y="10685"/>
                    <a:pt x="27616" y="9608"/>
                    <a:pt x="35123" y="7472"/>
                  </a:cubicBezTo>
                  <a:cubicBezTo>
                    <a:pt x="44178" y="4887"/>
                    <a:pt x="50261" y="1471"/>
                    <a:pt x="52455" y="120"/>
                  </a:cubicBezTo>
                  <a:lnTo>
                    <a:pt x="5238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667" name="Google Shape;667;p53"/>
          <p:cNvGrpSpPr/>
          <p:nvPr/>
        </p:nvGrpSpPr>
        <p:grpSpPr>
          <a:xfrm>
            <a:off x="6659330" y="-36226"/>
            <a:ext cx="2497561" cy="968677"/>
            <a:chOff x="6211327" y="-36220"/>
            <a:chExt cx="2945584" cy="1142442"/>
          </a:xfrm>
        </p:grpSpPr>
        <p:sp>
          <p:nvSpPr>
            <p:cNvPr id="668" name="Google Shape;668;p53"/>
            <p:cNvSpPr/>
            <p:nvPr/>
          </p:nvSpPr>
          <p:spPr>
            <a:xfrm>
              <a:off x="6250918" y="14721"/>
              <a:ext cx="399409" cy="541878"/>
            </a:xfrm>
            <a:custGeom>
              <a:avLst/>
              <a:gdLst/>
              <a:ahLst/>
              <a:cxnLst/>
              <a:rect l="l" t="t" r="r" b="b"/>
              <a:pathLst>
                <a:path w="7072" h="9595" extrusionOk="0">
                  <a:moveTo>
                    <a:pt x="763" y="1"/>
                  </a:moveTo>
                  <a:lnTo>
                    <a:pt x="0" y="9595"/>
                  </a:lnTo>
                  <a:lnTo>
                    <a:pt x="7072" y="3068"/>
                  </a:lnTo>
                  <a:lnTo>
                    <a:pt x="763"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9" name="Google Shape;669;p53"/>
            <p:cNvSpPr/>
            <p:nvPr/>
          </p:nvSpPr>
          <p:spPr>
            <a:xfrm>
              <a:off x="7632250" y="507134"/>
              <a:ext cx="391559" cy="530752"/>
            </a:xfrm>
            <a:custGeom>
              <a:avLst/>
              <a:gdLst/>
              <a:ahLst/>
              <a:cxnLst/>
              <a:rect l="l" t="t" r="r" b="b"/>
              <a:pathLst>
                <a:path w="6933" h="9398" extrusionOk="0">
                  <a:moveTo>
                    <a:pt x="1" y="0"/>
                  </a:moveTo>
                  <a:lnTo>
                    <a:pt x="2073" y="9398"/>
                  </a:lnTo>
                  <a:lnTo>
                    <a:pt x="6933" y="1093"/>
                  </a:lnTo>
                  <a:lnTo>
                    <a:pt x="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0" name="Google Shape;670;p53"/>
            <p:cNvSpPr/>
            <p:nvPr/>
          </p:nvSpPr>
          <p:spPr>
            <a:xfrm>
              <a:off x="6542738" y="220406"/>
              <a:ext cx="551333" cy="614561"/>
            </a:xfrm>
            <a:custGeom>
              <a:avLst/>
              <a:gdLst/>
              <a:ahLst/>
              <a:cxnLst/>
              <a:rect l="l" t="t" r="r" b="b"/>
              <a:pathLst>
                <a:path w="9762" h="10882" extrusionOk="0">
                  <a:moveTo>
                    <a:pt x="3214" y="0"/>
                  </a:moveTo>
                  <a:lnTo>
                    <a:pt x="1" y="8368"/>
                  </a:lnTo>
                  <a:lnTo>
                    <a:pt x="3740" y="8396"/>
                  </a:lnTo>
                  <a:lnTo>
                    <a:pt x="6548" y="10882"/>
                  </a:lnTo>
                  <a:lnTo>
                    <a:pt x="9761" y="2514"/>
                  </a:lnTo>
                  <a:lnTo>
                    <a:pt x="321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1" name="Google Shape;671;p53"/>
            <p:cNvSpPr/>
            <p:nvPr/>
          </p:nvSpPr>
          <p:spPr>
            <a:xfrm>
              <a:off x="6688620" y="249661"/>
              <a:ext cx="127809" cy="63308"/>
            </a:xfrm>
            <a:custGeom>
              <a:avLst/>
              <a:gdLst/>
              <a:ahLst/>
              <a:cxnLst/>
              <a:rect l="l" t="t" r="r" b="b"/>
              <a:pathLst>
                <a:path w="2263" h="1121" extrusionOk="0">
                  <a:moveTo>
                    <a:pt x="1984" y="0"/>
                  </a:moveTo>
                  <a:lnTo>
                    <a:pt x="107" y="834"/>
                  </a:lnTo>
                  <a:lnTo>
                    <a:pt x="1" y="1121"/>
                  </a:lnTo>
                  <a:lnTo>
                    <a:pt x="2263" y="113"/>
                  </a:lnTo>
                  <a:lnTo>
                    <a:pt x="1984"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2" name="Google Shape;672;p53"/>
            <p:cNvSpPr/>
            <p:nvPr/>
          </p:nvSpPr>
          <p:spPr>
            <a:xfrm>
              <a:off x="6656259" y="282078"/>
              <a:ext cx="244491" cy="114701"/>
            </a:xfrm>
            <a:custGeom>
              <a:avLst/>
              <a:gdLst/>
              <a:ahLst/>
              <a:cxnLst/>
              <a:rect l="l" t="t" r="r" b="b"/>
              <a:pathLst>
                <a:path w="4329" h="2031" extrusionOk="0">
                  <a:moveTo>
                    <a:pt x="4047" y="1"/>
                  </a:moveTo>
                  <a:lnTo>
                    <a:pt x="112" y="1752"/>
                  </a:lnTo>
                  <a:lnTo>
                    <a:pt x="1" y="2031"/>
                  </a:lnTo>
                  <a:lnTo>
                    <a:pt x="4328" y="113"/>
                  </a:lnTo>
                  <a:lnTo>
                    <a:pt x="4047"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3" name="Google Shape;673;p53"/>
            <p:cNvSpPr/>
            <p:nvPr/>
          </p:nvSpPr>
          <p:spPr>
            <a:xfrm>
              <a:off x="6623784" y="314551"/>
              <a:ext cx="361117" cy="166545"/>
            </a:xfrm>
            <a:custGeom>
              <a:avLst/>
              <a:gdLst/>
              <a:ahLst/>
              <a:cxnLst/>
              <a:rect l="l" t="t" r="r" b="b"/>
              <a:pathLst>
                <a:path w="6394" h="2949" extrusionOk="0">
                  <a:moveTo>
                    <a:pt x="6115" y="1"/>
                  </a:moveTo>
                  <a:lnTo>
                    <a:pt x="114" y="2668"/>
                  </a:lnTo>
                  <a:lnTo>
                    <a:pt x="1" y="2948"/>
                  </a:lnTo>
                  <a:lnTo>
                    <a:pt x="6394" y="111"/>
                  </a:lnTo>
                  <a:lnTo>
                    <a:pt x="6115"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4" name="Google Shape;674;p53"/>
            <p:cNvSpPr/>
            <p:nvPr/>
          </p:nvSpPr>
          <p:spPr>
            <a:xfrm>
              <a:off x="6591818" y="346912"/>
              <a:ext cx="477404" cy="218332"/>
            </a:xfrm>
            <a:custGeom>
              <a:avLst/>
              <a:gdLst/>
              <a:ahLst/>
              <a:cxnLst/>
              <a:rect l="l" t="t" r="r" b="b"/>
              <a:pathLst>
                <a:path w="8453" h="3866" extrusionOk="0">
                  <a:moveTo>
                    <a:pt x="8165" y="1"/>
                  </a:moveTo>
                  <a:lnTo>
                    <a:pt x="105" y="3587"/>
                  </a:lnTo>
                  <a:lnTo>
                    <a:pt x="1" y="3866"/>
                  </a:lnTo>
                  <a:lnTo>
                    <a:pt x="8452" y="106"/>
                  </a:lnTo>
                  <a:lnTo>
                    <a:pt x="8165"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5" name="Google Shape;675;p53"/>
            <p:cNvSpPr/>
            <p:nvPr/>
          </p:nvSpPr>
          <p:spPr>
            <a:xfrm>
              <a:off x="6559343" y="405873"/>
              <a:ext cx="518125" cy="243690"/>
            </a:xfrm>
            <a:custGeom>
              <a:avLst/>
              <a:gdLst/>
              <a:ahLst/>
              <a:cxnLst/>
              <a:rect l="l" t="t" r="r" b="b"/>
              <a:pathLst>
                <a:path w="9174" h="4315" extrusionOk="0">
                  <a:moveTo>
                    <a:pt x="9173" y="0"/>
                  </a:moveTo>
                  <a:lnTo>
                    <a:pt x="105" y="4033"/>
                  </a:lnTo>
                  <a:lnTo>
                    <a:pt x="1" y="4314"/>
                  </a:lnTo>
                  <a:lnTo>
                    <a:pt x="9062" y="281"/>
                  </a:lnTo>
                  <a:lnTo>
                    <a:pt x="9173"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6" name="Google Shape;676;p53"/>
            <p:cNvSpPr/>
            <p:nvPr/>
          </p:nvSpPr>
          <p:spPr>
            <a:xfrm>
              <a:off x="6588203" y="490135"/>
              <a:ext cx="456903" cy="203254"/>
            </a:xfrm>
            <a:custGeom>
              <a:avLst/>
              <a:gdLst/>
              <a:ahLst/>
              <a:cxnLst/>
              <a:rect l="l" t="t" r="r" b="b"/>
              <a:pathLst>
                <a:path w="8090" h="3599" extrusionOk="0">
                  <a:moveTo>
                    <a:pt x="8089" y="0"/>
                  </a:moveTo>
                  <a:lnTo>
                    <a:pt x="1" y="3598"/>
                  </a:lnTo>
                  <a:lnTo>
                    <a:pt x="518" y="3598"/>
                  </a:lnTo>
                  <a:lnTo>
                    <a:pt x="7977" y="279"/>
                  </a:lnTo>
                  <a:lnTo>
                    <a:pt x="8089"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7" name="Google Shape;677;p53"/>
            <p:cNvSpPr/>
            <p:nvPr/>
          </p:nvSpPr>
          <p:spPr>
            <a:xfrm>
              <a:off x="6742048" y="574340"/>
              <a:ext cx="270584" cy="125431"/>
            </a:xfrm>
            <a:custGeom>
              <a:avLst/>
              <a:gdLst/>
              <a:ahLst/>
              <a:cxnLst/>
              <a:rect l="l" t="t" r="r" b="b"/>
              <a:pathLst>
                <a:path w="4791" h="2221" extrusionOk="0">
                  <a:moveTo>
                    <a:pt x="4790" y="0"/>
                  </a:moveTo>
                  <a:lnTo>
                    <a:pt x="1" y="2129"/>
                  </a:lnTo>
                  <a:lnTo>
                    <a:pt x="211" y="2129"/>
                  </a:lnTo>
                  <a:lnTo>
                    <a:pt x="315" y="2220"/>
                  </a:lnTo>
                  <a:lnTo>
                    <a:pt x="4678" y="281"/>
                  </a:lnTo>
                  <a:lnTo>
                    <a:pt x="4790"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8" name="Google Shape;678;p53"/>
            <p:cNvSpPr/>
            <p:nvPr/>
          </p:nvSpPr>
          <p:spPr>
            <a:xfrm>
              <a:off x="6802536" y="658602"/>
              <a:ext cx="177622" cy="87819"/>
            </a:xfrm>
            <a:custGeom>
              <a:avLst/>
              <a:gdLst/>
              <a:ahLst/>
              <a:cxnLst/>
              <a:rect l="l" t="t" r="r" b="b"/>
              <a:pathLst>
                <a:path w="3145" h="1555" extrusionOk="0">
                  <a:moveTo>
                    <a:pt x="3145" y="0"/>
                  </a:moveTo>
                  <a:lnTo>
                    <a:pt x="0" y="1400"/>
                  </a:lnTo>
                  <a:lnTo>
                    <a:pt x="177" y="1555"/>
                  </a:lnTo>
                  <a:lnTo>
                    <a:pt x="3041" y="279"/>
                  </a:lnTo>
                  <a:lnTo>
                    <a:pt x="3145"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9" name="Google Shape;679;p53"/>
            <p:cNvSpPr/>
            <p:nvPr/>
          </p:nvSpPr>
          <p:spPr>
            <a:xfrm>
              <a:off x="6854721" y="742808"/>
              <a:ext cx="93075" cy="49867"/>
            </a:xfrm>
            <a:custGeom>
              <a:avLst/>
              <a:gdLst/>
              <a:ahLst/>
              <a:cxnLst/>
              <a:rect l="l" t="t" r="r" b="b"/>
              <a:pathLst>
                <a:path w="1648" h="883" extrusionOk="0">
                  <a:moveTo>
                    <a:pt x="1648" y="0"/>
                  </a:moveTo>
                  <a:lnTo>
                    <a:pt x="1" y="729"/>
                  </a:lnTo>
                  <a:lnTo>
                    <a:pt x="184" y="882"/>
                  </a:lnTo>
                  <a:lnTo>
                    <a:pt x="1542" y="281"/>
                  </a:lnTo>
                  <a:lnTo>
                    <a:pt x="1648"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0" name="Google Shape;680;p53"/>
            <p:cNvSpPr/>
            <p:nvPr/>
          </p:nvSpPr>
          <p:spPr>
            <a:xfrm>
              <a:off x="7084924" y="389269"/>
              <a:ext cx="476557" cy="539845"/>
            </a:xfrm>
            <a:custGeom>
              <a:avLst/>
              <a:gdLst/>
              <a:ahLst/>
              <a:cxnLst/>
              <a:rect l="l" t="t" r="r" b="b"/>
              <a:pathLst>
                <a:path w="8438" h="9559" extrusionOk="0">
                  <a:moveTo>
                    <a:pt x="1654" y="0"/>
                  </a:moveTo>
                  <a:lnTo>
                    <a:pt x="0" y="6351"/>
                  </a:lnTo>
                  <a:lnTo>
                    <a:pt x="2788" y="9559"/>
                  </a:lnTo>
                  <a:lnTo>
                    <a:pt x="6786" y="8124"/>
                  </a:lnTo>
                  <a:lnTo>
                    <a:pt x="8438" y="1771"/>
                  </a:lnTo>
                  <a:lnTo>
                    <a:pt x="165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1" name="Google Shape;681;p53"/>
            <p:cNvSpPr/>
            <p:nvPr/>
          </p:nvSpPr>
          <p:spPr>
            <a:xfrm>
              <a:off x="7154957" y="439928"/>
              <a:ext cx="27279" cy="39024"/>
            </a:xfrm>
            <a:custGeom>
              <a:avLst/>
              <a:gdLst/>
              <a:ahLst/>
              <a:cxnLst/>
              <a:rect l="l" t="t" r="r" b="b"/>
              <a:pathLst>
                <a:path w="483" h="691" extrusionOk="0">
                  <a:moveTo>
                    <a:pt x="182" y="0"/>
                  </a:moveTo>
                  <a:lnTo>
                    <a:pt x="0" y="679"/>
                  </a:lnTo>
                  <a:cubicBezTo>
                    <a:pt x="30" y="687"/>
                    <a:pt x="60" y="691"/>
                    <a:pt x="89" y="691"/>
                  </a:cubicBezTo>
                  <a:cubicBezTo>
                    <a:pt x="247" y="691"/>
                    <a:pt x="393" y="586"/>
                    <a:pt x="434" y="427"/>
                  </a:cubicBezTo>
                  <a:cubicBezTo>
                    <a:pt x="483" y="237"/>
                    <a:pt x="372" y="42"/>
                    <a:pt x="182"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2" name="Google Shape;682;p53"/>
            <p:cNvSpPr/>
            <p:nvPr/>
          </p:nvSpPr>
          <p:spPr>
            <a:xfrm>
              <a:off x="7233630" y="464156"/>
              <a:ext cx="44391" cy="39871"/>
            </a:xfrm>
            <a:custGeom>
              <a:avLst/>
              <a:gdLst/>
              <a:ahLst/>
              <a:cxnLst/>
              <a:rect l="l" t="t" r="r" b="b"/>
              <a:pathLst>
                <a:path w="786" h="706" extrusionOk="0">
                  <a:moveTo>
                    <a:pt x="395" y="0"/>
                  </a:moveTo>
                  <a:cubicBezTo>
                    <a:pt x="236" y="0"/>
                    <a:pt x="90" y="105"/>
                    <a:pt x="49" y="264"/>
                  </a:cubicBezTo>
                  <a:cubicBezTo>
                    <a:pt x="0" y="454"/>
                    <a:pt x="120" y="642"/>
                    <a:pt x="308" y="691"/>
                  </a:cubicBezTo>
                  <a:cubicBezTo>
                    <a:pt x="340" y="700"/>
                    <a:pt x="373" y="705"/>
                    <a:pt x="404" y="705"/>
                  </a:cubicBezTo>
                  <a:cubicBezTo>
                    <a:pt x="558" y="705"/>
                    <a:pt x="695" y="596"/>
                    <a:pt x="737" y="439"/>
                  </a:cubicBezTo>
                  <a:cubicBezTo>
                    <a:pt x="785" y="250"/>
                    <a:pt x="673" y="61"/>
                    <a:pt x="484" y="12"/>
                  </a:cubicBezTo>
                  <a:cubicBezTo>
                    <a:pt x="454" y="4"/>
                    <a:pt x="424" y="0"/>
                    <a:pt x="395"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3" name="Google Shape;683;p53"/>
            <p:cNvSpPr/>
            <p:nvPr/>
          </p:nvSpPr>
          <p:spPr>
            <a:xfrm>
              <a:off x="7329755" y="489062"/>
              <a:ext cx="44278" cy="40097"/>
            </a:xfrm>
            <a:custGeom>
              <a:avLst/>
              <a:gdLst/>
              <a:ahLst/>
              <a:cxnLst/>
              <a:rect l="l" t="t" r="r" b="b"/>
              <a:pathLst>
                <a:path w="784" h="710" extrusionOk="0">
                  <a:moveTo>
                    <a:pt x="385" y="1"/>
                  </a:moveTo>
                  <a:cubicBezTo>
                    <a:pt x="229" y="1"/>
                    <a:pt x="90" y="106"/>
                    <a:pt x="50" y="265"/>
                  </a:cubicBezTo>
                  <a:cubicBezTo>
                    <a:pt x="1" y="453"/>
                    <a:pt x="112" y="650"/>
                    <a:pt x="302" y="698"/>
                  </a:cubicBezTo>
                  <a:cubicBezTo>
                    <a:pt x="330" y="706"/>
                    <a:pt x="359" y="709"/>
                    <a:pt x="387" y="709"/>
                  </a:cubicBezTo>
                  <a:cubicBezTo>
                    <a:pt x="546" y="709"/>
                    <a:pt x="694" y="599"/>
                    <a:pt x="735" y="440"/>
                  </a:cubicBezTo>
                  <a:cubicBezTo>
                    <a:pt x="784" y="250"/>
                    <a:pt x="665" y="61"/>
                    <a:pt x="476" y="13"/>
                  </a:cubicBezTo>
                  <a:cubicBezTo>
                    <a:pt x="446" y="5"/>
                    <a:pt x="415" y="1"/>
                    <a:pt x="385"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4" name="Google Shape;684;p53"/>
            <p:cNvSpPr/>
            <p:nvPr/>
          </p:nvSpPr>
          <p:spPr>
            <a:xfrm>
              <a:off x="7425429" y="513968"/>
              <a:ext cx="44391" cy="40097"/>
            </a:xfrm>
            <a:custGeom>
              <a:avLst/>
              <a:gdLst/>
              <a:ahLst/>
              <a:cxnLst/>
              <a:rect l="l" t="t" r="r" b="b"/>
              <a:pathLst>
                <a:path w="786" h="710" extrusionOk="0">
                  <a:moveTo>
                    <a:pt x="394" y="1"/>
                  </a:moveTo>
                  <a:cubicBezTo>
                    <a:pt x="237" y="1"/>
                    <a:pt x="91" y="106"/>
                    <a:pt x="50" y="264"/>
                  </a:cubicBezTo>
                  <a:cubicBezTo>
                    <a:pt x="1" y="454"/>
                    <a:pt x="113" y="649"/>
                    <a:pt x="302" y="698"/>
                  </a:cubicBezTo>
                  <a:cubicBezTo>
                    <a:pt x="332" y="706"/>
                    <a:pt x="363" y="710"/>
                    <a:pt x="393" y="710"/>
                  </a:cubicBezTo>
                  <a:cubicBezTo>
                    <a:pt x="551" y="710"/>
                    <a:pt x="694" y="605"/>
                    <a:pt x="735" y="446"/>
                  </a:cubicBezTo>
                  <a:cubicBezTo>
                    <a:pt x="786" y="251"/>
                    <a:pt x="673" y="61"/>
                    <a:pt x="483" y="12"/>
                  </a:cubicBezTo>
                  <a:cubicBezTo>
                    <a:pt x="453" y="4"/>
                    <a:pt x="424" y="1"/>
                    <a:pt x="394"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5" name="Google Shape;685;p53"/>
            <p:cNvSpPr/>
            <p:nvPr/>
          </p:nvSpPr>
          <p:spPr>
            <a:xfrm>
              <a:off x="7521102" y="538930"/>
              <a:ext cx="27392" cy="39420"/>
            </a:xfrm>
            <a:custGeom>
              <a:avLst/>
              <a:gdLst/>
              <a:ahLst/>
              <a:cxnLst/>
              <a:rect l="l" t="t" r="r" b="b"/>
              <a:pathLst>
                <a:path w="485" h="698" extrusionOk="0">
                  <a:moveTo>
                    <a:pt x="393" y="0"/>
                  </a:moveTo>
                  <a:cubicBezTo>
                    <a:pt x="237" y="0"/>
                    <a:pt x="97" y="105"/>
                    <a:pt x="50" y="264"/>
                  </a:cubicBezTo>
                  <a:cubicBezTo>
                    <a:pt x="1" y="452"/>
                    <a:pt x="120" y="649"/>
                    <a:pt x="310" y="698"/>
                  </a:cubicBezTo>
                  <a:lnTo>
                    <a:pt x="485" y="12"/>
                  </a:lnTo>
                  <a:cubicBezTo>
                    <a:pt x="454" y="4"/>
                    <a:pt x="423" y="0"/>
                    <a:pt x="39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6" name="Google Shape;686;p53"/>
            <p:cNvSpPr/>
            <p:nvPr/>
          </p:nvSpPr>
          <p:spPr>
            <a:xfrm>
              <a:off x="7204770" y="397232"/>
              <a:ext cx="41172" cy="24793"/>
            </a:xfrm>
            <a:custGeom>
              <a:avLst/>
              <a:gdLst/>
              <a:ahLst/>
              <a:cxnLst/>
              <a:rect l="l" t="t" r="r" b="b"/>
              <a:pathLst>
                <a:path w="729" h="439" extrusionOk="0">
                  <a:moveTo>
                    <a:pt x="43" y="0"/>
                  </a:moveTo>
                  <a:lnTo>
                    <a:pt x="43" y="0"/>
                  </a:lnTo>
                  <a:cubicBezTo>
                    <a:pt x="1" y="188"/>
                    <a:pt x="113" y="378"/>
                    <a:pt x="301" y="427"/>
                  </a:cubicBezTo>
                  <a:cubicBezTo>
                    <a:pt x="331" y="435"/>
                    <a:pt x="361" y="438"/>
                    <a:pt x="391" y="438"/>
                  </a:cubicBezTo>
                  <a:cubicBezTo>
                    <a:pt x="547" y="438"/>
                    <a:pt x="687" y="334"/>
                    <a:pt x="728" y="175"/>
                  </a:cubicBezTo>
                  <a:lnTo>
                    <a:pt x="43"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7" name="Google Shape;687;p53"/>
            <p:cNvSpPr/>
            <p:nvPr/>
          </p:nvSpPr>
          <p:spPr>
            <a:xfrm>
              <a:off x="7300443" y="422082"/>
              <a:ext cx="41624" cy="24962"/>
            </a:xfrm>
            <a:custGeom>
              <a:avLst/>
              <a:gdLst/>
              <a:ahLst/>
              <a:cxnLst/>
              <a:rect l="l" t="t" r="r" b="b"/>
              <a:pathLst>
                <a:path w="737" h="442" extrusionOk="0">
                  <a:moveTo>
                    <a:pt x="49" y="1"/>
                  </a:moveTo>
                  <a:lnTo>
                    <a:pt x="49" y="1"/>
                  </a:lnTo>
                  <a:cubicBezTo>
                    <a:pt x="1" y="190"/>
                    <a:pt x="113" y="379"/>
                    <a:pt x="301" y="427"/>
                  </a:cubicBezTo>
                  <a:cubicBezTo>
                    <a:pt x="334" y="437"/>
                    <a:pt x="366" y="442"/>
                    <a:pt x="398" y="442"/>
                  </a:cubicBezTo>
                  <a:cubicBezTo>
                    <a:pt x="554" y="442"/>
                    <a:pt x="696" y="333"/>
                    <a:pt x="737" y="175"/>
                  </a:cubicBezTo>
                  <a:lnTo>
                    <a:pt x="49"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8" name="Google Shape;688;p53"/>
            <p:cNvSpPr/>
            <p:nvPr/>
          </p:nvSpPr>
          <p:spPr>
            <a:xfrm>
              <a:off x="7396230" y="447044"/>
              <a:ext cx="41511" cy="25188"/>
            </a:xfrm>
            <a:custGeom>
              <a:avLst/>
              <a:gdLst/>
              <a:ahLst/>
              <a:cxnLst/>
              <a:rect l="l" t="t" r="r" b="b"/>
              <a:pathLst>
                <a:path w="735" h="446" extrusionOk="0">
                  <a:moveTo>
                    <a:pt x="49" y="1"/>
                  </a:moveTo>
                  <a:lnTo>
                    <a:pt x="49" y="1"/>
                  </a:lnTo>
                  <a:cubicBezTo>
                    <a:pt x="0" y="189"/>
                    <a:pt x="111" y="385"/>
                    <a:pt x="301" y="434"/>
                  </a:cubicBezTo>
                  <a:cubicBezTo>
                    <a:pt x="330" y="441"/>
                    <a:pt x="358" y="445"/>
                    <a:pt x="387" y="445"/>
                  </a:cubicBezTo>
                  <a:cubicBezTo>
                    <a:pt x="546" y="445"/>
                    <a:pt x="693" y="335"/>
                    <a:pt x="735" y="175"/>
                  </a:cubicBezTo>
                  <a:lnTo>
                    <a:pt x="49"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9" name="Google Shape;689;p53"/>
            <p:cNvSpPr/>
            <p:nvPr/>
          </p:nvSpPr>
          <p:spPr>
            <a:xfrm>
              <a:off x="7491903" y="471893"/>
              <a:ext cx="41511" cy="25244"/>
            </a:xfrm>
            <a:custGeom>
              <a:avLst/>
              <a:gdLst/>
              <a:ahLst/>
              <a:cxnLst/>
              <a:rect l="l" t="t" r="r" b="b"/>
              <a:pathLst>
                <a:path w="735" h="447" extrusionOk="0">
                  <a:moveTo>
                    <a:pt x="56" y="1"/>
                  </a:moveTo>
                  <a:lnTo>
                    <a:pt x="56" y="1"/>
                  </a:lnTo>
                  <a:cubicBezTo>
                    <a:pt x="0" y="191"/>
                    <a:pt x="119" y="386"/>
                    <a:pt x="308" y="434"/>
                  </a:cubicBezTo>
                  <a:cubicBezTo>
                    <a:pt x="338" y="443"/>
                    <a:pt x="369" y="446"/>
                    <a:pt x="399" y="446"/>
                  </a:cubicBezTo>
                  <a:cubicBezTo>
                    <a:pt x="555" y="446"/>
                    <a:pt x="694" y="341"/>
                    <a:pt x="735" y="176"/>
                  </a:cubicBezTo>
                  <a:lnTo>
                    <a:pt x="56"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0" name="Google Shape;690;p53"/>
            <p:cNvSpPr/>
            <p:nvPr/>
          </p:nvSpPr>
          <p:spPr>
            <a:xfrm>
              <a:off x="7166817" y="527014"/>
              <a:ext cx="44391" cy="40097"/>
            </a:xfrm>
            <a:custGeom>
              <a:avLst/>
              <a:gdLst/>
              <a:ahLst/>
              <a:cxnLst/>
              <a:rect l="l" t="t" r="r" b="b"/>
              <a:pathLst>
                <a:path w="786" h="710" extrusionOk="0">
                  <a:moveTo>
                    <a:pt x="391" y="1"/>
                  </a:moveTo>
                  <a:cubicBezTo>
                    <a:pt x="235" y="1"/>
                    <a:pt x="90" y="106"/>
                    <a:pt x="49" y="265"/>
                  </a:cubicBezTo>
                  <a:cubicBezTo>
                    <a:pt x="0" y="453"/>
                    <a:pt x="113" y="650"/>
                    <a:pt x="301" y="699"/>
                  </a:cubicBezTo>
                  <a:cubicBezTo>
                    <a:pt x="331" y="706"/>
                    <a:pt x="361" y="710"/>
                    <a:pt x="391" y="710"/>
                  </a:cubicBezTo>
                  <a:cubicBezTo>
                    <a:pt x="549" y="710"/>
                    <a:pt x="694" y="605"/>
                    <a:pt x="735" y="447"/>
                  </a:cubicBezTo>
                  <a:cubicBezTo>
                    <a:pt x="785" y="257"/>
                    <a:pt x="673" y="62"/>
                    <a:pt x="483" y="13"/>
                  </a:cubicBezTo>
                  <a:cubicBezTo>
                    <a:pt x="452" y="5"/>
                    <a:pt x="422" y="1"/>
                    <a:pt x="391"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1" name="Google Shape;691;p53"/>
            <p:cNvSpPr/>
            <p:nvPr/>
          </p:nvSpPr>
          <p:spPr>
            <a:xfrm>
              <a:off x="7262490" y="551920"/>
              <a:ext cx="44391" cy="40097"/>
            </a:xfrm>
            <a:custGeom>
              <a:avLst/>
              <a:gdLst/>
              <a:ahLst/>
              <a:cxnLst/>
              <a:rect l="l" t="t" r="r" b="b"/>
              <a:pathLst>
                <a:path w="786" h="710" extrusionOk="0">
                  <a:moveTo>
                    <a:pt x="395" y="1"/>
                  </a:moveTo>
                  <a:cubicBezTo>
                    <a:pt x="237" y="1"/>
                    <a:pt x="92" y="106"/>
                    <a:pt x="49" y="264"/>
                  </a:cubicBezTo>
                  <a:cubicBezTo>
                    <a:pt x="0" y="454"/>
                    <a:pt x="120" y="649"/>
                    <a:pt x="310" y="698"/>
                  </a:cubicBezTo>
                  <a:cubicBezTo>
                    <a:pt x="340" y="706"/>
                    <a:pt x="370" y="710"/>
                    <a:pt x="400" y="710"/>
                  </a:cubicBezTo>
                  <a:cubicBezTo>
                    <a:pt x="555" y="710"/>
                    <a:pt x="696" y="605"/>
                    <a:pt x="736" y="446"/>
                  </a:cubicBezTo>
                  <a:cubicBezTo>
                    <a:pt x="785" y="258"/>
                    <a:pt x="673" y="61"/>
                    <a:pt x="484" y="12"/>
                  </a:cubicBezTo>
                  <a:cubicBezTo>
                    <a:pt x="454" y="5"/>
                    <a:pt x="424" y="1"/>
                    <a:pt x="395"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2" name="Google Shape;692;p53"/>
            <p:cNvSpPr/>
            <p:nvPr/>
          </p:nvSpPr>
          <p:spPr>
            <a:xfrm>
              <a:off x="7358615" y="576882"/>
              <a:ext cx="44278" cy="40097"/>
            </a:xfrm>
            <a:custGeom>
              <a:avLst/>
              <a:gdLst/>
              <a:ahLst/>
              <a:cxnLst/>
              <a:rect l="l" t="t" r="r" b="b"/>
              <a:pathLst>
                <a:path w="784" h="710" extrusionOk="0">
                  <a:moveTo>
                    <a:pt x="386" y="0"/>
                  </a:moveTo>
                  <a:cubicBezTo>
                    <a:pt x="230" y="0"/>
                    <a:pt x="90" y="105"/>
                    <a:pt x="49" y="264"/>
                  </a:cubicBezTo>
                  <a:cubicBezTo>
                    <a:pt x="1" y="453"/>
                    <a:pt x="112" y="649"/>
                    <a:pt x="302" y="698"/>
                  </a:cubicBezTo>
                  <a:cubicBezTo>
                    <a:pt x="331" y="706"/>
                    <a:pt x="361" y="709"/>
                    <a:pt x="391" y="709"/>
                  </a:cubicBezTo>
                  <a:cubicBezTo>
                    <a:pt x="548" y="709"/>
                    <a:pt x="694" y="604"/>
                    <a:pt x="735" y="446"/>
                  </a:cubicBezTo>
                  <a:cubicBezTo>
                    <a:pt x="784" y="256"/>
                    <a:pt x="666" y="61"/>
                    <a:pt x="476" y="12"/>
                  </a:cubicBezTo>
                  <a:cubicBezTo>
                    <a:pt x="446" y="4"/>
                    <a:pt x="415" y="0"/>
                    <a:pt x="386"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3" name="Google Shape;693;p53"/>
            <p:cNvSpPr/>
            <p:nvPr/>
          </p:nvSpPr>
          <p:spPr>
            <a:xfrm>
              <a:off x="7454289" y="601788"/>
              <a:ext cx="44391" cy="40097"/>
            </a:xfrm>
            <a:custGeom>
              <a:avLst/>
              <a:gdLst/>
              <a:ahLst/>
              <a:cxnLst/>
              <a:rect l="l" t="t" r="r" b="b"/>
              <a:pathLst>
                <a:path w="786" h="710" extrusionOk="0">
                  <a:moveTo>
                    <a:pt x="395" y="0"/>
                  </a:moveTo>
                  <a:cubicBezTo>
                    <a:pt x="237" y="0"/>
                    <a:pt x="90" y="106"/>
                    <a:pt x="49" y="270"/>
                  </a:cubicBezTo>
                  <a:cubicBezTo>
                    <a:pt x="1" y="460"/>
                    <a:pt x="113" y="648"/>
                    <a:pt x="301" y="697"/>
                  </a:cubicBezTo>
                  <a:cubicBezTo>
                    <a:pt x="332" y="705"/>
                    <a:pt x="363" y="709"/>
                    <a:pt x="393" y="709"/>
                  </a:cubicBezTo>
                  <a:cubicBezTo>
                    <a:pt x="551" y="709"/>
                    <a:pt x="694" y="604"/>
                    <a:pt x="737" y="445"/>
                  </a:cubicBezTo>
                  <a:cubicBezTo>
                    <a:pt x="785" y="257"/>
                    <a:pt x="673" y="60"/>
                    <a:pt x="485" y="12"/>
                  </a:cubicBezTo>
                  <a:cubicBezTo>
                    <a:pt x="455" y="4"/>
                    <a:pt x="425" y="0"/>
                    <a:pt x="395"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4" name="Google Shape;694;p53"/>
            <p:cNvSpPr/>
            <p:nvPr/>
          </p:nvSpPr>
          <p:spPr>
            <a:xfrm>
              <a:off x="7117343" y="584676"/>
              <a:ext cx="27392" cy="39420"/>
            </a:xfrm>
            <a:custGeom>
              <a:avLst/>
              <a:gdLst/>
              <a:ahLst/>
              <a:cxnLst/>
              <a:rect l="l" t="t" r="r" b="b"/>
              <a:pathLst>
                <a:path w="485" h="698" extrusionOk="0">
                  <a:moveTo>
                    <a:pt x="176" y="0"/>
                  </a:moveTo>
                  <a:lnTo>
                    <a:pt x="1" y="686"/>
                  </a:lnTo>
                  <a:cubicBezTo>
                    <a:pt x="31" y="694"/>
                    <a:pt x="61" y="697"/>
                    <a:pt x="90" y="697"/>
                  </a:cubicBezTo>
                  <a:cubicBezTo>
                    <a:pt x="247" y="697"/>
                    <a:pt x="387" y="592"/>
                    <a:pt x="428" y="434"/>
                  </a:cubicBezTo>
                  <a:cubicBezTo>
                    <a:pt x="485" y="244"/>
                    <a:pt x="365" y="49"/>
                    <a:pt x="176"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5" name="Google Shape;695;p53"/>
            <p:cNvSpPr/>
            <p:nvPr/>
          </p:nvSpPr>
          <p:spPr>
            <a:xfrm>
              <a:off x="7196016" y="608904"/>
              <a:ext cx="44391" cy="40097"/>
            </a:xfrm>
            <a:custGeom>
              <a:avLst/>
              <a:gdLst/>
              <a:ahLst/>
              <a:cxnLst/>
              <a:rect l="l" t="t" r="r" b="b"/>
              <a:pathLst>
                <a:path w="786" h="710" extrusionOk="0">
                  <a:moveTo>
                    <a:pt x="395" y="0"/>
                  </a:moveTo>
                  <a:cubicBezTo>
                    <a:pt x="237" y="0"/>
                    <a:pt x="92" y="105"/>
                    <a:pt x="50" y="264"/>
                  </a:cubicBezTo>
                  <a:cubicBezTo>
                    <a:pt x="1" y="454"/>
                    <a:pt x="114" y="648"/>
                    <a:pt x="302" y="697"/>
                  </a:cubicBezTo>
                  <a:cubicBezTo>
                    <a:pt x="332" y="705"/>
                    <a:pt x="363" y="709"/>
                    <a:pt x="394" y="709"/>
                  </a:cubicBezTo>
                  <a:cubicBezTo>
                    <a:pt x="551" y="709"/>
                    <a:pt x="696" y="604"/>
                    <a:pt x="737" y="445"/>
                  </a:cubicBezTo>
                  <a:cubicBezTo>
                    <a:pt x="786" y="257"/>
                    <a:pt x="673" y="60"/>
                    <a:pt x="485" y="12"/>
                  </a:cubicBezTo>
                  <a:cubicBezTo>
                    <a:pt x="455" y="4"/>
                    <a:pt x="425" y="0"/>
                    <a:pt x="395"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6" name="Google Shape;696;p53"/>
            <p:cNvSpPr/>
            <p:nvPr/>
          </p:nvSpPr>
          <p:spPr>
            <a:xfrm>
              <a:off x="7291802" y="633809"/>
              <a:ext cx="44278" cy="40097"/>
            </a:xfrm>
            <a:custGeom>
              <a:avLst/>
              <a:gdLst/>
              <a:ahLst/>
              <a:cxnLst/>
              <a:rect l="l" t="t" r="r" b="b"/>
              <a:pathLst>
                <a:path w="784" h="710" extrusionOk="0">
                  <a:moveTo>
                    <a:pt x="392" y="1"/>
                  </a:moveTo>
                  <a:cubicBezTo>
                    <a:pt x="235" y="1"/>
                    <a:pt x="90" y="105"/>
                    <a:pt x="49" y="265"/>
                  </a:cubicBezTo>
                  <a:cubicBezTo>
                    <a:pt x="1" y="453"/>
                    <a:pt x="112" y="649"/>
                    <a:pt x="301" y="698"/>
                  </a:cubicBezTo>
                  <a:cubicBezTo>
                    <a:pt x="332" y="706"/>
                    <a:pt x="363" y="710"/>
                    <a:pt x="393" y="710"/>
                  </a:cubicBezTo>
                  <a:cubicBezTo>
                    <a:pt x="553" y="710"/>
                    <a:pt x="694" y="605"/>
                    <a:pt x="735" y="446"/>
                  </a:cubicBezTo>
                  <a:cubicBezTo>
                    <a:pt x="784" y="256"/>
                    <a:pt x="673" y="61"/>
                    <a:pt x="483" y="13"/>
                  </a:cubicBezTo>
                  <a:cubicBezTo>
                    <a:pt x="453" y="4"/>
                    <a:pt x="422" y="1"/>
                    <a:pt x="392"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7" name="Google Shape;697;p53"/>
            <p:cNvSpPr/>
            <p:nvPr/>
          </p:nvSpPr>
          <p:spPr>
            <a:xfrm>
              <a:off x="7387871" y="658715"/>
              <a:ext cx="44391" cy="40097"/>
            </a:xfrm>
            <a:custGeom>
              <a:avLst/>
              <a:gdLst/>
              <a:ahLst/>
              <a:cxnLst/>
              <a:rect l="l" t="t" r="r" b="b"/>
              <a:pathLst>
                <a:path w="786" h="710" extrusionOk="0">
                  <a:moveTo>
                    <a:pt x="391" y="1"/>
                  </a:moveTo>
                  <a:cubicBezTo>
                    <a:pt x="233" y="1"/>
                    <a:pt x="90" y="111"/>
                    <a:pt x="49" y="271"/>
                  </a:cubicBezTo>
                  <a:cubicBezTo>
                    <a:pt x="0" y="461"/>
                    <a:pt x="113" y="649"/>
                    <a:pt x="301" y="698"/>
                  </a:cubicBezTo>
                  <a:cubicBezTo>
                    <a:pt x="332" y="706"/>
                    <a:pt x="362" y="710"/>
                    <a:pt x="392" y="710"/>
                  </a:cubicBezTo>
                  <a:cubicBezTo>
                    <a:pt x="548" y="710"/>
                    <a:pt x="688" y="605"/>
                    <a:pt x="736" y="445"/>
                  </a:cubicBezTo>
                  <a:cubicBezTo>
                    <a:pt x="785" y="257"/>
                    <a:pt x="666" y="61"/>
                    <a:pt x="476" y="12"/>
                  </a:cubicBezTo>
                  <a:cubicBezTo>
                    <a:pt x="447" y="4"/>
                    <a:pt x="419" y="1"/>
                    <a:pt x="391"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8" name="Google Shape;698;p53"/>
            <p:cNvSpPr/>
            <p:nvPr/>
          </p:nvSpPr>
          <p:spPr>
            <a:xfrm>
              <a:off x="7483544" y="683678"/>
              <a:ext cx="27392" cy="39420"/>
            </a:xfrm>
            <a:custGeom>
              <a:avLst/>
              <a:gdLst/>
              <a:ahLst/>
              <a:cxnLst/>
              <a:rect l="l" t="t" r="r" b="b"/>
              <a:pathLst>
                <a:path w="485" h="698" extrusionOk="0">
                  <a:moveTo>
                    <a:pt x="396" y="0"/>
                  </a:moveTo>
                  <a:cubicBezTo>
                    <a:pt x="237" y="0"/>
                    <a:pt x="92" y="110"/>
                    <a:pt x="51" y="271"/>
                  </a:cubicBezTo>
                  <a:cubicBezTo>
                    <a:pt x="0" y="459"/>
                    <a:pt x="113" y="649"/>
                    <a:pt x="303" y="697"/>
                  </a:cubicBezTo>
                  <a:lnTo>
                    <a:pt x="484" y="12"/>
                  </a:lnTo>
                  <a:cubicBezTo>
                    <a:pt x="455" y="4"/>
                    <a:pt x="425" y="0"/>
                    <a:pt x="396"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9" name="Google Shape;699;p53"/>
            <p:cNvSpPr/>
            <p:nvPr/>
          </p:nvSpPr>
          <p:spPr>
            <a:xfrm>
              <a:off x="7129203" y="671818"/>
              <a:ext cx="44391" cy="40041"/>
            </a:xfrm>
            <a:custGeom>
              <a:avLst/>
              <a:gdLst/>
              <a:ahLst/>
              <a:cxnLst/>
              <a:rect l="l" t="t" r="r" b="b"/>
              <a:pathLst>
                <a:path w="786" h="709" extrusionOk="0">
                  <a:moveTo>
                    <a:pt x="389" y="0"/>
                  </a:moveTo>
                  <a:cubicBezTo>
                    <a:pt x="233" y="0"/>
                    <a:pt x="91" y="110"/>
                    <a:pt x="50" y="271"/>
                  </a:cubicBezTo>
                  <a:cubicBezTo>
                    <a:pt x="1" y="459"/>
                    <a:pt x="113" y="649"/>
                    <a:pt x="302" y="697"/>
                  </a:cubicBezTo>
                  <a:cubicBezTo>
                    <a:pt x="332" y="705"/>
                    <a:pt x="361" y="709"/>
                    <a:pt x="391" y="709"/>
                  </a:cubicBezTo>
                  <a:cubicBezTo>
                    <a:pt x="547" y="709"/>
                    <a:pt x="687" y="604"/>
                    <a:pt x="729" y="445"/>
                  </a:cubicBezTo>
                  <a:cubicBezTo>
                    <a:pt x="786" y="255"/>
                    <a:pt x="666" y="67"/>
                    <a:pt x="476" y="12"/>
                  </a:cubicBezTo>
                  <a:cubicBezTo>
                    <a:pt x="447" y="4"/>
                    <a:pt x="418" y="0"/>
                    <a:pt x="389"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0" name="Google Shape;700;p53"/>
            <p:cNvSpPr/>
            <p:nvPr/>
          </p:nvSpPr>
          <p:spPr>
            <a:xfrm>
              <a:off x="7224876" y="697062"/>
              <a:ext cx="44391" cy="39702"/>
            </a:xfrm>
            <a:custGeom>
              <a:avLst/>
              <a:gdLst/>
              <a:ahLst/>
              <a:cxnLst/>
              <a:rect l="l" t="t" r="r" b="b"/>
              <a:pathLst>
                <a:path w="786" h="703" extrusionOk="0">
                  <a:moveTo>
                    <a:pt x="395" y="0"/>
                  </a:moveTo>
                  <a:cubicBezTo>
                    <a:pt x="237" y="0"/>
                    <a:pt x="92" y="105"/>
                    <a:pt x="51" y="264"/>
                  </a:cubicBezTo>
                  <a:cubicBezTo>
                    <a:pt x="1" y="454"/>
                    <a:pt x="113" y="642"/>
                    <a:pt x="303" y="691"/>
                  </a:cubicBezTo>
                  <a:cubicBezTo>
                    <a:pt x="334" y="699"/>
                    <a:pt x="364" y="703"/>
                    <a:pt x="395" y="703"/>
                  </a:cubicBezTo>
                  <a:cubicBezTo>
                    <a:pt x="551" y="703"/>
                    <a:pt x="696" y="598"/>
                    <a:pt x="737" y="439"/>
                  </a:cubicBezTo>
                  <a:cubicBezTo>
                    <a:pt x="786" y="250"/>
                    <a:pt x="673" y="61"/>
                    <a:pt x="485" y="12"/>
                  </a:cubicBezTo>
                  <a:cubicBezTo>
                    <a:pt x="455" y="4"/>
                    <a:pt x="425" y="0"/>
                    <a:pt x="395"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1" name="Google Shape;701;p53"/>
            <p:cNvSpPr/>
            <p:nvPr/>
          </p:nvSpPr>
          <p:spPr>
            <a:xfrm>
              <a:off x="7320662" y="722025"/>
              <a:ext cx="44278" cy="40041"/>
            </a:xfrm>
            <a:custGeom>
              <a:avLst/>
              <a:gdLst/>
              <a:ahLst/>
              <a:cxnLst/>
              <a:rect l="l" t="t" r="r" b="b"/>
              <a:pathLst>
                <a:path w="784" h="709" extrusionOk="0">
                  <a:moveTo>
                    <a:pt x="393" y="0"/>
                  </a:moveTo>
                  <a:cubicBezTo>
                    <a:pt x="236" y="0"/>
                    <a:pt x="90" y="104"/>
                    <a:pt x="49" y="264"/>
                  </a:cubicBezTo>
                  <a:cubicBezTo>
                    <a:pt x="0" y="452"/>
                    <a:pt x="111" y="649"/>
                    <a:pt x="301" y="697"/>
                  </a:cubicBezTo>
                  <a:cubicBezTo>
                    <a:pt x="331" y="705"/>
                    <a:pt x="361" y="708"/>
                    <a:pt x="390" y="708"/>
                  </a:cubicBezTo>
                  <a:cubicBezTo>
                    <a:pt x="552" y="708"/>
                    <a:pt x="694" y="598"/>
                    <a:pt x="735" y="439"/>
                  </a:cubicBezTo>
                  <a:cubicBezTo>
                    <a:pt x="784" y="249"/>
                    <a:pt x="673" y="61"/>
                    <a:pt x="483" y="12"/>
                  </a:cubicBezTo>
                  <a:cubicBezTo>
                    <a:pt x="453" y="4"/>
                    <a:pt x="423" y="0"/>
                    <a:pt x="39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2" name="Google Shape;702;p53"/>
            <p:cNvSpPr/>
            <p:nvPr/>
          </p:nvSpPr>
          <p:spPr>
            <a:xfrm>
              <a:off x="7416731" y="746874"/>
              <a:ext cx="44335" cy="40154"/>
            </a:xfrm>
            <a:custGeom>
              <a:avLst/>
              <a:gdLst/>
              <a:ahLst/>
              <a:cxnLst/>
              <a:rect l="l" t="t" r="r" b="b"/>
              <a:pathLst>
                <a:path w="785" h="711" extrusionOk="0">
                  <a:moveTo>
                    <a:pt x="388" y="1"/>
                  </a:moveTo>
                  <a:cubicBezTo>
                    <a:pt x="232" y="1"/>
                    <a:pt x="91" y="106"/>
                    <a:pt x="49" y="264"/>
                  </a:cubicBezTo>
                  <a:cubicBezTo>
                    <a:pt x="0" y="454"/>
                    <a:pt x="113" y="649"/>
                    <a:pt x="301" y="699"/>
                  </a:cubicBezTo>
                  <a:cubicBezTo>
                    <a:pt x="331" y="707"/>
                    <a:pt x="361" y="711"/>
                    <a:pt x="390" y="711"/>
                  </a:cubicBezTo>
                  <a:cubicBezTo>
                    <a:pt x="547" y="711"/>
                    <a:pt x="688" y="605"/>
                    <a:pt x="736" y="439"/>
                  </a:cubicBezTo>
                  <a:cubicBezTo>
                    <a:pt x="785" y="251"/>
                    <a:pt x="666" y="61"/>
                    <a:pt x="477" y="12"/>
                  </a:cubicBezTo>
                  <a:cubicBezTo>
                    <a:pt x="448" y="4"/>
                    <a:pt x="418" y="1"/>
                    <a:pt x="388"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3" name="Google Shape;703;p53"/>
            <p:cNvSpPr/>
            <p:nvPr/>
          </p:nvSpPr>
          <p:spPr>
            <a:xfrm>
              <a:off x="7084924" y="729423"/>
              <a:ext cx="21857" cy="33998"/>
            </a:xfrm>
            <a:custGeom>
              <a:avLst/>
              <a:gdLst/>
              <a:ahLst/>
              <a:cxnLst/>
              <a:rect l="l" t="t" r="r" b="b"/>
              <a:pathLst>
                <a:path w="387" h="602" extrusionOk="0">
                  <a:moveTo>
                    <a:pt x="84" y="0"/>
                  </a:moveTo>
                  <a:lnTo>
                    <a:pt x="0" y="328"/>
                  </a:lnTo>
                  <a:lnTo>
                    <a:pt x="239" y="602"/>
                  </a:lnTo>
                  <a:cubicBezTo>
                    <a:pt x="281" y="560"/>
                    <a:pt x="323" y="504"/>
                    <a:pt x="336" y="434"/>
                  </a:cubicBezTo>
                  <a:cubicBezTo>
                    <a:pt x="387" y="244"/>
                    <a:pt x="274" y="56"/>
                    <a:pt x="84"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4" name="Google Shape;704;p53"/>
            <p:cNvSpPr/>
            <p:nvPr/>
          </p:nvSpPr>
          <p:spPr>
            <a:xfrm>
              <a:off x="7158063" y="753990"/>
              <a:ext cx="44391" cy="39758"/>
            </a:xfrm>
            <a:custGeom>
              <a:avLst/>
              <a:gdLst/>
              <a:ahLst/>
              <a:cxnLst/>
              <a:rect l="l" t="t" r="r" b="b"/>
              <a:pathLst>
                <a:path w="786" h="704" extrusionOk="0">
                  <a:moveTo>
                    <a:pt x="396" y="1"/>
                  </a:moveTo>
                  <a:cubicBezTo>
                    <a:pt x="239" y="1"/>
                    <a:pt x="99" y="106"/>
                    <a:pt x="58" y="264"/>
                  </a:cubicBezTo>
                  <a:cubicBezTo>
                    <a:pt x="1" y="454"/>
                    <a:pt x="120" y="642"/>
                    <a:pt x="310" y="691"/>
                  </a:cubicBezTo>
                  <a:cubicBezTo>
                    <a:pt x="340" y="699"/>
                    <a:pt x="371" y="703"/>
                    <a:pt x="401" y="703"/>
                  </a:cubicBezTo>
                  <a:cubicBezTo>
                    <a:pt x="556" y="703"/>
                    <a:pt x="696" y="598"/>
                    <a:pt x="737" y="439"/>
                  </a:cubicBezTo>
                  <a:cubicBezTo>
                    <a:pt x="786" y="251"/>
                    <a:pt x="673" y="61"/>
                    <a:pt x="485" y="12"/>
                  </a:cubicBezTo>
                  <a:cubicBezTo>
                    <a:pt x="455" y="4"/>
                    <a:pt x="425" y="1"/>
                    <a:pt x="39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5" name="Google Shape;705;p53"/>
            <p:cNvSpPr/>
            <p:nvPr/>
          </p:nvSpPr>
          <p:spPr>
            <a:xfrm>
              <a:off x="7254245" y="778952"/>
              <a:ext cx="44278" cy="40041"/>
            </a:xfrm>
            <a:custGeom>
              <a:avLst/>
              <a:gdLst/>
              <a:ahLst/>
              <a:cxnLst/>
              <a:rect l="l" t="t" r="r" b="b"/>
              <a:pathLst>
                <a:path w="784" h="709" extrusionOk="0">
                  <a:moveTo>
                    <a:pt x="393" y="1"/>
                  </a:moveTo>
                  <a:cubicBezTo>
                    <a:pt x="235" y="1"/>
                    <a:pt x="90" y="104"/>
                    <a:pt x="49" y="264"/>
                  </a:cubicBezTo>
                  <a:cubicBezTo>
                    <a:pt x="0" y="452"/>
                    <a:pt x="111" y="649"/>
                    <a:pt x="301" y="698"/>
                  </a:cubicBezTo>
                  <a:cubicBezTo>
                    <a:pt x="329" y="705"/>
                    <a:pt x="358" y="709"/>
                    <a:pt x="387" y="709"/>
                  </a:cubicBezTo>
                  <a:cubicBezTo>
                    <a:pt x="545" y="709"/>
                    <a:pt x="693" y="599"/>
                    <a:pt x="735" y="439"/>
                  </a:cubicBezTo>
                  <a:cubicBezTo>
                    <a:pt x="783" y="249"/>
                    <a:pt x="672" y="61"/>
                    <a:pt x="482" y="12"/>
                  </a:cubicBezTo>
                  <a:cubicBezTo>
                    <a:pt x="452" y="4"/>
                    <a:pt x="422" y="1"/>
                    <a:pt x="393"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6" name="Google Shape;706;p53"/>
            <p:cNvSpPr/>
            <p:nvPr/>
          </p:nvSpPr>
          <p:spPr>
            <a:xfrm>
              <a:off x="7349918" y="803858"/>
              <a:ext cx="44335" cy="40154"/>
            </a:xfrm>
            <a:custGeom>
              <a:avLst/>
              <a:gdLst/>
              <a:ahLst/>
              <a:cxnLst/>
              <a:rect l="l" t="t" r="r" b="b"/>
              <a:pathLst>
                <a:path w="785" h="711" extrusionOk="0">
                  <a:moveTo>
                    <a:pt x="394" y="0"/>
                  </a:moveTo>
                  <a:cubicBezTo>
                    <a:pt x="236" y="0"/>
                    <a:pt x="90" y="105"/>
                    <a:pt x="49" y="263"/>
                  </a:cubicBezTo>
                  <a:cubicBezTo>
                    <a:pt x="0" y="453"/>
                    <a:pt x="113" y="648"/>
                    <a:pt x="301" y="699"/>
                  </a:cubicBezTo>
                  <a:cubicBezTo>
                    <a:pt x="331" y="706"/>
                    <a:pt x="361" y="710"/>
                    <a:pt x="391" y="710"/>
                  </a:cubicBezTo>
                  <a:cubicBezTo>
                    <a:pt x="549" y="710"/>
                    <a:pt x="694" y="605"/>
                    <a:pt x="736" y="447"/>
                  </a:cubicBezTo>
                  <a:cubicBezTo>
                    <a:pt x="785" y="250"/>
                    <a:pt x="672" y="60"/>
                    <a:pt x="484" y="11"/>
                  </a:cubicBezTo>
                  <a:cubicBezTo>
                    <a:pt x="454" y="4"/>
                    <a:pt x="424" y="0"/>
                    <a:pt x="394"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7" name="Google Shape;707;p53"/>
            <p:cNvSpPr/>
            <p:nvPr/>
          </p:nvSpPr>
          <p:spPr>
            <a:xfrm>
              <a:off x="7447568" y="828764"/>
              <a:ext cx="25415" cy="25978"/>
            </a:xfrm>
            <a:custGeom>
              <a:avLst/>
              <a:gdLst/>
              <a:ahLst/>
              <a:cxnLst/>
              <a:rect l="l" t="t" r="r" b="b"/>
              <a:pathLst>
                <a:path w="450" h="460" extrusionOk="0">
                  <a:moveTo>
                    <a:pt x="359" y="1"/>
                  </a:moveTo>
                  <a:cubicBezTo>
                    <a:pt x="203" y="1"/>
                    <a:pt x="63" y="105"/>
                    <a:pt x="22" y="264"/>
                  </a:cubicBezTo>
                  <a:cubicBezTo>
                    <a:pt x="0" y="333"/>
                    <a:pt x="0" y="404"/>
                    <a:pt x="22" y="459"/>
                  </a:cubicBezTo>
                  <a:lnTo>
                    <a:pt x="365" y="342"/>
                  </a:lnTo>
                  <a:lnTo>
                    <a:pt x="449" y="12"/>
                  </a:lnTo>
                  <a:cubicBezTo>
                    <a:pt x="419" y="5"/>
                    <a:pt x="389" y="1"/>
                    <a:pt x="359"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8" name="Google Shape;708;p53"/>
            <p:cNvSpPr/>
            <p:nvPr/>
          </p:nvSpPr>
          <p:spPr>
            <a:xfrm>
              <a:off x="7186923" y="841810"/>
              <a:ext cx="44391" cy="40154"/>
            </a:xfrm>
            <a:custGeom>
              <a:avLst/>
              <a:gdLst/>
              <a:ahLst/>
              <a:cxnLst/>
              <a:rect l="l" t="t" r="r" b="b"/>
              <a:pathLst>
                <a:path w="786" h="711" extrusionOk="0">
                  <a:moveTo>
                    <a:pt x="395" y="0"/>
                  </a:moveTo>
                  <a:cubicBezTo>
                    <a:pt x="239" y="0"/>
                    <a:pt x="99" y="105"/>
                    <a:pt x="58" y="264"/>
                  </a:cubicBezTo>
                  <a:cubicBezTo>
                    <a:pt x="1" y="454"/>
                    <a:pt x="120" y="649"/>
                    <a:pt x="310" y="699"/>
                  </a:cubicBezTo>
                  <a:cubicBezTo>
                    <a:pt x="339" y="707"/>
                    <a:pt x="369" y="710"/>
                    <a:pt x="398" y="710"/>
                  </a:cubicBezTo>
                  <a:cubicBezTo>
                    <a:pt x="554" y="710"/>
                    <a:pt x="696" y="605"/>
                    <a:pt x="737" y="447"/>
                  </a:cubicBezTo>
                  <a:cubicBezTo>
                    <a:pt x="785" y="257"/>
                    <a:pt x="673" y="60"/>
                    <a:pt x="485" y="12"/>
                  </a:cubicBezTo>
                  <a:cubicBezTo>
                    <a:pt x="455" y="4"/>
                    <a:pt x="425" y="0"/>
                    <a:pt x="395"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9" name="Google Shape;709;p53"/>
            <p:cNvSpPr/>
            <p:nvPr/>
          </p:nvSpPr>
          <p:spPr>
            <a:xfrm>
              <a:off x="7283048" y="866772"/>
              <a:ext cx="44391" cy="40041"/>
            </a:xfrm>
            <a:custGeom>
              <a:avLst/>
              <a:gdLst/>
              <a:ahLst/>
              <a:cxnLst/>
              <a:rect l="l" t="t" r="r" b="b"/>
              <a:pathLst>
                <a:path w="786" h="709" extrusionOk="0">
                  <a:moveTo>
                    <a:pt x="394" y="0"/>
                  </a:moveTo>
                  <a:cubicBezTo>
                    <a:pt x="236" y="0"/>
                    <a:pt x="91" y="104"/>
                    <a:pt x="50" y="264"/>
                  </a:cubicBezTo>
                  <a:cubicBezTo>
                    <a:pt x="1" y="452"/>
                    <a:pt x="114" y="648"/>
                    <a:pt x="302" y="697"/>
                  </a:cubicBezTo>
                  <a:cubicBezTo>
                    <a:pt x="332" y="705"/>
                    <a:pt x="362" y="709"/>
                    <a:pt x="392" y="709"/>
                  </a:cubicBezTo>
                  <a:cubicBezTo>
                    <a:pt x="550" y="709"/>
                    <a:pt x="694" y="605"/>
                    <a:pt x="735" y="445"/>
                  </a:cubicBezTo>
                  <a:cubicBezTo>
                    <a:pt x="786" y="257"/>
                    <a:pt x="673" y="60"/>
                    <a:pt x="483" y="12"/>
                  </a:cubicBezTo>
                  <a:cubicBezTo>
                    <a:pt x="453" y="4"/>
                    <a:pt x="423" y="0"/>
                    <a:pt x="394"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0" name="Google Shape;710;p53"/>
            <p:cNvSpPr/>
            <p:nvPr/>
          </p:nvSpPr>
          <p:spPr>
            <a:xfrm>
              <a:off x="8596381" y="579084"/>
              <a:ext cx="415787" cy="516125"/>
            </a:xfrm>
            <a:custGeom>
              <a:avLst/>
              <a:gdLst/>
              <a:ahLst/>
              <a:cxnLst/>
              <a:rect l="l" t="t" r="r" b="b"/>
              <a:pathLst>
                <a:path w="7362" h="9139" extrusionOk="0">
                  <a:moveTo>
                    <a:pt x="7003" y="0"/>
                  </a:moveTo>
                  <a:lnTo>
                    <a:pt x="6492" y="29"/>
                  </a:lnTo>
                  <a:lnTo>
                    <a:pt x="5785" y="71"/>
                  </a:lnTo>
                  <a:lnTo>
                    <a:pt x="4741" y="126"/>
                  </a:lnTo>
                  <a:lnTo>
                    <a:pt x="4034" y="161"/>
                  </a:lnTo>
                  <a:lnTo>
                    <a:pt x="2992" y="225"/>
                  </a:lnTo>
                  <a:lnTo>
                    <a:pt x="2284" y="259"/>
                  </a:lnTo>
                  <a:lnTo>
                    <a:pt x="1241" y="316"/>
                  </a:lnTo>
                  <a:lnTo>
                    <a:pt x="533" y="358"/>
                  </a:lnTo>
                  <a:lnTo>
                    <a:pt x="1" y="385"/>
                  </a:lnTo>
                  <a:lnTo>
                    <a:pt x="51" y="1303"/>
                  </a:lnTo>
                  <a:lnTo>
                    <a:pt x="93" y="2010"/>
                  </a:lnTo>
                  <a:lnTo>
                    <a:pt x="197" y="3949"/>
                  </a:lnTo>
                  <a:lnTo>
                    <a:pt x="232" y="4657"/>
                  </a:lnTo>
                  <a:lnTo>
                    <a:pt x="345" y="6596"/>
                  </a:lnTo>
                  <a:lnTo>
                    <a:pt x="359" y="6939"/>
                  </a:lnTo>
                  <a:lnTo>
                    <a:pt x="666" y="7122"/>
                  </a:lnTo>
                  <a:lnTo>
                    <a:pt x="2809" y="8425"/>
                  </a:lnTo>
                  <a:lnTo>
                    <a:pt x="2984" y="8522"/>
                  </a:lnTo>
                  <a:lnTo>
                    <a:pt x="2984" y="8529"/>
                  </a:lnTo>
                  <a:lnTo>
                    <a:pt x="3992" y="9139"/>
                  </a:lnTo>
                  <a:lnTo>
                    <a:pt x="4916" y="8431"/>
                  </a:lnTo>
                  <a:lnTo>
                    <a:pt x="5126" y="8270"/>
                  </a:lnTo>
                  <a:lnTo>
                    <a:pt x="7074" y="6771"/>
                  </a:lnTo>
                  <a:lnTo>
                    <a:pt x="7361" y="6554"/>
                  </a:lnTo>
                  <a:lnTo>
                    <a:pt x="7346" y="6218"/>
                  </a:lnTo>
                  <a:lnTo>
                    <a:pt x="7242" y="4272"/>
                  </a:lnTo>
                  <a:lnTo>
                    <a:pt x="7200" y="3565"/>
                  </a:lnTo>
                  <a:lnTo>
                    <a:pt x="7094" y="1625"/>
                  </a:lnTo>
                  <a:lnTo>
                    <a:pt x="7052" y="918"/>
                  </a:lnTo>
                  <a:lnTo>
                    <a:pt x="700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1" name="Google Shape;711;p53"/>
            <p:cNvSpPr/>
            <p:nvPr/>
          </p:nvSpPr>
          <p:spPr>
            <a:xfrm>
              <a:off x="8599205" y="652559"/>
              <a:ext cx="21800" cy="40097"/>
            </a:xfrm>
            <a:custGeom>
              <a:avLst/>
              <a:gdLst/>
              <a:ahLst/>
              <a:cxnLst/>
              <a:rect l="l" t="t" r="r" b="b"/>
              <a:pathLst>
                <a:path w="386" h="710" extrusionOk="0">
                  <a:moveTo>
                    <a:pt x="25" y="1"/>
                  </a:moveTo>
                  <a:cubicBezTo>
                    <a:pt x="17" y="1"/>
                    <a:pt x="9" y="1"/>
                    <a:pt x="1" y="2"/>
                  </a:cubicBezTo>
                  <a:lnTo>
                    <a:pt x="43" y="709"/>
                  </a:lnTo>
                  <a:cubicBezTo>
                    <a:pt x="238" y="696"/>
                    <a:pt x="386" y="534"/>
                    <a:pt x="379" y="338"/>
                  </a:cubicBezTo>
                  <a:cubicBezTo>
                    <a:pt x="365" y="151"/>
                    <a:pt x="209" y="1"/>
                    <a:pt x="25"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2" name="Google Shape;712;p53"/>
            <p:cNvSpPr/>
            <p:nvPr/>
          </p:nvSpPr>
          <p:spPr>
            <a:xfrm>
              <a:off x="8678669" y="647081"/>
              <a:ext cx="41172" cy="40097"/>
            </a:xfrm>
            <a:custGeom>
              <a:avLst/>
              <a:gdLst/>
              <a:ahLst/>
              <a:cxnLst/>
              <a:rect l="l" t="t" r="r" b="b"/>
              <a:pathLst>
                <a:path w="729" h="710" extrusionOk="0">
                  <a:moveTo>
                    <a:pt x="356" y="1"/>
                  </a:moveTo>
                  <a:cubicBezTo>
                    <a:pt x="352" y="1"/>
                    <a:pt x="348" y="1"/>
                    <a:pt x="343" y="1"/>
                  </a:cubicBezTo>
                  <a:cubicBezTo>
                    <a:pt x="148" y="15"/>
                    <a:pt x="1" y="183"/>
                    <a:pt x="14" y="379"/>
                  </a:cubicBezTo>
                  <a:cubicBezTo>
                    <a:pt x="22" y="560"/>
                    <a:pt x="177" y="709"/>
                    <a:pt x="362" y="709"/>
                  </a:cubicBezTo>
                  <a:cubicBezTo>
                    <a:pt x="370" y="709"/>
                    <a:pt x="378" y="709"/>
                    <a:pt x="385" y="709"/>
                  </a:cubicBezTo>
                  <a:cubicBezTo>
                    <a:pt x="582" y="702"/>
                    <a:pt x="728" y="534"/>
                    <a:pt x="715" y="337"/>
                  </a:cubicBezTo>
                  <a:cubicBezTo>
                    <a:pt x="708" y="145"/>
                    <a:pt x="547" y="1"/>
                    <a:pt x="35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3" name="Google Shape;713;p53"/>
            <p:cNvSpPr/>
            <p:nvPr/>
          </p:nvSpPr>
          <p:spPr>
            <a:xfrm>
              <a:off x="8777562" y="641942"/>
              <a:ext cx="41172" cy="40097"/>
            </a:xfrm>
            <a:custGeom>
              <a:avLst/>
              <a:gdLst/>
              <a:ahLst/>
              <a:cxnLst/>
              <a:rect l="l" t="t" r="r" b="b"/>
              <a:pathLst>
                <a:path w="729" h="710" extrusionOk="0">
                  <a:moveTo>
                    <a:pt x="371" y="0"/>
                  </a:moveTo>
                  <a:cubicBezTo>
                    <a:pt x="362" y="0"/>
                    <a:pt x="353" y="1"/>
                    <a:pt x="344" y="1"/>
                  </a:cubicBezTo>
                  <a:cubicBezTo>
                    <a:pt x="147" y="8"/>
                    <a:pt x="1" y="176"/>
                    <a:pt x="14" y="373"/>
                  </a:cubicBezTo>
                  <a:cubicBezTo>
                    <a:pt x="21" y="563"/>
                    <a:pt x="182" y="709"/>
                    <a:pt x="373" y="709"/>
                  </a:cubicBezTo>
                  <a:cubicBezTo>
                    <a:pt x="377" y="709"/>
                    <a:pt x="381" y="709"/>
                    <a:pt x="386" y="709"/>
                  </a:cubicBezTo>
                  <a:cubicBezTo>
                    <a:pt x="582" y="694"/>
                    <a:pt x="728" y="526"/>
                    <a:pt x="722" y="331"/>
                  </a:cubicBezTo>
                  <a:cubicBezTo>
                    <a:pt x="709" y="143"/>
                    <a:pt x="556" y="0"/>
                    <a:pt x="371"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4" name="Google Shape;714;p53"/>
            <p:cNvSpPr/>
            <p:nvPr/>
          </p:nvSpPr>
          <p:spPr>
            <a:xfrm>
              <a:off x="8876398" y="636351"/>
              <a:ext cx="41229" cy="40041"/>
            </a:xfrm>
            <a:custGeom>
              <a:avLst/>
              <a:gdLst/>
              <a:ahLst/>
              <a:cxnLst/>
              <a:rect l="l" t="t" r="r" b="b"/>
              <a:pathLst>
                <a:path w="730" h="709" extrusionOk="0">
                  <a:moveTo>
                    <a:pt x="368" y="0"/>
                  </a:moveTo>
                  <a:cubicBezTo>
                    <a:pt x="360" y="0"/>
                    <a:pt x="353" y="1"/>
                    <a:pt x="345" y="1"/>
                  </a:cubicBezTo>
                  <a:cubicBezTo>
                    <a:pt x="148" y="10"/>
                    <a:pt x="0" y="178"/>
                    <a:pt x="15" y="373"/>
                  </a:cubicBezTo>
                  <a:cubicBezTo>
                    <a:pt x="22" y="565"/>
                    <a:pt x="183" y="709"/>
                    <a:pt x="374" y="709"/>
                  </a:cubicBezTo>
                  <a:cubicBezTo>
                    <a:pt x="378" y="709"/>
                    <a:pt x="382" y="709"/>
                    <a:pt x="387" y="709"/>
                  </a:cubicBezTo>
                  <a:cubicBezTo>
                    <a:pt x="582" y="695"/>
                    <a:pt x="730" y="534"/>
                    <a:pt x="723" y="337"/>
                  </a:cubicBezTo>
                  <a:cubicBezTo>
                    <a:pt x="708" y="150"/>
                    <a:pt x="553" y="0"/>
                    <a:pt x="36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5" name="Google Shape;715;p53"/>
            <p:cNvSpPr/>
            <p:nvPr/>
          </p:nvSpPr>
          <p:spPr>
            <a:xfrm>
              <a:off x="8975290" y="630873"/>
              <a:ext cx="21800" cy="40097"/>
            </a:xfrm>
            <a:custGeom>
              <a:avLst/>
              <a:gdLst/>
              <a:ahLst/>
              <a:cxnLst/>
              <a:rect l="l" t="t" r="r" b="b"/>
              <a:pathLst>
                <a:path w="386" h="710" extrusionOk="0">
                  <a:moveTo>
                    <a:pt x="343" y="1"/>
                  </a:moveTo>
                  <a:cubicBezTo>
                    <a:pt x="155" y="14"/>
                    <a:pt x="0" y="182"/>
                    <a:pt x="14" y="372"/>
                  </a:cubicBezTo>
                  <a:cubicBezTo>
                    <a:pt x="22" y="561"/>
                    <a:pt x="177" y="709"/>
                    <a:pt x="361" y="709"/>
                  </a:cubicBezTo>
                  <a:cubicBezTo>
                    <a:pt x="369" y="709"/>
                    <a:pt x="377" y="709"/>
                    <a:pt x="385" y="708"/>
                  </a:cubicBezTo>
                  <a:lnTo>
                    <a:pt x="343"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6" name="Google Shape;716;p53"/>
            <p:cNvSpPr/>
            <p:nvPr/>
          </p:nvSpPr>
          <p:spPr>
            <a:xfrm>
              <a:off x="8626484" y="596931"/>
              <a:ext cx="40777" cy="21065"/>
            </a:xfrm>
            <a:custGeom>
              <a:avLst/>
              <a:gdLst/>
              <a:ahLst/>
              <a:cxnLst/>
              <a:rect l="l" t="t" r="r" b="b"/>
              <a:pathLst>
                <a:path w="722" h="373" extrusionOk="0">
                  <a:moveTo>
                    <a:pt x="708" y="0"/>
                  </a:moveTo>
                  <a:lnTo>
                    <a:pt x="0" y="42"/>
                  </a:lnTo>
                  <a:cubicBezTo>
                    <a:pt x="13" y="229"/>
                    <a:pt x="162" y="372"/>
                    <a:pt x="347" y="372"/>
                  </a:cubicBezTo>
                  <a:cubicBezTo>
                    <a:pt x="355" y="372"/>
                    <a:pt x="363" y="372"/>
                    <a:pt x="372" y="371"/>
                  </a:cubicBezTo>
                  <a:cubicBezTo>
                    <a:pt x="568" y="363"/>
                    <a:pt x="721" y="195"/>
                    <a:pt x="70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7" name="Google Shape;717;p53"/>
            <p:cNvSpPr/>
            <p:nvPr/>
          </p:nvSpPr>
          <p:spPr>
            <a:xfrm>
              <a:off x="8725376" y="591791"/>
              <a:ext cx="40777" cy="20952"/>
            </a:xfrm>
            <a:custGeom>
              <a:avLst/>
              <a:gdLst/>
              <a:ahLst/>
              <a:cxnLst/>
              <a:rect l="l" t="t" r="r" b="b"/>
              <a:pathLst>
                <a:path w="722" h="371" extrusionOk="0">
                  <a:moveTo>
                    <a:pt x="708" y="0"/>
                  </a:moveTo>
                  <a:lnTo>
                    <a:pt x="0" y="34"/>
                  </a:lnTo>
                  <a:cubicBezTo>
                    <a:pt x="14" y="225"/>
                    <a:pt x="167" y="370"/>
                    <a:pt x="356" y="370"/>
                  </a:cubicBezTo>
                  <a:cubicBezTo>
                    <a:pt x="361" y="370"/>
                    <a:pt x="366" y="370"/>
                    <a:pt x="372" y="370"/>
                  </a:cubicBezTo>
                  <a:cubicBezTo>
                    <a:pt x="567" y="357"/>
                    <a:pt x="721" y="189"/>
                    <a:pt x="70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8" name="Google Shape;718;p53"/>
            <p:cNvSpPr/>
            <p:nvPr/>
          </p:nvSpPr>
          <p:spPr>
            <a:xfrm>
              <a:off x="8824156" y="586200"/>
              <a:ext cx="40890" cy="21065"/>
            </a:xfrm>
            <a:custGeom>
              <a:avLst/>
              <a:gdLst/>
              <a:ahLst/>
              <a:cxnLst/>
              <a:rect l="l" t="t" r="r" b="b"/>
              <a:pathLst>
                <a:path w="724" h="373" extrusionOk="0">
                  <a:moveTo>
                    <a:pt x="708" y="0"/>
                  </a:moveTo>
                  <a:lnTo>
                    <a:pt x="1" y="35"/>
                  </a:lnTo>
                  <a:cubicBezTo>
                    <a:pt x="15" y="224"/>
                    <a:pt x="164" y="372"/>
                    <a:pt x="348" y="372"/>
                  </a:cubicBezTo>
                  <a:cubicBezTo>
                    <a:pt x="356" y="372"/>
                    <a:pt x="364" y="372"/>
                    <a:pt x="372" y="372"/>
                  </a:cubicBezTo>
                  <a:cubicBezTo>
                    <a:pt x="569" y="365"/>
                    <a:pt x="723" y="197"/>
                    <a:pt x="70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9" name="Google Shape;719;p53"/>
            <p:cNvSpPr/>
            <p:nvPr/>
          </p:nvSpPr>
          <p:spPr>
            <a:xfrm>
              <a:off x="8923048" y="580666"/>
              <a:ext cx="40777" cy="21065"/>
            </a:xfrm>
            <a:custGeom>
              <a:avLst/>
              <a:gdLst/>
              <a:ahLst/>
              <a:cxnLst/>
              <a:rect l="l" t="t" r="r" b="b"/>
              <a:pathLst>
                <a:path w="722" h="373" extrusionOk="0">
                  <a:moveTo>
                    <a:pt x="708" y="1"/>
                  </a:moveTo>
                  <a:lnTo>
                    <a:pt x="1" y="43"/>
                  </a:lnTo>
                  <a:cubicBezTo>
                    <a:pt x="14" y="231"/>
                    <a:pt x="168" y="373"/>
                    <a:pt x="354" y="373"/>
                  </a:cubicBezTo>
                  <a:cubicBezTo>
                    <a:pt x="362" y="373"/>
                    <a:pt x="371" y="373"/>
                    <a:pt x="379" y="372"/>
                  </a:cubicBezTo>
                  <a:cubicBezTo>
                    <a:pt x="569" y="365"/>
                    <a:pt x="722" y="197"/>
                    <a:pt x="708"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0" name="Google Shape;720;p53"/>
            <p:cNvSpPr/>
            <p:nvPr/>
          </p:nvSpPr>
          <p:spPr>
            <a:xfrm>
              <a:off x="8633995" y="727729"/>
              <a:ext cx="41229" cy="40097"/>
            </a:xfrm>
            <a:custGeom>
              <a:avLst/>
              <a:gdLst/>
              <a:ahLst/>
              <a:cxnLst/>
              <a:rect l="l" t="t" r="r" b="b"/>
              <a:pathLst>
                <a:path w="730" h="710" extrusionOk="0">
                  <a:moveTo>
                    <a:pt x="368" y="1"/>
                  </a:moveTo>
                  <a:cubicBezTo>
                    <a:pt x="360" y="1"/>
                    <a:pt x="351" y="1"/>
                    <a:pt x="343" y="2"/>
                  </a:cubicBezTo>
                  <a:cubicBezTo>
                    <a:pt x="155" y="8"/>
                    <a:pt x="0" y="176"/>
                    <a:pt x="15" y="373"/>
                  </a:cubicBezTo>
                  <a:cubicBezTo>
                    <a:pt x="22" y="564"/>
                    <a:pt x="183" y="709"/>
                    <a:pt x="372" y="709"/>
                  </a:cubicBezTo>
                  <a:cubicBezTo>
                    <a:pt x="376" y="709"/>
                    <a:pt x="381" y="709"/>
                    <a:pt x="385" y="709"/>
                  </a:cubicBezTo>
                  <a:cubicBezTo>
                    <a:pt x="582" y="694"/>
                    <a:pt x="729" y="526"/>
                    <a:pt x="721" y="331"/>
                  </a:cubicBezTo>
                  <a:cubicBezTo>
                    <a:pt x="708" y="143"/>
                    <a:pt x="554" y="1"/>
                    <a:pt x="368"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1" name="Google Shape;721;p53"/>
            <p:cNvSpPr/>
            <p:nvPr/>
          </p:nvSpPr>
          <p:spPr>
            <a:xfrm>
              <a:off x="8732888" y="722251"/>
              <a:ext cx="41116" cy="39984"/>
            </a:xfrm>
            <a:custGeom>
              <a:avLst/>
              <a:gdLst/>
              <a:ahLst/>
              <a:cxnLst/>
              <a:rect l="l" t="t" r="r" b="b"/>
              <a:pathLst>
                <a:path w="728" h="708" extrusionOk="0">
                  <a:moveTo>
                    <a:pt x="375" y="0"/>
                  </a:moveTo>
                  <a:cubicBezTo>
                    <a:pt x="367" y="0"/>
                    <a:pt x="358" y="0"/>
                    <a:pt x="350" y="1"/>
                  </a:cubicBezTo>
                  <a:cubicBezTo>
                    <a:pt x="155" y="8"/>
                    <a:pt x="0" y="176"/>
                    <a:pt x="14" y="371"/>
                  </a:cubicBezTo>
                  <a:cubicBezTo>
                    <a:pt x="20" y="562"/>
                    <a:pt x="179" y="707"/>
                    <a:pt x="369" y="707"/>
                  </a:cubicBezTo>
                  <a:cubicBezTo>
                    <a:pt x="374" y="707"/>
                    <a:pt x="380" y="707"/>
                    <a:pt x="385" y="707"/>
                  </a:cubicBezTo>
                  <a:cubicBezTo>
                    <a:pt x="582" y="693"/>
                    <a:pt x="728" y="532"/>
                    <a:pt x="721" y="337"/>
                  </a:cubicBezTo>
                  <a:cubicBezTo>
                    <a:pt x="708" y="149"/>
                    <a:pt x="555" y="0"/>
                    <a:pt x="375"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2" name="Google Shape;722;p53"/>
            <p:cNvSpPr/>
            <p:nvPr/>
          </p:nvSpPr>
          <p:spPr>
            <a:xfrm>
              <a:off x="8831780" y="716660"/>
              <a:ext cx="41116" cy="40097"/>
            </a:xfrm>
            <a:custGeom>
              <a:avLst/>
              <a:gdLst/>
              <a:ahLst/>
              <a:cxnLst/>
              <a:rect l="l" t="t" r="r" b="b"/>
              <a:pathLst>
                <a:path w="728" h="710" extrusionOk="0">
                  <a:moveTo>
                    <a:pt x="362" y="1"/>
                  </a:moveTo>
                  <a:cubicBezTo>
                    <a:pt x="358" y="1"/>
                    <a:pt x="354" y="1"/>
                    <a:pt x="350" y="1"/>
                  </a:cubicBezTo>
                  <a:cubicBezTo>
                    <a:pt x="153" y="16"/>
                    <a:pt x="0" y="184"/>
                    <a:pt x="14" y="379"/>
                  </a:cubicBezTo>
                  <a:cubicBezTo>
                    <a:pt x="20" y="561"/>
                    <a:pt x="175" y="709"/>
                    <a:pt x="361" y="709"/>
                  </a:cubicBezTo>
                  <a:cubicBezTo>
                    <a:pt x="369" y="709"/>
                    <a:pt x="377" y="709"/>
                    <a:pt x="385" y="708"/>
                  </a:cubicBezTo>
                  <a:cubicBezTo>
                    <a:pt x="580" y="702"/>
                    <a:pt x="728" y="534"/>
                    <a:pt x="721" y="337"/>
                  </a:cubicBezTo>
                  <a:cubicBezTo>
                    <a:pt x="706" y="146"/>
                    <a:pt x="545" y="1"/>
                    <a:pt x="362"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3" name="Google Shape;723;p53"/>
            <p:cNvSpPr/>
            <p:nvPr/>
          </p:nvSpPr>
          <p:spPr>
            <a:xfrm>
              <a:off x="8930560" y="711520"/>
              <a:ext cx="41285" cy="40041"/>
            </a:xfrm>
            <a:custGeom>
              <a:avLst/>
              <a:gdLst/>
              <a:ahLst/>
              <a:cxnLst/>
              <a:rect l="l" t="t" r="r" b="b"/>
              <a:pathLst>
                <a:path w="731" h="709" extrusionOk="0">
                  <a:moveTo>
                    <a:pt x="377" y="0"/>
                  </a:moveTo>
                  <a:cubicBezTo>
                    <a:pt x="369" y="0"/>
                    <a:pt x="360" y="1"/>
                    <a:pt x="352" y="1"/>
                  </a:cubicBezTo>
                  <a:cubicBezTo>
                    <a:pt x="155" y="8"/>
                    <a:pt x="1" y="176"/>
                    <a:pt x="16" y="373"/>
                  </a:cubicBezTo>
                  <a:cubicBezTo>
                    <a:pt x="22" y="565"/>
                    <a:pt x="183" y="709"/>
                    <a:pt x="373" y="709"/>
                  </a:cubicBezTo>
                  <a:cubicBezTo>
                    <a:pt x="377" y="709"/>
                    <a:pt x="381" y="709"/>
                    <a:pt x="386" y="709"/>
                  </a:cubicBezTo>
                  <a:cubicBezTo>
                    <a:pt x="582" y="695"/>
                    <a:pt x="730" y="527"/>
                    <a:pt x="722" y="331"/>
                  </a:cubicBezTo>
                  <a:cubicBezTo>
                    <a:pt x="709" y="142"/>
                    <a:pt x="560" y="0"/>
                    <a:pt x="377"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4" name="Google Shape;724;p53"/>
            <p:cNvSpPr/>
            <p:nvPr/>
          </p:nvSpPr>
          <p:spPr>
            <a:xfrm>
              <a:off x="8607507" y="802108"/>
              <a:ext cx="21800" cy="39984"/>
            </a:xfrm>
            <a:custGeom>
              <a:avLst/>
              <a:gdLst/>
              <a:ahLst/>
              <a:cxnLst/>
              <a:rect l="l" t="t" r="r" b="b"/>
              <a:pathLst>
                <a:path w="386" h="708" extrusionOk="0">
                  <a:moveTo>
                    <a:pt x="13" y="0"/>
                  </a:moveTo>
                  <a:cubicBezTo>
                    <a:pt x="9" y="0"/>
                    <a:pt x="5" y="0"/>
                    <a:pt x="0" y="0"/>
                  </a:cubicBezTo>
                  <a:lnTo>
                    <a:pt x="35" y="708"/>
                  </a:lnTo>
                  <a:cubicBezTo>
                    <a:pt x="232" y="701"/>
                    <a:pt x="385" y="533"/>
                    <a:pt x="372" y="336"/>
                  </a:cubicBezTo>
                  <a:cubicBezTo>
                    <a:pt x="365" y="146"/>
                    <a:pt x="204" y="0"/>
                    <a:pt x="13"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5" name="Google Shape;725;p53"/>
            <p:cNvSpPr/>
            <p:nvPr/>
          </p:nvSpPr>
          <p:spPr>
            <a:xfrm>
              <a:off x="8687028" y="796573"/>
              <a:ext cx="41172" cy="40097"/>
            </a:xfrm>
            <a:custGeom>
              <a:avLst/>
              <a:gdLst/>
              <a:ahLst/>
              <a:cxnLst/>
              <a:rect l="l" t="t" r="r" b="b"/>
              <a:pathLst>
                <a:path w="729" h="710" extrusionOk="0">
                  <a:moveTo>
                    <a:pt x="356" y="1"/>
                  </a:moveTo>
                  <a:cubicBezTo>
                    <a:pt x="352" y="1"/>
                    <a:pt x="348" y="1"/>
                    <a:pt x="343" y="1"/>
                  </a:cubicBezTo>
                  <a:cubicBezTo>
                    <a:pt x="147" y="14"/>
                    <a:pt x="0" y="182"/>
                    <a:pt x="7" y="379"/>
                  </a:cubicBezTo>
                  <a:cubicBezTo>
                    <a:pt x="20" y="567"/>
                    <a:pt x="175" y="709"/>
                    <a:pt x="354" y="709"/>
                  </a:cubicBezTo>
                  <a:cubicBezTo>
                    <a:pt x="362" y="709"/>
                    <a:pt x="370" y="709"/>
                    <a:pt x="379" y="708"/>
                  </a:cubicBezTo>
                  <a:cubicBezTo>
                    <a:pt x="574" y="702"/>
                    <a:pt x="728" y="534"/>
                    <a:pt x="715" y="337"/>
                  </a:cubicBezTo>
                  <a:cubicBezTo>
                    <a:pt x="706" y="145"/>
                    <a:pt x="546" y="1"/>
                    <a:pt x="35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6" name="Google Shape;726;p53"/>
            <p:cNvSpPr/>
            <p:nvPr/>
          </p:nvSpPr>
          <p:spPr>
            <a:xfrm>
              <a:off x="8785807" y="791434"/>
              <a:ext cx="41285" cy="40041"/>
            </a:xfrm>
            <a:custGeom>
              <a:avLst/>
              <a:gdLst/>
              <a:ahLst/>
              <a:cxnLst/>
              <a:rect l="l" t="t" r="r" b="b"/>
              <a:pathLst>
                <a:path w="731" h="709" extrusionOk="0">
                  <a:moveTo>
                    <a:pt x="370" y="0"/>
                  </a:moveTo>
                  <a:cubicBezTo>
                    <a:pt x="362" y="0"/>
                    <a:pt x="353" y="0"/>
                    <a:pt x="344" y="1"/>
                  </a:cubicBezTo>
                  <a:cubicBezTo>
                    <a:pt x="149" y="8"/>
                    <a:pt x="1" y="176"/>
                    <a:pt x="8" y="373"/>
                  </a:cubicBezTo>
                  <a:cubicBezTo>
                    <a:pt x="22" y="563"/>
                    <a:pt x="184" y="709"/>
                    <a:pt x="373" y="709"/>
                  </a:cubicBezTo>
                  <a:cubicBezTo>
                    <a:pt x="377" y="709"/>
                    <a:pt x="381" y="709"/>
                    <a:pt x="386" y="709"/>
                  </a:cubicBezTo>
                  <a:cubicBezTo>
                    <a:pt x="576" y="694"/>
                    <a:pt x="730" y="525"/>
                    <a:pt x="715" y="331"/>
                  </a:cubicBezTo>
                  <a:cubicBezTo>
                    <a:pt x="709" y="149"/>
                    <a:pt x="555" y="0"/>
                    <a:pt x="370"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7" name="Google Shape;727;p53"/>
            <p:cNvSpPr/>
            <p:nvPr/>
          </p:nvSpPr>
          <p:spPr>
            <a:xfrm>
              <a:off x="8884756" y="785842"/>
              <a:ext cx="41116" cy="40097"/>
            </a:xfrm>
            <a:custGeom>
              <a:avLst/>
              <a:gdLst/>
              <a:ahLst/>
              <a:cxnLst/>
              <a:rect l="l" t="t" r="r" b="b"/>
              <a:pathLst>
                <a:path w="728" h="710" extrusionOk="0">
                  <a:moveTo>
                    <a:pt x="356" y="1"/>
                  </a:moveTo>
                  <a:cubicBezTo>
                    <a:pt x="351" y="1"/>
                    <a:pt x="347" y="1"/>
                    <a:pt x="343" y="1"/>
                  </a:cubicBezTo>
                  <a:cubicBezTo>
                    <a:pt x="146" y="16"/>
                    <a:pt x="0" y="177"/>
                    <a:pt x="7" y="372"/>
                  </a:cubicBezTo>
                  <a:cubicBezTo>
                    <a:pt x="20" y="560"/>
                    <a:pt x="173" y="710"/>
                    <a:pt x="358" y="710"/>
                  </a:cubicBezTo>
                  <a:cubicBezTo>
                    <a:pt x="367" y="710"/>
                    <a:pt x="376" y="709"/>
                    <a:pt x="385" y="708"/>
                  </a:cubicBezTo>
                  <a:cubicBezTo>
                    <a:pt x="575" y="702"/>
                    <a:pt x="728" y="534"/>
                    <a:pt x="714" y="337"/>
                  </a:cubicBezTo>
                  <a:cubicBezTo>
                    <a:pt x="708" y="146"/>
                    <a:pt x="547" y="1"/>
                    <a:pt x="35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8" name="Google Shape;728;p53"/>
            <p:cNvSpPr/>
            <p:nvPr/>
          </p:nvSpPr>
          <p:spPr>
            <a:xfrm>
              <a:off x="8983649" y="780364"/>
              <a:ext cx="21744" cy="40041"/>
            </a:xfrm>
            <a:custGeom>
              <a:avLst/>
              <a:gdLst/>
              <a:ahLst/>
              <a:cxnLst/>
              <a:rect l="l" t="t" r="r" b="b"/>
              <a:pathLst>
                <a:path w="385" h="709" extrusionOk="0">
                  <a:moveTo>
                    <a:pt x="343" y="1"/>
                  </a:moveTo>
                  <a:cubicBezTo>
                    <a:pt x="146" y="14"/>
                    <a:pt x="0" y="182"/>
                    <a:pt x="7" y="379"/>
                  </a:cubicBezTo>
                  <a:cubicBezTo>
                    <a:pt x="20" y="567"/>
                    <a:pt x="174" y="709"/>
                    <a:pt x="360" y="709"/>
                  </a:cubicBezTo>
                  <a:cubicBezTo>
                    <a:pt x="368" y="709"/>
                    <a:pt x="377" y="709"/>
                    <a:pt x="385" y="708"/>
                  </a:cubicBezTo>
                  <a:lnTo>
                    <a:pt x="343"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9" name="Google Shape;729;p53"/>
            <p:cNvSpPr/>
            <p:nvPr/>
          </p:nvSpPr>
          <p:spPr>
            <a:xfrm>
              <a:off x="8642297" y="877220"/>
              <a:ext cx="41172" cy="40097"/>
            </a:xfrm>
            <a:custGeom>
              <a:avLst/>
              <a:gdLst/>
              <a:ahLst/>
              <a:cxnLst/>
              <a:rect l="l" t="t" r="r" b="b"/>
              <a:pathLst>
                <a:path w="729" h="710" extrusionOk="0">
                  <a:moveTo>
                    <a:pt x="368" y="1"/>
                  </a:moveTo>
                  <a:cubicBezTo>
                    <a:pt x="360" y="1"/>
                    <a:pt x="352" y="1"/>
                    <a:pt x="344" y="1"/>
                  </a:cubicBezTo>
                  <a:cubicBezTo>
                    <a:pt x="147" y="8"/>
                    <a:pt x="1" y="176"/>
                    <a:pt x="8" y="373"/>
                  </a:cubicBezTo>
                  <a:cubicBezTo>
                    <a:pt x="21" y="563"/>
                    <a:pt x="182" y="709"/>
                    <a:pt x="373" y="709"/>
                  </a:cubicBezTo>
                  <a:cubicBezTo>
                    <a:pt x="377" y="709"/>
                    <a:pt x="381" y="709"/>
                    <a:pt x="386" y="709"/>
                  </a:cubicBezTo>
                  <a:cubicBezTo>
                    <a:pt x="582" y="694"/>
                    <a:pt x="729" y="526"/>
                    <a:pt x="715" y="337"/>
                  </a:cubicBezTo>
                  <a:cubicBezTo>
                    <a:pt x="709" y="149"/>
                    <a:pt x="554" y="1"/>
                    <a:pt x="368"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0" name="Google Shape;730;p53"/>
            <p:cNvSpPr/>
            <p:nvPr/>
          </p:nvSpPr>
          <p:spPr>
            <a:xfrm>
              <a:off x="8741133" y="871742"/>
              <a:ext cx="41229" cy="39984"/>
            </a:xfrm>
            <a:custGeom>
              <a:avLst/>
              <a:gdLst/>
              <a:ahLst/>
              <a:cxnLst/>
              <a:rect l="l" t="t" r="r" b="b"/>
              <a:pathLst>
                <a:path w="730" h="708" extrusionOk="0">
                  <a:moveTo>
                    <a:pt x="361" y="1"/>
                  </a:moveTo>
                  <a:cubicBezTo>
                    <a:pt x="355" y="1"/>
                    <a:pt x="350" y="1"/>
                    <a:pt x="345" y="1"/>
                  </a:cubicBezTo>
                  <a:cubicBezTo>
                    <a:pt x="148" y="14"/>
                    <a:pt x="0" y="176"/>
                    <a:pt x="9" y="371"/>
                  </a:cubicBezTo>
                  <a:cubicBezTo>
                    <a:pt x="22" y="558"/>
                    <a:pt x="175" y="708"/>
                    <a:pt x="360" y="708"/>
                  </a:cubicBezTo>
                  <a:cubicBezTo>
                    <a:pt x="369" y="708"/>
                    <a:pt x="378" y="707"/>
                    <a:pt x="387" y="707"/>
                  </a:cubicBezTo>
                  <a:cubicBezTo>
                    <a:pt x="582" y="700"/>
                    <a:pt x="730" y="532"/>
                    <a:pt x="715" y="337"/>
                  </a:cubicBezTo>
                  <a:cubicBezTo>
                    <a:pt x="708" y="146"/>
                    <a:pt x="549" y="1"/>
                    <a:pt x="361"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1" name="Google Shape;731;p53"/>
            <p:cNvSpPr/>
            <p:nvPr/>
          </p:nvSpPr>
          <p:spPr>
            <a:xfrm>
              <a:off x="8840026" y="866151"/>
              <a:ext cx="41172" cy="40097"/>
            </a:xfrm>
            <a:custGeom>
              <a:avLst/>
              <a:gdLst/>
              <a:ahLst/>
              <a:cxnLst/>
              <a:rect l="l" t="t" r="r" b="b"/>
              <a:pathLst>
                <a:path w="729" h="710" extrusionOk="0">
                  <a:moveTo>
                    <a:pt x="356" y="1"/>
                  </a:moveTo>
                  <a:cubicBezTo>
                    <a:pt x="352" y="1"/>
                    <a:pt x="348" y="1"/>
                    <a:pt x="343" y="1"/>
                  </a:cubicBezTo>
                  <a:cubicBezTo>
                    <a:pt x="148" y="16"/>
                    <a:pt x="1" y="184"/>
                    <a:pt x="14" y="379"/>
                  </a:cubicBezTo>
                  <a:cubicBezTo>
                    <a:pt x="22" y="567"/>
                    <a:pt x="176" y="709"/>
                    <a:pt x="361" y="709"/>
                  </a:cubicBezTo>
                  <a:cubicBezTo>
                    <a:pt x="369" y="709"/>
                    <a:pt x="377" y="709"/>
                    <a:pt x="385" y="708"/>
                  </a:cubicBezTo>
                  <a:cubicBezTo>
                    <a:pt x="582" y="702"/>
                    <a:pt x="728" y="533"/>
                    <a:pt x="721" y="337"/>
                  </a:cubicBezTo>
                  <a:cubicBezTo>
                    <a:pt x="708" y="146"/>
                    <a:pt x="547" y="1"/>
                    <a:pt x="35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2" name="Google Shape;732;p53"/>
            <p:cNvSpPr/>
            <p:nvPr/>
          </p:nvSpPr>
          <p:spPr>
            <a:xfrm>
              <a:off x="8938918" y="861012"/>
              <a:ext cx="41172" cy="40041"/>
            </a:xfrm>
            <a:custGeom>
              <a:avLst/>
              <a:gdLst/>
              <a:ahLst/>
              <a:cxnLst/>
              <a:rect l="l" t="t" r="r" b="b"/>
              <a:pathLst>
                <a:path w="729" h="709" extrusionOk="0">
                  <a:moveTo>
                    <a:pt x="368" y="0"/>
                  </a:moveTo>
                  <a:cubicBezTo>
                    <a:pt x="360" y="0"/>
                    <a:pt x="352" y="0"/>
                    <a:pt x="343" y="1"/>
                  </a:cubicBezTo>
                  <a:cubicBezTo>
                    <a:pt x="147" y="8"/>
                    <a:pt x="1" y="176"/>
                    <a:pt x="14" y="372"/>
                  </a:cubicBezTo>
                  <a:cubicBezTo>
                    <a:pt x="21" y="565"/>
                    <a:pt x="181" y="709"/>
                    <a:pt x="372" y="709"/>
                  </a:cubicBezTo>
                  <a:cubicBezTo>
                    <a:pt x="377" y="709"/>
                    <a:pt x="381" y="709"/>
                    <a:pt x="385" y="708"/>
                  </a:cubicBezTo>
                  <a:cubicBezTo>
                    <a:pt x="582" y="695"/>
                    <a:pt x="728" y="527"/>
                    <a:pt x="722" y="330"/>
                  </a:cubicBezTo>
                  <a:cubicBezTo>
                    <a:pt x="709" y="148"/>
                    <a:pt x="554" y="0"/>
                    <a:pt x="36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3" name="Google Shape;733;p53"/>
            <p:cNvSpPr/>
            <p:nvPr/>
          </p:nvSpPr>
          <p:spPr>
            <a:xfrm>
              <a:off x="8615866" y="951543"/>
              <a:ext cx="20897" cy="29819"/>
            </a:xfrm>
            <a:custGeom>
              <a:avLst/>
              <a:gdLst/>
              <a:ahLst/>
              <a:cxnLst/>
              <a:rect l="l" t="t" r="r" b="b"/>
              <a:pathLst>
                <a:path w="370" h="528" extrusionOk="0">
                  <a:moveTo>
                    <a:pt x="12" y="1"/>
                  </a:moveTo>
                  <a:cubicBezTo>
                    <a:pt x="8" y="1"/>
                    <a:pt x="4" y="1"/>
                    <a:pt x="0" y="1"/>
                  </a:cubicBezTo>
                  <a:lnTo>
                    <a:pt x="14" y="344"/>
                  </a:lnTo>
                  <a:lnTo>
                    <a:pt x="321" y="527"/>
                  </a:lnTo>
                  <a:cubicBezTo>
                    <a:pt x="356" y="478"/>
                    <a:pt x="370" y="408"/>
                    <a:pt x="370" y="337"/>
                  </a:cubicBezTo>
                  <a:cubicBezTo>
                    <a:pt x="357" y="147"/>
                    <a:pt x="196" y="1"/>
                    <a:pt x="12"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4" name="Google Shape;734;p53"/>
            <p:cNvSpPr/>
            <p:nvPr/>
          </p:nvSpPr>
          <p:spPr>
            <a:xfrm>
              <a:off x="8694878" y="946403"/>
              <a:ext cx="41172" cy="40097"/>
            </a:xfrm>
            <a:custGeom>
              <a:avLst/>
              <a:gdLst/>
              <a:ahLst/>
              <a:cxnLst/>
              <a:rect l="l" t="t" r="r" b="b"/>
              <a:pathLst>
                <a:path w="729" h="710" extrusionOk="0">
                  <a:moveTo>
                    <a:pt x="376" y="1"/>
                  </a:moveTo>
                  <a:cubicBezTo>
                    <a:pt x="367" y="1"/>
                    <a:pt x="359" y="1"/>
                    <a:pt x="351" y="1"/>
                  </a:cubicBezTo>
                  <a:cubicBezTo>
                    <a:pt x="156" y="8"/>
                    <a:pt x="1" y="176"/>
                    <a:pt x="14" y="373"/>
                  </a:cubicBezTo>
                  <a:cubicBezTo>
                    <a:pt x="21" y="565"/>
                    <a:pt x="182" y="709"/>
                    <a:pt x="373" y="709"/>
                  </a:cubicBezTo>
                  <a:cubicBezTo>
                    <a:pt x="377" y="709"/>
                    <a:pt x="381" y="709"/>
                    <a:pt x="386" y="709"/>
                  </a:cubicBezTo>
                  <a:cubicBezTo>
                    <a:pt x="582" y="696"/>
                    <a:pt x="729" y="527"/>
                    <a:pt x="722" y="331"/>
                  </a:cubicBezTo>
                  <a:cubicBezTo>
                    <a:pt x="709" y="143"/>
                    <a:pt x="561" y="1"/>
                    <a:pt x="37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5" name="Google Shape;735;p53"/>
            <p:cNvSpPr/>
            <p:nvPr/>
          </p:nvSpPr>
          <p:spPr>
            <a:xfrm>
              <a:off x="8793827" y="940869"/>
              <a:ext cx="41116" cy="40097"/>
            </a:xfrm>
            <a:custGeom>
              <a:avLst/>
              <a:gdLst/>
              <a:ahLst/>
              <a:cxnLst/>
              <a:rect l="l" t="t" r="r" b="b"/>
              <a:pathLst>
                <a:path w="728" h="710" extrusionOk="0">
                  <a:moveTo>
                    <a:pt x="376" y="1"/>
                  </a:moveTo>
                  <a:cubicBezTo>
                    <a:pt x="367" y="1"/>
                    <a:pt x="359" y="1"/>
                    <a:pt x="350" y="2"/>
                  </a:cubicBezTo>
                  <a:cubicBezTo>
                    <a:pt x="153" y="9"/>
                    <a:pt x="0" y="177"/>
                    <a:pt x="14" y="373"/>
                  </a:cubicBezTo>
                  <a:cubicBezTo>
                    <a:pt x="20" y="564"/>
                    <a:pt x="181" y="710"/>
                    <a:pt x="372" y="710"/>
                  </a:cubicBezTo>
                  <a:cubicBezTo>
                    <a:pt x="376" y="710"/>
                    <a:pt x="381" y="710"/>
                    <a:pt x="385" y="709"/>
                  </a:cubicBezTo>
                  <a:cubicBezTo>
                    <a:pt x="580" y="694"/>
                    <a:pt x="728" y="533"/>
                    <a:pt x="721" y="338"/>
                  </a:cubicBezTo>
                  <a:cubicBezTo>
                    <a:pt x="707" y="150"/>
                    <a:pt x="560" y="1"/>
                    <a:pt x="376"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6" name="Google Shape;736;p53"/>
            <p:cNvSpPr/>
            <p:nvPr/>
          </p:nvSpPr>
          <p:spPr>
            <a:xfrm>
              <a:off x="8892607" y="935334"/>
              <a:ext cx="41624" cy="40097"/>
            </a:xfrm>
            <a:custGeom>
              <a:avLst/>
              <a:gdLst/>
              <a:ahLst/>
              <a:cxnLst/>
              <a:rect l="l" t="t" r="r" b="b"/>
              <a:pathLst>
                <a:path w="737" h="710" extrusionOk="0">
                  <a:moveTo>
                    <a:pt x="365" y="1"/>
                  </a:moveTo>
                  <a:cubicBezTo>
                    <a:pt x="360" y="1"/>
                    <a:pt x="356" y="1"/>
                    <a:pt x="352" y="1"/>
                  </a:cubicBezTo>
                  <a:cubicBezTo>
                    <a:pt x="155" y="16"/>
                    <a:pt x="1" y="184"/>
                    <a:pt x="16" y="372"/>
                  </a:cubicBezTo>
                  <a:cubicBezTo>
                    <a:pt x="28" y="560"/>
                    <a:pt x="176" y="709"/>
                    <a:pt x="359" y="709"/>
                  </a:cubicBezTo>
                  <a:cubicBezTo>
                    <a:pt x="368" y="709"/>
                    <a:pt x="377" y="709"/>
                    <a:pt x="385" y="708"/>
                  </a:cubicBezTo>
                  <a:cubicBezTo>
                    <a:pt x="582" y="702"/>
                    <a:pt x="737" y="534"/>
                    <a:pt x="721" y="337"/>
                  </a:cubicBezTo>
                  <a:cubicBezTo>
                    <a:pt x="708" y="146"/>
                    <a:pt x="554" y="1"/>
                    <a:pt x="365" y="1"/>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7" name="Google Shape;737;p53"/>
            <p:cNvSpPr/>
            <p:nvPr/>
          </p:nvSpPr>
          <p:spPr>
            <a:xfrm>
              <a:off x="8991499" y="930251"/>
              <a:ext cx="20671" cy="31231"/>
            </a:xfrm>
            <a:custGeom>
              <a:avLst/>
              <a:gdLst/>
              <a:ahLst/>
              <a:cxnLst/>
              <a:rect l="l" t="t" r="r" b="b"/>
              <a:pathLst>
                <a:path w="366" h="553" extrusionOk="0">
                  <a:moveTo>
                    <a:pt x="350" y="0"/>
                  </a:moveTo>
                  <a:cubicBezTo>
                    <a:pt x="155" y="7"/>
                    <a:pt x="1" y="175"/>
                    <a:pt x="14" y="371"/>
                  </a:cubicBezTo>
                  <a:cubicBezTo>
                    <a:pt x="21" y="442"/>
                    <a:pt x="43" y="504"/>
                    <a:pt x="78" y="553"/>
                  </a:cubicBezTo>
                  <a:lnTo>
                    <a:pt x="365" y="336"/>
                  </a:lnTo>
                  <a:lnTo>
                    <a:pt x="350"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8" name="Google Shape;738;p53"/>
            <p:cNvSpPr/>
            <p:nvPr/>
          </p:nvSpPr>
          <p:spPr>
            <a:xfrm>
              <a:off x="8749492" y="1021234"/>
              <a:ext cx="41116" cy="39984"/>
            </a:xfrm>
            <a:custGeom>
              <a:avLst/>
              <a:gdLst/>
              <a:ahLst/>
              <a:cxnLst/>
              <a:rect l="l" t="t" r="r" b="b"/>
              <a:pathLst>
                <a:path w="728" h="708" extrusionOk="0">
                  <a:moveTo>
                    <a:pt x="359" y="0"/>
                  </a:moveTo>
                  <a:cubicBezTo>
                    <a:pt x="354" y="0"/>
                    <a:pt x="348" y="0"/>
                    <a:pt x="343" y="1"/>
                  </a:cubicBezTo>
                  <a:cubicBezTo>
                    <a:pt x="146" y="14"/>
                    <a:pt x="0" y="182"/>
                    <a:pt x="7" y="379"/>
                  </a:cubicBezTo>
                  <a:cubicBezTo>
                    <a:pt x="20" y="558"/>
                    <a:pt x="174" y="708"/>
                    <a:pt x="353" y="708"/>
                  </a:cubicBezTo>
                  <a:cubicBezTo>
                    <a:pt x="361" y="708"/>
                    <a:pt x="370" y="707"/>
                    <a:pt x="378" y="707"/>
                  </a:cubicBezTo>
                  <a:cubicBezTo>
                    <a:pt x="575" y="700"/>
                    <a:pt x="728" y="532"/>
                    <a:pt x="715" y="337"/>
                  </a:cubicBezTo>
                  <a:cubicBezTo>
                    <a:pt x="708" y="146"/>
                    <a:pt x="549" y="0"/>
                    <a:pt x="359"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9" name="Google Shape;739;p53"/>
            <p:cNvSpPr/>
            <p:nvPr/>
          </p:nvSpPr>
          <p:spPr>
            <a:xfrm>
              <a:off x="8848385" y="1015982"/>
              <a:ext cx="41172" cy="40041"/>
            </a:xfrm>
            <a:custGeom>
              <a:avLst/>
              <a:gdLst/>
              <a:ahLst/>
              <a:cxnLst/>
              <a:rect l="l" t="t" r="r" b="b"/>
              <a:pathLst>
                <a:path w="729" h="709" extrusionOk="0">
                  <a:moveTo>
                    <a:pt x="368" y="0"/>
                  </a:moveTo>
                  <a:cubicBezTo>
                    <a:pt x="360" y="0"/>
                    <a:pt x="351" y="1"/>
                    <a:pt x="343" y="1"/>
                  </a:cubicBezTo>
                  <a:cubicBezTo>
                    <a:pt x="147" y="10"/>
                    <a:pt x="0" y="178"/>
                    <a:pt x="7" y="373"/>
                  </a:cubicBezTo>
                  <a:cubicBezTo>
                    <a:pt x="20" y="565"/>
                    <a:pt x="181" y="709"/>
                    <a:pt x="366" y="709"/>
                  </a:cubicBezTo>
                  <a:cubicBezTo>
                    <a:pt x="370" y="709"/>
                    <a:pt x="374" y="709"/>
                    <a:pt x="379" y="709"/>
                  </a:cubicBezTo>
                  <a:cubicBezTo>
                    <a:pt x="573" y="695"/>
                    <a:pt x="728" y="527"/>
                    <a:pt x="715" y="331"/>
                  </a:cubicBezTo>
                  <a:cubicBezTo>
                    <a:pt x="707" y="144"/>
                    <a:pt x="552" y="0"/>
                    <a:pt x="368" y="0"/>
                  </a:cubicBez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0" name="Google Shape;740;p53"/>
            <p:cNvSpPr/>
            <p:nvPr/>
          </p:nvSpPr>
          <p:spPr>
            <a:xfrm>
              <a:off x="8080344" y="577560"/>
              <a:ext cx="425953" cy="528662"/>
            </a:xfrm>
            <a:custGeom>
              <a:avLst/>
              <a:gdLst/>
              <a:ahLst/>
              <a:cxnLst/>
              <a:rect l="l" t="t" r="r" b="b"/>
              <a:pathLst>
                <a:path w="7542" h="9361" extrusionOk="0">
                  <a:moveTo>
                    <a:pt x="540" y="0"/>
                  </a:moveTo>
                  <a:lnTo>
                    <a:pt x="0" y="8941"/>
                  </a:lnTo>
                  <a:lnTo>
                    <a:pt x="3578" y="7842"/>
                  </a:lnTo>
                  <a:lnTo>
                    <a:pt x="7003" y="9361"/>
                  </a:lnTo>
                  <a:lnTo>
                    <a:pt x="7541" y="420"/>
                  </a:lnTo>
                  <a:lnTo>
                    <a:pt x="540"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1" name="Google Shape;741;p53"/>
            <p:cNvSpPr/>
            <p:nvPr/>
          </p:nvSpPr>
          <p:spPr>
            <a:xfrm>
              <a:off x="8107566" y="622627"/>
              <a:ext cx="395964" cy="31682"/>
            </a:xfrm>
            <a:custGeom>
              <a:avLst/>
              <a:gdLst/>
              <a:ahLst/>
              <a:cxnLst/>
              <a:rect l="l" t="t" r="r" b="b"/>
              <a:pathLst>
                <a:path w="7011" h="561" extrusionOk="0">
                  <a:moveTo>
                    <a:pt x="9" y="0"/>
                  </a:moveTo>
                  <a:lnTo>
                    <a:pt x="1" y="140"/>
                  </a:lnTo>
                  <a:lnTo>
                    <a:pt x="6997" y="560"/>
                  </a:lnTo>
                  <a:lnTo>
                    <a:pt x="7010" y="421"/>
                  </a:lnTo>
                  <a:lnTo>
                    <a:pt x="9"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2" name="Google Shape;742;p53"/>
            <p:cNvSpPr/>
            <p:nvPr/>
          </p:nvSpPr>
          <p:spPr>
            <a:xfrm>
              <a:off x="8102483" y="704065"/>
              <a:ext cx="395907" cy="32021"/>
            </a:xfrm>
            <a:custGeom>
              <a:avLst/>
              <a:gdLst/>
              <a:ahLst/>
              <a:cxnLst/>
              <a:rect l="l" t="t" r="r" b="b"/>
              <a:pathLst>
                <a:path w="7010" h="567" extrusionOk="0">
                  <a:moveTo>
                    <a:pt x="7" y="0"/>
                  </a:moveTo>
                  <a:lnTo>
                    <a:pt x="0" y="147"/>
                  </a:lnTo>
                  <a:lnTo>
                    <a:pt x="7003" y="567"/>
                  </a:lnTo>
                  <a:lnTo>
                    <a:pt x="7010" y="427"/>
                  </a:lnTo>
                  <a:lnTo>
                    <a:pt x="7"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3" name="Google Shape;743;p53"/>
            <p:cNvSpPr/>
            <p:nvPr/>
          </p:nvSpPr>
          <p:spPr>
            <a:xfrm>
              <a:off x="8097739" y="785843"/>
              <a:ext cx="395907" cy="31795"/>
            </a:xfrm>
            <a:custGeom>
              <a:avLst/>
              <a:gdLst/>
              <a:ahLst/>
              <a:cxnLst/>
              <a:rect l="l" t="t" r="r" b="b"/>
              <a:pathLst>
                <a:path w="7010" h="563" extrusionOk="0">
                  <a:moveTo>
                    <a:pt x="7" y="1"/>
                  </a:moveTo>
                  <a:lnTo>
                    <a:pt x="0" y="142"/>
                  </a:lnTo>
                  <a:lnTo>
                    <a:pt x="7003" y="562"/>
                  </a:lnTo>
                  <a:lnTo>
                    <a:pt x="7010" y="421"/>
                  </a:lnTo>
                  <a:lnTo>
                    <a:pt x="7"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4" name="Google Shape;744;p53"/>
            <p:cNvSpPr/>
            <p:nvPr/>
          </p:nvSpPr>
          <p:spPr>
            <a:xfrm>
              <a:off x="8092600" y="867394"/>
              <a:ext cx="395907" cy="32021"/>
            </a:xfrm>
            <a:custGeom>
              <a:avLst/>
              <a:gdLst/>
              <a:ahLst/>
              <a:cxnLst/>
              <a:rect l="l" t="t" r="r" b="b"/>
              <a:pathLst>
                <a:path w="7010" h="567" extrusionOk="0">
                  <a:moveTo>
                    <a:pt x="7" y="1"/>
                  </a:moveTo>
                  <a:lnTo>
                    <a:pt x="0" y="147"/>
                  </a:lnTo>
                  <a:lnTo>
                    <a:pt x="7003" y="567"/>
                  </a:lnTo>
                  <a:lnTo>
                    <a:pt x="7010" y="427"/>
                  </a:lnTo>
                  <a:lnTo>
                    <a:pt x="7"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5" name="Google Shape;745;p53"/>
            <p:cNvSpPr/>
            <p:nvPr/>
          </p:nvSpPr>
          <p:spPr>
            <a:xfrm>
              <a:off x="8087856" y="949227"/>
              <a:ext cx="395907" cy="31739"/>
            </a:xfrm>
            <a:custGeom>
              <a:avLst/>
              <a:gdLst/>
              <a:ahLst/>
              <a:cxnLst/>
              <a:rect l="l" t="t" r="r" b="b"/>
              <a:pathLst>
                <a:path w="7010" h="562" extrusionOk="0">
                  <a:moveTo>
                    <a:pt x="7" y="0"/>
                  </a:moveTo>
                  <a:lnTo>
                    <a:pt x="0" y="141"/>
                  </a:lnTo>
                  <a:lnTo>
                    <a:pt x="7003" y="561"/>
                  </a:lnTo>
                  <a:lnTo>
                    <a:pt x="7010" y="420"/>
                  </a:lnTo>
                  <a:lnTo>
                    <a:pt x="7" y="0"/>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6" name="Google Shape;746;p53"/>
            <p:cNvSpPr/>
            <p:nvPr/>
          </p:nvSpPr>
          <p:spPr>
            <a:xfrm>
              <a:off x="8082716" y="1030722"/>
              <a:ext cx="138822" cy="15079"/>
            </a:xfrm>
            <a:custGeom>
              <a:avLst/>
              <a:gdLst/>
              <a:ahLst/>
              <a:cxnLst/>
              <a:rect l="l" t="t" r="r" b="b"/>
              <a:pathLst>
                <a:path w="2458" h="267" extrusionOk="0">
                  <a:moveTo>
                    <a:pt x="7" y="1"/>
                  </a:moveTo>
                  <a:lnTo>
                    <a:pt x="1" y="147"/>
                  </a:lnTo>
                  <a:lnTo>
                    <a:pt x="2066" y="266"/>
                  </a:lnTo>
                  <a:lnTo>
                    <a:pt x="2457" y="147"/>
                  </a:lnTo>
                  <a:lnTo>
                    <a:pt x="14"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7" name="Google Shape;747;p53"/>
            <p:cNvSpPr/>
            <p:nvPr/>
          </p:nvSpPr>
          <p:spPr>
            <a:xfrm>
              <a:off x="8340142" y="1046083"/>
              <a:ext cx="138539" cy="16717"/>
            </a:xfrm>
            <a:custGeom>
              <a:avLst/>
              <a:gdLst/>
              <a:ahLst/>
              <a:cxnLst/>
              <a:rect l="l" t="t" r="r" b="b"/>
              <a:pathLst>
                <a:path w="2453" h="296" extrusionOk="0">
                  <a:moveTo>
                    <a:pt x="0" y="1"/>
                  </a:moveTo>
                  <a:lnTo>
                    <a:pt x="378" y="169"/>
                  </a:lnTo>
                  <a:lnTo>
                    <a:pt x="2445" y="295"/>
                  </a:lnTo>
                  <a:lnTo>
                    <a:pt x="2452" y="149"/>
                  </a:lnTo>
                  <a:lnTo>
                    <a:pt x="0" y="1"/>
                  </a:lnTo>
                  <a:close/>
                </a:path>
              </a:pathLst>
            </a:custGeom>
            <a:solidFill>
              <a:srgbClr val="F6F3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8" name="Google Shape;748;p53"/>
            <p:cNvSpPr/>
            <p:nvPr/>
          </p:nvSpPr>
          <p:spPr>
            <a:xfrm>
              <a:off x="6211327" y="-36220"/>
              <a:ext cx="2945584" cy="638676"/>
            </a:xfrm>
            <a:custGeom>
              <a:avLst/>
              <a:gdLst/>
              <a:ahLst/>
              <a:cxnLst/>
              <a:rect l="l" t="t" r="r" b="b"/>
              <a:pathLst>
                <a:path w="52155" h="11309" extrusionOk="0">
                  <a:moveTo>
                    <a:pt x="71" y="0"/>
                  </a:moveTo>
                  <a:lnTo>
                    <a:pt x="0" y="126"/>
                  </a:lnTo>
                  <a:cubicBezTo>
                    <a:pt x="14194" y="8200"/>
                    <a:pt x="27618" y="10574"/>
                    <a:pt x="36377" y="11140"/>
                  </a:cubicBezTo>
                  <a:cubicBezTo>
                    <a:pt x="38191" y="11260"/>
                    <a:pt x="39878" y="11309"/>
                    <a:pt x="41432" y="11309"/>
                  </a:cubicBezTo>
                  <a:cubicBezTo>
                    <a:pt x="48015" y="11309"/>
                    <a:pt x="52097" y="10448"/>
                    <a:pt x="52154" y="10440"/>
                  </a:cubicBezTo>
                  <a:lnTo>
                    <a:pt x="52119" y="10300"/>
                  </a:lnTo>
                  <a:cubicBezTo>
                    <a:pt x="52073" y="10311"/>
                    <a:pt x="48002" y="11166"/>
                    <a:pt x="41431" y="11166"/>
                  </a:cubicBezTo>
                  <a:cubicBezTo>
                    <a:pt x="39881" y="11166"/>
                    <a:pt x="38192" y="11118"/>
                    <a:pt x="36384" y="11001"/>
                  </a:cubicBezTo>
                  <a:cubicBezTo>
                    <a:pt x="27638" y="10433"/>
                    <a:pt x="14236" y="8060"/>
                    <a:pt x="7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749" name="Google Shape;749;p53"/>
          <p:cNvSpPr/>
          <p:nvPr/>
        </p:nvSpPr>
        <p:spPr>
          <a:xfrm rot="1421918">
            <a:off x="8655891" y="172068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0" name="Google Shape;750;p53"/>
          <p:cNvSpPr/>
          <p:nvPr/>
        </p:nvSpPr>
        <p:spPr>
          <a:xfrm rot="135659">
            <a:off x="3352747" y="11417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1" name="Google Shape;751;p53"/>
          <p:cNvSpPr/>
          <p:nvPr/>
        </p:nvSpPr>
        <p:spPr>
          <a:xfrm rot="1455476">
            <a:off x="8528951" y="3153158"/>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2" name="Google Shape;752;p53"/>
          <p:cNvSpPr/>
          <p:nvPr/>
        </p:nvSpPr>
        <p:spPr>
          <a:xfrm rot="-786933">
            <a:off x="8825023" y="421040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753"/>
        <p:cNvGrpSpPr/>
        <p:nvPr/>
      </p:nvGrpSpPr>
      <p:grpSpPr>
        <a:xfrm>
          <a:off x="0" y="0"/>
          <a:ext cx="0" cy="0"/>
          <a:chOff x="0" y="0"/>
          <a:chExt cx="0" cy="0"/>
        </a:xfrm>
      </p:grpSpPr>
      <p:grpSp>
        <p:nvGrpSpPr>
          <p:cNvPr id="754" name="Google Shape;754;p54"/>
          <p:cNvGrpSpPr/>
          <p:nvPr/>
        </p:nvGrpSpPr>
        <p:grpSpPr>
          <a:xfrm>
            <a:off x="-6525" y="3822333"/>
            <a:ext cx="9163425" cy="1352319"/>
            <a:chOff x="-6525" y="3418547"/>
            <a:chExt cx="9163425" cy="1755346"/>
          </a:xfrm>
        </p:grpSpPr>
        <p:sp>
          <p:nvSpPr>
            <p:cNvPr id="755" name="Google Shape;755;p54"/>
            <p:cNvSpPr/>
            <p:nvPr/>
          </p:nvSpPr>
          <p:spPr>
            <a:xfrm>
              <a:off x="0" y="3418547"/>
              <a:ext cx="9156900" cy="1712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756" name="Google Shape;756;p54"/>
            <p:cNvGrpSpPr/>
            <p:nvPr/>
          </p:nvGrpSpPr>
          <p:grpSpPr>
            <a:xfrm>
              <a:off x="-6525" y="3418586"/>
              <a:ext cx="9159600" cy="1755307"/>
              <a:chOff x="-6525" y="3875250"/>
              <a:chExt cx="9159600" cy="1298400"/>
            </a:xfrm>
          </p:grpSpPr>
          <p:cxnSp>
            <p:nvCxnSpPr>
              <p:cNvPr id="757" name="Google Shape;757;p54"/>
              <p:cNvCxnSpPr/>
              <p:nvPr/>
            </p:nvCxnSpPr>
            <p:spPr>
              <a:xfrm>
                <a:off x="8312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58" name="Google Shape;758;p54"/>
              <p:cNvCxnSpPr/>
              <p:nvPr/>
            </p:nvCxnSpPr>
            <p:spPr>
              <a:xfrm>
                <a:off x="16625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59" name="Google Shape;759;p54"/>
              <p:cNvCxnSpPr/>
              <p:nvPr/>
            </p:nvCxnSpPr>
            <p:spPr>
              <a:xfrm>
                <a:off x="24938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60" name="Google Shape;760;p54"/>
              <p:cNvCxnSpPr/>
              <p:nvPr/>
            </p:nvCxnSpPr>
            <p:spPr>
              <a:xfrm>
                <a:off x="33251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61" name="Google Shape;761;p54"/>
              <p:cNvCxnSpPr/>
              <p:nvPr/>
            </p:nvCxnSpPr>
            <p:spPr>
              <a:xfrm>
                <a:off x="41563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62" name="Google Shape;762;p54"/>
              <p:cNvCxnSpPr/>
              <p:nvPr/>
            </p:nvCxnSpPr>
            <p:spPr>
              <a:xfrm>
                <a:off x="49876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63" name="Google Shape;763;p54"/>
              <p:cNvCxnSpPr/>
              <p:nvPr/>
            </p:nvCxnSpPr>
            <p:spPr>
              <a:xfrm>
                <a:off x="581892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64" name="Google Shape;764;p54"/>
              <p:cNvCxnSpPr/>
              <p:nvPr/>
            </p:nvCxnSpPr>
            <p:spPr>
              <a:xfrm>
                <a:off x="665020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65" name="Google Shape;765;p54"/>
              <p:cNvCxnSpPr/>
              <p:nvPr/>
            </p:nvCxnSpPr>
            <p:spPr>
              <a:xfrm>
                <a:off x="8312750"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66" name="Google Shape;766;p54"/>
              <p:cNvCxnSpPr/>
              <p:nvPr/>
            </p:nvCxnSpPr>
            <p:spPr>
              <a:xfrm>
                <a:off x="7481475" y="3875250"/>
                <a:ext cx="0" cy="1298400"/>
              </a:xfrm>
              <a:prstGeom prst="straightConnector1">
                <a:avLst/>
              </a:prstGeom>
              <a:noFill/>
              <a:ln w="19050" cap="flat" cmpd="sng">
                <a:solidFill>
                  <a:schemeClr val="lt1"/>
                </a:solidFill>
                <a:prstDash val="solid"/>
                <a:round/>
                <a:headEnd type="none" w="sm" len="sm"/>
                <a:tailEnd type="none" w="sm" len="sm"/>
              </a:ln>
            </p:spPr>
          </p:cxnSp>
          <p:cxnSp>
            <p:nvCxnSpPr>
              <p:cNvPr id="767" name="Google Shape;767;p54"/>
              <p:cNvCxnSpPr/>
              <p:nvPr/>
            </p:nvCxnSpPr>
            <p:spPr>
              <a:xfrm>
                <a:off x="-6525" y="4315675"/>
                <a:ext cx="9159600" cy="0"/>
              </a:xfrm>
              <a:prstGeom prst="straightConnector1">
                <a:avLst/>
              </a:prstGeom>
              <a:noFill/>
              <a:ln w="19050" cap="flat" cmpd="sng">
                <a:solidFill>
                  <a:schemeClr val="lt1"/>
                </a:solidFill>
                <a:prstDash val="solid"/>
                <a:round/>
                <a:headEnd type="none" w="sm" len="sm"/>
                <a:tailEnd type="none" w="sm" len="sm"/>
              </a:ln>
            </p:spPr>
          </p:cxnSp>
          <p:cxnSp>
            <p:nvCxnSpPr>
              <p:cNvPr id="768" name="Google Shape;768;p54"/>
              <p:cNvCxnSpPr/>
              <p:nvPr/>
            </p:nvCxnSpPr>
            <p:spPr>
              <a:xfrm>
                <a:off x="-6525" y="4733475"/>
                <a:ext cx="9159600" cy="0"/>
              </a:xfrm>
              <a:prstGeom prst="straightConnector1">
                <a:avLst/>
              </a:prstGeom>
              <a:noFill/>
              <a:ln w="19050" cap="flat" cmpd="sng">
                <a:solidFill>
                  <a:schemeClr val="lt1"/>
                </a:solidFill>
                <a:prstDash val="solid"/>
                <a:round/>
                <a:headEnd type="none" w="sm" len="sm"/>
                <a:tailEnd type="none" w="sm" len="sm"/>
              </a:ln>
            </p:spPr>
          </p:cxnSp>
        </p:grpSp>
      </p:grpSp>
      <p:pic>
        <p:nvPicPr>
          <p:cNvPr id="769" name="Google Shape;769;p54"/>
          <p:cNvPicPr preferRelativeResize="0"/>
          <p:nvPr/>
        </p:nvPicPr>
        <p:blipFill rotWithShape="1">
          <a:blip r:embed="rId2"/>
          <a:srcRect/>
          <a:stretch>
            <a:fillRect/>
          </a:stretch>
        </p:blipFill>
        <p:spPr>
          <a:xfrm>
            <a:off x="-16225" y="0"/>
            <a:ext cx="9163423" cy="5143501"/>
          </a:xfrm>
          <a:prstGeom prst="rect">
            <a:avLst/>
          </a:prstGeom>
          <a:noFill/>
          <a:ln>
            <a:noFill/>
          </a:ln>
        </p:spPr>
      </p:pic>
      <p:grpSp>
        <p:nvGrpSpPr>
          <p:cNvPr id="770" name="Google Shape;770;p54"/>
          <p:cNvGrpSpPr/>
          <p:nvPr/>
        </p:nvGrpSpPr>
        <p:grpSpPr>
          <a:xfrm>
            <a:off x="6548845" y="3650592"/>
            <a:ext cx="2377190" cy="1026755"/>
            <a:chOff x="1728390" y="3488202"/>
            <a:chExt cx="1438977" cy="621523"/>
          </a:xfrm>
        </p:grpSpPr>
        <p:sp>
          <p:nvSpPr>
            <p:cNvPr id="771" name="Google Shape;771;p54"/>
            <p:cNvSpPr/>
            <p:nvPr/>
          </p:nvSpPr>
          <p:spPr>
            <a:xfrm>
              <a:off x="2043764" y="3760768"/>
              <a:ext cx="688167" cy="333142"/>
            </a:xfrm>
            <a:custGeom>
              <a:avLst/>
              <a:gdLst/>
              <a:ahLst/>
              <a:cxnLst/>
              <a:rect l="l" t="t" r="r" b="b"/>
              <a:pathLst>
                <a:path w="22233" h="10763" extrusionOk="0">
                  <a:moveTo>
                    <a:pt x="0" y="1"/>
                  </a:moveTo>
                  <a:lnTo>
                    <a:pt x="0" y="8010"/>
                  </a:lnTo>
                  <a:cubicBezTo>
                    <a:pt x="0" y="8010"/>
                    <a:pt x="104" y="8005"/>
                    <a:pt x="300" y="8005"/>
                  </a:cubicBezTo>
                  <a:cubicBezTo>
                    <a:pt x="1440" y="8005"/>
                    <a:pt x="5723" y="8193"/>
                    <a:pt x="11112" y="10763"/>
                  </a:cubicBezTo>
                  <a:cubicBezTo>
                    <a:pt x="11112" y="10763"/>
                    <a:pt x="16368" y="8010"/>
                    <a:pt x="22169" y="8010"/>
                  </a:cubicBezTo>
                  <a:cubicBezTo>
                    <a:pt x="22190" y="8010"/>
                    <a:pt x="22211" y="8010"/>
                    <a:pt x="22232" y="8010"/>
                  </a:cubicBezTo>
                  <a:lnTo>
                    <a:pt x="2223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2" name="Google Shape;772;p54"/>
            <p:cNvSpPr/>
            <p:nvPr/>
          </p:nvSpPr>
          <p:spPr>
            <a:xfrm>
              <a:off x="1728390" y="3488202"/>
              <a:ext cx="1351169" cy="366849"/>
            </a:xfrm>
            <a:custGeom>
              <a:avLst/>
              <a:gdLst/>
              <a:ahLst/>
              <a:cxnLst/>
              <a:rect l="l" t="t" r="r" b="b"/>
              <a:pathLst>
                <a:path w="43653" h="11852" extrusionOk="0">
                  <a:moveTo>
                    <a:pt x="21805" y="1"/>
                  </a:moveTo>
                  <a:cubicBezTo>
                    <a:pt x="21616" y="1"/>
                    <a:pt x="21428" y="28"/>
                    <a:pt x="21246" y="81"/>
                  </a:cubicBezTo>
                  <a:lnTo>
                    <a:pt x="434" y="6019"/>
                  </a:lnTo>
                  <a:cubicBezTo>
                    <a:pt x="0" y="6145"/>
                    <a:pt x="14" y="6768"/>
                    <a:pt x="456" y="6874"/>
                  </a:cubicBezTo>
                  <a:lnTo>
                    <a:pt x="21392" y="11796"/>
                  </a:lnTo>
                  <a:cubicBezTo>
                    <a:pt x="21542" y="11834"/>
                    <a:pt x="21696" y="11852"/>
                    <a:pt x="21849" y="11852"/>
                  </a:cubicBezTo>
                  <a:cubicBezTo>
                    <a:pt x="22038" y="11852"/>
                    <a:pt x="22226" y="11825"/>
                    <a:pt x="22407" y="11775"/>
                  </a:cubicBezTo>
                  <a:lnTo>
                    <a:pt x="43212" y="6355"/>
                  </a:lnTo>
                  <a:cubicBezTo>
                    <a:pt x="43652" y="6229"/>
                    <a:pt x="43639" y="5605"/>
                    <a:pt x="43197" y="5501"/>
                  </a:cubicBezTo>
                  <a:lnTo>
                    <a:pt x="22261" y="53"/>
                  </a:lnTo>
                  <a:cubicBezTo>
                    <a:pt x="22110" y="18"/>
                    <a:pt x="21958" y="1"/>
                    <a:pt x="2180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3" name="Google Shape;773;p54"/>
            <p:cNvSpPr/>
            <p:nvPr/>
          </p:nvSpPr>
          <p:spPr>
            <a:xfrm>
              <a:off x="2383590" y="3647606"/>
              <a:ext cx="585621" cy="323392"/>
            </a:xfrm>
            <a:custGeom>
              <a:avLst/>
              <a:gdLst/>
              <a:ahLst/>
              <a:cxnLst/>
              <a:rect l="l" t="t" r="r" b="b"/>
              <a:pathLst>
                <a:path w="18920" h="10448" extrusionOk="0">
                  <a:moveTo>
                    <a:pt x="138" y="1"/>
                  </a:moveTo>
                  <a:cubicBezTo>
                    <a:pt x="69" y="1"/>
                    <a:pt x="13" y="49"/>
                    <a:pt x="7" y="119"/>
                  </a:cubicBezTo>
                  <a:cubicBezTo>
                    <a:pt x="0" y="190"/>
                    <a:pt x="49" y="254"/>
                    <a:pt x="120" y="260"/>
                  </a:cubicBezTo>
                  <a:cubicBezTo>
                    <a:pt x="4467" y="778"/>
                    <a:pt x="12934" y="1976"/>
                    <a:pt x="13851" y="2801"/>
                  </a:cubicBezTo>
                  <a:cubicBezTo>
                    <a:pt x="14236" y="3159"/>
                    <a:pt x="14593" y="4126"/>
                    <a:pt x="14999" y="5253"/>
                  </a:cubicBezTo>
                  <a:cubicBezTo>
                    <a:pt x="15784" y="7438"/>
                    <a:pt x="16764" y="10160"/>
                    <a:pt x="18767" y="10448"/>
                  </a:cubicBezTo>
                  <a:lnTo>
                    <a:pt x="18787" y="10448"/>
                  </a:lnTo>
                  <a:cubicBezTo>
                    <a:pt x="18851" y="10448"/>
                    <a:pt x="18906" y="10406"/>
                    <a:pt x="18913" y="10344"/>
                  </a:cubicBezTo>
                  <a:cubicBezTo>
                    <a:pt x="18920" y="10266"/>
                    <a:pt x="18871" y="10202"/>
                    <a:pt x="18801" y="10189"/>
                  </a:cubicBezTo>
                  <a:cubicBezTo>
                    <a:pt x="16960" y="9923"/>
                    <a:pt x="16008" y="7283"/>
                    <a:pt x="15245" y="5169"/>
                  </a:cubicBezTo>
                  <a:cubicBezTo>
                    <a:pt x="14824" y="4006"/>
                    <a:pt x="14460" y="3005"/>
                    <a:pt x="14026" y="2613"/>
                  </a:cubicBezTo>
                  <a:cubicBezTo>
                    <a:pt x="12821" y="1521"/>
                    <a:pt x="666" y="64"/>
                    <a:pt x="155" y="2"/>
                  </a:cubicBezTo>
                  <a:cubicBezTo>
                    <a:pt x="149" y="1"/>
                    <a:pt x="144" y="1"/>
                    <a:pt x="13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4" name="Google Shape;774;p54"/>
            <p:cNvSpPr/>
            <p:nvPr/>
          </p:nvSpPr>
          <p:spPr>
            <a:xfrm>
              <a:off x="2997995" y="3993189"/>
              <a:ext cx="115143" cy="116536"/>
            </a:xfrm>
            <a:custGeom>
              <a:avLst/>
              <a:gdLst/>
              <a:ahLst/>
              <a:cxnLst/>
              <a:rect l="l" t="t" r="r" b="b"/>
              <a:pathLst>
                <a:path w="3720" h="3765" extrusionOk="0">
                  <a:moveTo>
                    <a:pt x="112" y="0"/>
                  </a:moveTo>
                  <a:cubicBezTo>
                    <a:pt x="104" y="0"/>
                    <a:pt x="94" y="1"/>
                    <a:pt x="85" y="4"/>
                  </a:cubicBezTo>
                  <a:cubicBezTo>
                    <a:pt x="36" y="12"/>
                    <a:pt x="1" y="68"/>
                    <a:pt x="16" y="116"/>
                  </a:cubicBezTo>
                  <a:cubicBezTo>
                    <a:pt x="29" y="187"/>
                    <a:pt x="436" y="1748"/>
                    <a:pt x="3552" y="3751"/>
                  </a:cubicBezTo>
                  <a:cubicBezTo>
                    <a:pt x="3572" y="3758"/>
                    <a:pt x="3587" y="3765"/>
                    <a:pt x="3607" y="3765"/>
                  </a:cubicBezTo>
                  <a:cubicBezTo>
                    <a:pt x="3643" y="3765"/>
                    <a:pt x="3671" y="3751"/>
                    <a:pt x="3691" y="3716"/>
                  </a:cubicBezTo>
                  <a:cubicBezTo>
                    <a:pt x="3720" y="3674"/>
                    <a:pt x="3706" y="3610"/>
                    <a:pt x="3656" y="3583"/>
                  </a:cubicBezTo>
                  <a:cubicBezTo>
                    <a:pt x="618" y="1635"/>
                    <a:pt x="204" y="88"/>
                    <a:pt x="204" y="74"/>
                  </a:cubicBezTo>
                  <a:cubicBezTo>
                    <a:pt x="193" y="28"/>
                    <a:pt x="157" y="0"/>
                    <a:pt x="11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5" name="Google Shape;775;p54"/>
            <p:cNvSpPr/>
            <p:nvPr/>
          </p:nvSpPr>
          <p:spPr>
            <a:xfrm>
              <a:off x="3006909" y="3969511"/>
              <a:ext cx="160458" cy="29683"/>
            </a:xfrm>
            <a:custGeom>
              <a:avLst/>
              <a:gdLst/>
              <a:ahLst/>
              <a:cxnLst/>
              <a:rect l="l" t="t" r="r" b="b"/>
              <a:pathLst>
                <a:path w="5184" h="959" extrusionOk="0">
                  <a:moveTo>
                    <a:pt x="1358" y="1"/>
                  </a:moveTo>
                  <a:cubicBezTo>
                    <a:pt x="506" y="1"/>
                    <a:pt x="103" y="174"/>
                    <a:pt x="71" y="189"/>
                  </a:cubicBezTo>
                  <a:cubicBezTo>
                    <a:pt x="22" y="209"/>
                    <a:pt x="0" y="264"/>
                    <a:pt x="22" y="315"/>
                  </a:cubicBezTo>
                  <a:cubicBezTo>
                    <a:pt x="37" y="351"/>
                    <a:pt x="72" y="371"/>
                    <a:pt x="109" y="371"/>
                  </a:cubicBezTo>
                  <a:cubicBezTo>
                    <a:pt x="122" y="371"/>
                    <a:pt x="135" y="369"/>
                    <a:pt x="148" y="364"/>
                  </a:cubicBezTo>
                  <a:cubicBezTo>
                    <a:pt x="155" y="360"/>
                    <a:pt x="536" y="201"/>
                    <a:pt x="1352" y="201"/>
                  </a:cubicBezTo>
                  <a:cubicBezTo>
                    <a:pt x="2149" y="201"/>
                    <a:pt x="3360" y="353"/>
                    <a:pt x="5042" y="952"/>
                  </a:cubicBezTo>
                  <a:cubicBezTo>
                    <a:pt x="5049" y="959"/>
                    <a:pt x="5064" y="959"/>
                    <a:pt x="5070" y="959"/>
                  </a:cubicBezTo>
                  <a:cubicBezTo>
                    <a:pt x="5112" y="959"/>
                    <a:pt x="5148" y="930"/>
                    <a:pt x="5161" y="895"/>
                  </a:cubicBezTo>
                  <a:cubicBezTo>
                    <a:pt x="5183" y="846"/>
                    <a:pt x="5154" y="790"/>
                    <a:pt x="5106" y="769"/>
                  </a:cubicBezTo>
                  <a:cubicBezTo>
                    <a:pt x="3400" y="160"/>
                    <a:pt x="2174" y="1"/>
                    <a:pt x="135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6" name="Google Shape;776;p54"/>
            <p:cNvSpPr/>
            <p:nvPr/>
          </p:nvSpPr>
          <p:spPr>
            <a:xfrm>
              <a:off x="3001276" y="3994830"/>
              <a:ext cx="121396" cy="106879"/>
            </a:xfrm>
            <a:custGeom>
              <a:avLst/>
              <a:gdLst/>
              <a:ahLst/>
              <a:cxnLst/>
              <a:rect l="l" t="t" r="r" b="b"/>
              <a:pathLst>
                <a:path w="3922" h="3453" extrusionOk="0">
                  <a:moveTo>
                    <a:pt x="111" y="0"/>
                  </a:moveTo>
                  <a:cubicBezTo>
                    <a:pt x="94" y="0"/>
                    <a:pt x="77" y="5"/>
                    <a:pt x="63" y="15"/>
                  </a:cubicBezTo>
                  <a:cubicBezTo>
                    <a:pt x="14" y="35"/>
                    <a:pt x="1" y="99"/>
                    <a:pt x="29" y="141"/>
                  </a:cubicBezTo>
                  <a:cubicBezTo>
                    <a:pt x="63" y="211"/>
                    <a:pt x="1016" y="1863"/>
                    <a:pt x="3760" y="3438"/>
                  </a:cubicBezTo>
                  <a:cubicBezTo>
                    <a:pt x="3775" y="3453"/>
                    <a:pt x="3789" y="3453"/>
                    <a:pt x="3811" y="3453"/>
                  </a:cubicBezTo>
                  <a:cubicBezTo>
                    <a:pt x="3837" y="3453"/>
                    <a:pt x="3873" y="3438"/>
                    <a:pt x="3895" y="3404"/>
                  </a:cubicBezTo>
                  <a:cubicBezTo>
                    <a:pt x="3921" y="3362"/>
                    <a:pt x="3901" y="3298"/>
                    <a:pt x="3859" y="3270"/>
                  </a:cubicBezTo>
                  <a:cubicBezTo>
                    <a:pt x="1164" y="1724"/>
                    <a:pt x="204" y="63"/>
                    <a:pt x="197" y="50"/>
                  </a:cubicBezTo>
                  <a:cubicBezTo>
                    <a:pt x="179" y="18"/>
                    <a:pt x="144" y="0"/>
                    <a:pt x="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7" name="Google Shape;777;p54"/>
            <p:cNvSpPr/>
            <p:nvPr/>
          </p:nvSpPr>
          <p:spPr>
            <a:xfrm>
              <a:off x="3004092" y="3993066"/>
              <a:ext cx="128360" cy="99543"/>
            </a:xfrm>
            <a:custGeom>
              <a:avLst/>
              <a:gdLst/>
              <a:ahLst/>
              <a:cxnLst/>
              <a:rect l="l" t="t" r="r" b="b"/>
              <a:pathLst>
                <a:path w="4147" h="3216" extrusionOk="0">
                  <a:moveTo>
                    <a:pt x="106" y="0"/>
                  </a:moveTo>
                  <a:cubicBezTo>
                    <a:pt x="83" y="0"/>
                    <a:pt x="61" y="7"/>
                    <a:pt x="43" y="23"/>
                  </a:cubicBezTo>
                  <a:cubicBezTo>
                    <a:pt x="7" y="58"/>
                    <a:pt x="1" y="120"/>
                    <a:pt x="36" y="162"/>
                  </a:cubicBezTo>
                  <a:cubicBezTo>
                    <a:pt x="49" y="176"/>
                    <a:pt x="1493" y="1913"/>
                    <a:pt x="3992" y="3201"/>
                  </a:cubicBezTo>
                  <a:cubicBezTo>
                    <a:pt x="4005" y="3209"/>
                    <a:pt x="4020" y="3216"/>
                    <a:pt x="4034" y="3216"/>
                  </a:cubicBezTo>
                  <a:cubicBezTo>
                    <a:pt x="4069" y="3216"/>
                    <a:pt x="4104" y="3194"/>
                    <a:pt x="4118" y="3159"/>
                  </a:cubicBezTo>
                  <a:cubicBezTo>
                    <a:pt x="4146" y="3110"/>
                    <a:pt x="4125" y="3054"/>
                    <a:pt x="4076" y="3033"/>
                  </a:cubicBezTo>
                  <a:cubicBezTo>
                    <a:pt x="1619" y="1759"/>
                    <a:pt x="197" y="58"/>
                    <a:pt x="182" y="36"/>
                  </a:cubicBezTo>
                  <a:cubicBezTo>
                    <a:pt x="163" y="12"/>
                    <a:pt x="134"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8" name="Google Shape;778;p54"/>
            <p:cNvSpPr/>
            <p:nvPr/>
          </p:nvSpPr>
          <p:spPr>
            <a:xfrm>
              <a:off x="3007095" y="3986504"/>
              <a:ext cx="144641" cy="73605"/>
            </a:xfrm>
            <a:custGeom>
              <a:avLst/>
              <a:gdLst/>
              <a:ahLst/>
              <a:cxnLst/>
              <a:rect l="l" t="t" r="r" b="b"/>
              <a:pathLst>
                <a:path w="4673" h="2378" extrusionOk="0">
                  <a:moveTo>
                    <a:pt x="117" y="1"/>
                  </a:moveTo>
                  <a:cubicBezTo>
                    <a:pt x="80" y="1"/>
                    <a:pt x="45" y="17"/>
                    <a:pt x="30" y="52"/>
                  </a:cubicBezTo>
                  <a:cubicBezTo>
                    <a:pt x="1" y="102"/>
                    <a:pt x="23" y="157"/>
                    <a:pt x="72" y="186"/>
                  </a:cubicBezTo>
                  <a:lnTo>
                    <a:pt x="4518" y="2371"/>
                  </a:lnTo>
                  <a:cubicBezTo>
                    <a:pt x="4532" y="2377"/>
                    <a:pt x="4547" y="2377"/>
                    <a:pt x="4560" y="2377"/>
                  </a:cubicBezTo>
                  <a:cubicBezTo>
                    <a:pt x="4596" y="2377"/>
                    <a:pt x="4631" y="2356"/>
                    <a:pt x="4651" y="2320"/>
                  </a:cubicBezTo>
                  <a:cubicBezTo>
                    <a:pt x="4673" y="2272"/>
                    <a:pt x="4651" y="2216"/>
                    <a:pt x="4602" y="2194"/>
                  </a:cubicBezTo>
                  <a:lnTo>
                    <a:pt x="162" y="10"/>
                  </a:lnTo>
                  <a:cubicBezTo>
                    <a:pt x="148" y="4"/>
                    <a:pt x="132" y="1"/>
                    <a:pt x="11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9" name="Google Shape;779;p54"/>
            <p:cNvSpPr/>
            <p:nvPr/>
          </p:nvSpPr>
          <p:spPr>
            <a:xfrm>
              <a:off x="3006290" y="3988732"/>
              <a:ext cx="139998" cy="82612"/>
            </a:xfrm>
            <a:custGeom>
              <a:avLst/>
              <a:gdLst/>
              <a:ahLst/>
              <a:cxnLst/>
              <a:rect l="l" t="t" r="r" b="b"/>
              <a:pathLst>
                <a:path w="4523" h="2669" extrusionOk="0">
                  <a:moveTo>
                    <a:pt x="106" y="0"/>
                  </a:moveTo>
                  <a:cubicBezTo>
                    <a:pt x="77" y="0"/>
                    <a:pt x="47" y="13"/>
                    <a:pt x="27" y="37"/>
                  </a:cubicBezTo>
                  <a:cubicBezTo>
                    <a:pt x="0" y="79"/>
                    <a:pt x="7" y="141"/>
                    <a:pt x="49" y="176"/>
                  </a:cubicBezTo>
                  <a:cubicBezTo>
                    <a:pt x="750" y="736"/>
                    <a:pt x="4215" y="2578"/>
                    <a:pt x="4363" y="2655"/>
                  </a:cubicBezTo>
                  <a:cubicBezTo>
                    <a:pt x="4376" y="2662"/>
                    <a:pt x="4396" y="2668"/>
                    <a:pt x="4412" y="2668"/>
                  </a:cubicBezTo>
                  <a:cubicBezTo>
                    <a:pt x="4447" y="2668"/>
                    <a:pt x="4480" y="2648"/>
                    <a:pt x="4496" y="2613"/>
                  </a:cubicBezTo>
                  <a:cubicBezTo>
                    <a:pt x="4522" y="2564"/>
                    <a:pt x="4502" y="2509"/>
                    <a:pt x="4454" y="2480"/>
                  </a:cubicBezTo>
                  <a:cubicBezTo>
                    <a:pt x="4418" y="2467"/>
                    <a:pt x="861" y="576"/>
                    <a:pt x="168" y="22"/>
                  </a:cubicBezTo>
                  <a:cubicBezTo>
                    <a:pt x="150" y="7"/>
                    <a:pt x="128"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0" name="Google Shape;780;p54"/>
            <p:cNvSpPr/>
            <p:nvPr/>
          </p:nvSpPr>
          <p:spPr>
            <a:xfrm>
              <a:off x="3000192" y="3988639"/>
              <a:ext cx="140462" cy="94003"/>
            </a:xfrm>
            <a:custGeom>
              <a:avLst/>
              <a:gdLst/>
              <a:ahLst/>
              <a:cxnLst/>
              <a:rect l="l" t="t" r="r" b="b"/>
              <a:pathLst>
                <a:path w="4538" h="3037" extrusionOk="0">
                  <a:moveTo>
                    <a:pt x="111" y="0"/>
                  </a:moveTo>
                  <a:cubicBezTo>
                    <a:pt x="87" y="0"/>
                    <a:pt x="62" y="9"/>
                    <a:pt x="42" y="25"/>
                  </a:cubicBezTo>
                  <a:cubicBezTo>
                    <a:pt x="0" y="60"/>
                    <a:pt x="0" y="124"/>
                    <a:pt x="36" y="166"/>
                  </a:cubicBezTo>
                  <a:cubicBezTo>
                    <a:pt x="932" y="1132"/>
                    <a:pt x="4237" y="2945"/>
                    <a:pt x="4383" y="3023"/>
                  </a:cubicBezTo>
                  <a:cubicBezTo>
                    <a:pt x="4398" y="3029"/>
                    <a:pt x="4412" y="3036"/>
                    <a:pt x="4425" y="3036"/>
                  </a:cubicBezTo>
                  <a:cubicBezTo>
                    <a:pt x="4461" y="3036"/>
                    <a:pt x="4496" y="3016"/>
                    <a:pt x="4509" y="2987"/>
                  </a:cubicBezTo>
                  <a:cubicBezTo>
                    <a:pt x="4538" y="2939"/>
                    <a:pt x="4524" y="2875"/>
                    <a:pt x="4476" y="2855"/>
                  </a:cubicBezTo>
                  <a:cubicBezTo>
                    <a:pt x="4440" y="2833"/>
                    <a:pt x="1051" y="977"/>
                    <a:pt x="182" y="33"/>
                  </a:cubicBezTo>
                  <a:cubicBezTo>
                    <a:pt x="164" y="11"/>
                    <a:pt x="138" y="0"/>
                    <a:pt x="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1" name="Google Shape;781;p54"/>
            <p:cNvSpPr/>
            <p:nvPr/>
          </p:nvSpPr>
          <p:spPr>
            <a:xfrm>
              <a:off x="3010376" y="3975825"/>
              <a:ext cx="156496" cy="35688"/>
            </a:xfrm>
            <a:custGeom>
              <a:avLst/>
              <a:gdLst/>
              <a:ahLst/>
              <a:cxnLst/>
              <a:rect l="l" t="t" r="r" b="b"/>
              <a:pathLst>
                <a:path w="5056" h="1153" extrusionOk="0">
                  <a:moveTo>
                    <a:pt x="670" y="0"/>
                  </a:moveTo>
                  <a:cubicBezTo>
                    <a:pt x="316" y="0"/>
                    <a:pt x="116" y="29"/>
                    <a:pt x="92" y="34"/>
                  </a:cubicBezTo>
                  <a:cubicBezTo>
                    <a:pt x="36" y="40"/>
                    <a:pt x="1" y="89"/>
                    <a:pt x="8" y="138"/>
                  </a:cubicBezTo>
                  <a:cubicBezTo>
                    <a:pt x="14" y="190"/>
                    <a:pt x="55" y="223"/>
                    <a:pt x="106" y="223"/>
                  </a:cubicBezTo>
                  <a:cubicBezTo>
                    <a:pt x="111" y="223"/>
                    <a:pt x="115" y="222"/>
                    <a:pt x="120" y="222"/>
                  </a:cubicBezTo>
                  <a:cubicBezTo>
                    <a:pt x="124" y="222"/>
                    <a:pt x="302" y="198"/>
                    <a:pt x="629" y="198"/>
                  </a:cubicBezTo>
                  <a:cubicBezTo>
                    <a:pt x="1377" y="198"/>
                    <a:pt x="2902" y="323"/>
                    <a:pt x="4910" y="1146"/>
                  </a:cubicBezTo>
                  <a:cubicBezTo>
                    <a:pt x="4916" y="1153"/>
                    <a:pt x="4930" y="1153"/>
                    <a:pt x="4945" y="1153"/>
                  </a:cubicBezTo>
                  <a:cubicBezTo>
                    <a:pt x="4979" y="1153"/>
                    <a:pt x="5021" y="1133"/>
                    <a:pt x="5036" y="1097"/>
                  </a:cubicBezTo>
                  <a:cubicBezTo>
                    <a:pt x="5056" y="1049"/>
                    <a:pt x="5029" y="993"/>
                    <a:pt x="4979" y="971"/>
                  </a:cubicBezTo>
                  <a:cubicBezTo>
                    <a:pt x="2967" y="138"/>
                    <a:pt x="1448" y="0"/>
                    <a:pt x="67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2" name="Google Shape;782;p54"/>
            <p:cNvSpPr/>
            <p:nvPr/>
          </p:nvSpPr>
          <p:spPr>
            <a:xfrm>
              <a:off x="3010809" y="3979880"/>
              <a:ext cx="154763" cy="45129"/>
            </a:xfrm>
            <a:custGeom>
              <a:avLst/>
              <a:gdLst/>
              <a:ahLst/>
              <a:cxnLst/>
              <a:rect l="l" t="t" r="r" b="b"/>
              <a:pathLst>
                <a:path w="5000" h="1458" extrusionOk="0">
                  <a:moveTo>
                    <a:pt x="106" y="0"/>
                  </a:moveTo>
                  <a:cubicBezTo>
                    <a:pt x="49" y="0"/>
                    <a:pt x="7" y="42"/>
                    <a:pt x="0" y="98"/>
                  </a:cubicBezTo>
                  <a:cubicBezTo>
                    <a:pt x="0" y="148"/>
                    <a:pt x="42" y="197"/>
                    <a:pt x="99" y="197"/>
                  </a:cubicBezTo>
                  <a:cubicBezTo>
                    <a:pt x="120" y="197"/>
                    <a:pt x="2340" y="281"/>
                    <a:pt x="4847" y="1450"/>
                  </a:cubicBezTo>
                  <a:cubicBezTo>
                    <a:pt x="4860" y="1457"/>
                    <a:pt x="4874" y="1457"/>
                    <a:pt x="4889" y="1457"/>
                  </a:cubicBezTo>
                  <a:cubicBezTo>
                    <a:pt x="4923" y="1457"/>
                    <a:pt x="4958" y="1435"/>
                    <a:pt x="4980" y="1400"/>
                  </a:cubicBezTo>
                  <a:cubicBezTo>
                    <a:pt x="5000" y="1351"/>
                    <a:pt x="4980" y="1296"/>
                    <a:pt x="4931" y="1274"/>
                  </a:cubicBezTo>
                  <a:cubicBezTo>
                    <a:pt x="2388" y="84"/>
                    <a:pt x="126"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3" name="Google Shape;783;p54"/>
            <p:cNvSpPr/>
            <p:nvPr/>
          </p:nvSpPr>
          <p:spPr>
            <a:xfrm>
              <a:off x="3008426" y="3984337"/>
              <a:ext cx="148727" cy="64691"/>
            </a:xfrm>
            <a:custGeom>
              <a:avLst/>
              <a:gdLst/>
              <a:ahLst/>
              <a:cxnLst/>
              <a:rect l="l" t="t" r="r" b="b"/>
              <a:pathLst>
                <a:path w="4805" h="2090" extrusionOk="0">
                  <a:moveTo>
                    <a:pt x="108" y="0"/>
                  </a:moveTo>
                  <a:cubicBezTo>
                    <a:pt x="63" y="0"/>
                    <a:pt x="26" y="32"/>
                    <a:pt x="15" y="73"/>
                  </a:cubicBezTo>
                  <a:cubicBezTo>
                    <a:pt x="0" y="130"/>
                    <a:pt x="29" y="179"/>
                    <a:pt x="84" y="192"/>
                  </a:cubicBezTo>
                  <a:cubicBezTo>
                    <a:pt x="946" y="402"/>
                    <a:pt x="4615" y="2063"/>
                    <a:pt x="4657" y="2076"/>
                  </a:cubicBezTo>
                  <a:cubicBezTo>
                    <a:pt x="4672" y="2083"/>
                    <a:pt x="4679" y="2089"/>
                    <a:pt x="4692" y="2089"/>
                  </a:cubicBezTo>
                  <a:cubicBezTo>
                    <a:pt x="4734" y="2089"/>
                    <a:pt x="4769" y="2069"/>
                    <a:pt x="4783" y="2034"/>
                  </a:cubicBezTo>
                  <a:cubicBezTo>
                    <a:pt x="4805" y="1985"/>
                    <a:pt x="4783" y="1921"/>
                    <a:pt x="4734" y="1901"/>
                  </a:cubicBezTo>
                  <a:cubicBezTo>
                    <a:pt x="4579" y="1831"/>
                    <a:pt x="1008" y="214"/>
                    <a:pt x="134" y="4"/>
                  </a:cubicBezTo>
                  <a:cubicBezTo>
                    <a:pt x="125" y="2"/>
                    <a:pt x="116" y="0"/>
                    <a:pt x="10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4" name="Google Shape;784;p54"/>
            <p:cNvSpPr/>
            <p:nvPr/>
          </p:nvSpPr>
          <p:spPr>
            <a:xfrm>
              <a:off x="3004990" y="3979632"/>
              <a:ext cx="157796" cy="58160"/>
            </a:xfrm>
            <a:custGeom>
              <a:avLst/>
              <a:gdLst/>
              <a:ahLst/>
              <a:cxnLst/>
              <a:rect l="l" t="t" r="r" b="b"/>
              <a:pathLst>
                <a:path w="5098" h="1879" extrusionOk="0">
                  <a:moveTo>
                    <a:pt x="94" y="1"/>
                  </a:moveTo>
                  <a:cubicBezTo>
                    <a:pt x="49" y="1"/>
                    <a:pt x="6" y="40"/>
                    <a:pt x="0" y="85"/>
                  </a:cubicBezTo>
                  <a:cubicBezTo>
                    <a:pt x="0" y="141"/>
                    <a:pt x="35" y="190"/>
                    <a:pt x="91" y="190"/>
                  </a:cubicBezTo>
                  <a:cubicBezTo>
                    <a:pt x="1371" y="302"/>
                    <a:pt x="4909" y="1850"/>
                    <a:pt x="4943" y="1863"/>
                  </a:cubicBezTo>
                  <a:cubicBezTo>
                    <a:pt x="4958" y="1870"/>
                    <a:pt x="4971" y="1879"/>
                    <a:pt x="4985" y="1879"/>
                  </a:cubicBezTo>
                  <a:cubicBezTo>
                    <a:pt x="5020" y="1879"/>
                    <a:pt x="5055" y="1850"/>
                    <a:pt x="5077" y="1815"/>
                  </a:cubicBezTo>
                  <a:cubicBezTo>
                    <a:pt x="5097" y="1766"/>
                    <a:pt x="5077" y="1710"/>
                    <a:pt x="5027" y="1689"/>
                  </a:cubicBezTo>
                  <a:cubicBezTo>
                    <a:pt x="4880" y="1626"/>
                    <a:pt x="1422" y="114"/>
                    <a:pt x="104" y="1"/>
                  </a:cubicBezTo>
                  <a:cubicBezTo>
                    <a:pt x="101" y="1"/>
                    <a:pt x="97" y="1"/>
                    <a:pt x="9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5" name="Google Shape;785;p54"/>
            <p:cNvSpPr/>
            <p:nvPr/>
          </p:nvSpPr>
          <p:spPr>
            <a:xfrm>
              <a:off x="2959459" y="3954406"/>
              <a:ext cx="66145" cy="57788"/>
            </a:xfrm>
            <a:custGeom>
              <a:avLst/>
              <a:gdLst/>
              <a:ahLst/>
              <a:cxnLst/>
              <a:rect l="l" t="t" r="r" b="b"/>
              <a:pathLst>
                <a:path w="2137" h="1867" extrusionOk="0">
                  <a:moveTo>
                    <a:pt x="839" y="0"/>
                  </a:moveTo>
                  <a:cubicBezTo>
                    <a:pt x="569" y="0"/>
                    <a:pt x="307" y="150"/>
                    <a:pt x="182" y="410"/>
                  </a:cubicBezTo>
                  <a:cubicBezTo>
                    <a:pt x="1" y="768"/>
                    <a:pt x="154" y="1208"/>
                    <a:pt x="512" y="1391"/>
                  </a:cubicBezTo>
                  <a:lnTo>
                    <a:pt x="1491" y="1867"/>
                  </a:lnTo>
                  <a:cubicBezTo>
                    <a:pt x="1491" y="1867"/>
                    <a:pt x="2128" y="1307"/>
                    <a:pt x="2137" y="558"/>
                  </a:cubicBezTo>
                  <a:lnTo>
                    <a:pt x="1155" y="74"/>
                  </a:lnTo>
                  <a:cubicBezTo>
                    <a:pt x="1054" y="24"/>
                    <a:pt x="946" y="0"/>
                    <a:pt x="83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6" name="Google Shape;786;p54"/>
            <p:cNvSpPr/>
            <p:nvPr/>
          </p:nvSpPr>
          <p:spPr>
            <a:xfrm>
              <a:off x="2348057" y="3629437"/>
              <a:ext cx="111615" cy="42250"/>
            </a:xfrm>
            <a:custGeom>
              <a:avLst/>
              <a:gdLst/>
              <a:ahLst/>
              <a:cxnLst/>
              <a:rect l="l" t="t" r="r" b="b"/>
              <a:pathLst>
                <a:path w="3606" h="1365" extrusionOk="0">
                  <a:moveTo>
                    <a:pt x="1807" y="0"/>
                  </a:moveTo>
                  <a:cubicBezTo>
                    <a:pt x="812" y="0"/>
                    <a:pt x="1" y="301"/>
                    <a:pt x="1" y="679"/>
                  </a:cubicBezTo>
                  <a:cubicBezTo>
                    <a:pt x="1" y="1057"/>
                    <a:pt x="812" y="1365"/>
                    <a:pt x="1807" y="1365"/>
                  </a:cubicBezTo>
                  <a:cubicBezTo>
                    <a:pt x="2800" y="1365"/>
                    <a:pt x="3605" y="1057"/>
                    <a:pt x="3605" y="679"/>
                  </a:cubicBezTo>
                  <a:cubicBezTo>
                    <a:pt x="3605" y="301"/>
                    <a:pt x="2800" y="0"/>
                    <a:pt x="180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787" name="Google Shape;787;p54"/>
          <p:cNvSpPr/>
          <p:nvPr/>
        </p:nvSpPr>
        <p:spPr>
          <a:xfrm rot="1421918">
            <a:off x="1328966" y="20330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8" name="Google Shape;788;p54"/>
          <p:cNvSpPr/>
          <p:nvPr/>
        </p:nvSpPr>
        <p:spPr>
          <a:xfrm rot="-786933">
            <a:off x="6150698" y="226289"/>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9" name="Google Shape;789;p54"/>
          <p:cNvSpPr/>
          <p:nvPr/>
        </p:nvSpPr>
        <p:spPr>
          <a:xfrm rot="135659">
            <a:off x="330410" y="3081545"/>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0" name="Google Shape;790;p54"/>
          <p:cNvSpPr/>
          <p:nvPr/>
        </p:nvSpPr>
        <p:spPr>
          <a:xfrm rot="1455476">
            <a:off x="3986251" y="226296"/>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1" name="Google Shape;791;p54"/>
          <p:cNvSpPr/>
          <p:nvPr/>
        </p:nvSpPr>
        <p:spPr>
          <a:xfrm rot="-786786">
            <a:off x="299472" y="10967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2" name="Google Shape;792;p54"/>
          <p:cNvSpPr/>
          <p:nvPr/>
        </p:nvSpPr>
        <p:spPr>
          <a:xfrm rot="-786786">
            <a:off x="8383497" y="229780"/>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3" name="Google Shape;793;p54"/>
          <p:cNvSpPr/>
          <p:nvPr/>
        </p:nvSpPr>
        <p:spPr>
          <a:xfrm rot="1421918">
            <a:off x="8692516" y="161982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4" name="Google Shape;794;p54"/>
          <p:cNvSpPr/>
          <p:nvPr/>
        </p:nvSpPr>
        <p:spPr>
          <a:xfrm rot="135659">
            <a:off x="928785" y="4681245"/>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5" name="Google Shape;795;p54"/>
          <p:cNvSpPr/>
          <p:nvPr/>
        </p:nvSpPr>
        <p:spPr>
          <a:xfrm rot="1421918">
            <a:off x="3453766" y="463607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6" name="Google Shape;796;p54"/>
          <p:cNvSpPr/>
          <p:nvPr/>
        </p:nvSpPr>
        <p:spPr>
          <a:xfrm rot="-786933">
            <a:off x="6517048" y="4646864"/>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4"/>
            <a:ext cx="7772400" cy="553357"/>
          </a:xfrm>
          <a:prstGeom prst="rect">
            <a:avLst/>
          </a:prstGeom>
        </p:spPr>
        <p:txBody>
          <a:bodyPr wrap="square" lIns="0" tIns="0" rIns="0" bIns="0">
            <a:spAutoFit/>
          </a:bodyPr>
          <a:lstStyle>
            <a:lvl1pPr>
              <a:defRPr sz="3596" b="0" i="0">
                <a:solidFill>
                  <a:srgbClr val="21295B"/>
                </a:solidFill>
                <a:latin typeface="Arial MT"/>
                <a:cs typeface="Arial MT"/>
              </a:defRPr>
            </a:lvl1pPr>
          </a:lstStyle>
          <a:p>
            <a:endParaRPr/>
          </a:p>
        </p:txBody>
      </p:sp>
      <p:sp>
        <p:nvSpPr>
          <p:cNvPr id="3" name="Holder 3"/>
          <p:cNvSpPr>
            <a:spLocks noGrp="1"/>
          </p:cNvSpPr>
          <p:nvPr>
            <p:ph type="subTitle" idx="4"/>
          </p:nvPr>
        </p:nvSpPr>
        <p:spPr>
          <a:xfrm>
            <a:off x="1371600" y="2880360"/>
            <a:ext cx="6400800" cy="353558"/>
          </a:xfrm>
          <a:prstGeom prst="rect">
            <a:avLst/>
          </a:prstGeom>
        </p:spPr>
        <p:txBody>
          <a:bodyPr wrap="square" lIns="0" tIns="0" rIns="0" bIns="0">
            <a:spAutoFit/>
          </a:bodyPr>
          <a:lstStyle>
            <a:lvl1pPr>
              <a:defRPr sz="1998" b="1" i="0">
                <a:solidFill>
                  <a:srgbClr val="F7471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076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1pPr>
            <a:lvl2pPr marR="0" lvl="1"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2pPr>
            <a:lvl3pPr marR="0" lvl="2"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3pPr>
            <a:lvl4pPr marR="0" lvl="3"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4pPr>
            <a:lvl5pPr marR="0" lvl="4"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5pPr>
            <a:lvl6pPr marR="0" lvl="5"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6pPr>
            <a:lvl7pPr marR="0" lvl="6"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7pPr>
            <a:lvl8pPr marR="0" lvl="7"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8pPr>
            <a:lvl9pPr marR="0" lvl="8" algn="l" rtl="0">
              <a:lnSpc>
                <a:spcPct val="100000"/>
              </a:lnSpc>
              <a:spcBef>
                <a:spcPts val="0"/>
              </a:spcBef>
              <a:spcAft>
                <a:spcPts val="0"/>
              </a:spcAft>
              <a:buClr>
                <a:schemeClr val="dk1"/>
              </a:buClr>
              <a:buSzPts val="3500"/>
              <a:buFont typeface="Montagu Slab SemiBold"/>
              <a:buNone/>
              <a:defRPr sz="3500" b="0" i="0" u="none" strike="noStrike" cap="none">
                <a:solidFill>
                  <a:schemeClr val="dk1"/>
                </a:solidFill>
                <a:latin typeface="Montagu Slab SemiBold"/>
                <a:ea typeface="Montagu Slab SemiBold"/>
                <a:cs typeface="Montagu Slab SemiBold"/>
                <a:sym typeface="Montagu Slab SemiBold"/>
              </a:defRPr>
            </a:lvl9pPr>
          </a:lstStyle>
          <a:p>
            <a:endParaRPr/>
          </a:p>
        </p:txBody>
      </p:sp>
      <p:sp>
        <p:nvSpPr>
          <p:cNvPr id="7" name="Google Shape;7;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1pPr>
            <a:lvl2pPr marL="914400" marR="0" lvl="1"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2pPr>
            <a:lvl3pPr marL="1371600" marR="0" lvl="2"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3pPr>
            <a:lvl4pPr marL="1828800" marR="0" lvl="3"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4pPr>
            <a:lvl5pPr marL="2286000" marR="0" lvl="4"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5pPr>
            <a:lvl6pPr marL="2743200" marR="0" lvl="5"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6pPr>
            <a:lvl7pPr marL="3200400" marR="0" lvl="6"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7pPr>
            <a:lvl8pPr marL="3657600" marR="0" lvl="7"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8pPr>
            <a:lvl9pPr marL="4114800" marR="0" lvl="8" indent="-317500" algn="l" rtl="0">
              <a:lnSpc>
                <a:spcPct val="115000"/>
              </a:lnSpc>
              <a:spcBef>
                <a:spcPts val="0"/>
              </a:spcBef>
              <a:spcAft>
                <a:spcPts val="0"/>
              </a:spcAft>
              <a:buClr>
                <a:schemeClr val="dk1"/>
              </a:buClr>
              <a:buSzPts val="1400"/>
              <a:buFont typeface="Lexend Medium"/>
              <a:buChar char="■"/>
              <a:defRPr sz="1400" b="0" i="0" u="none" strike="noStrike" cap="none">
                <a:solidFill>
                  <a:schemeClr val="dk1"/>
                </a:solidFill>
                <a:latin typeface="Lexend Medium"/>
                <a:ea typeface="Lexend Medium"/>
                <a:cs typeface="Lexend Medium"/>
                <a:sym typeface="Lexend Medium"/>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hyperlink" Target="https://skilldevelopment.lpu.in/Details/364/TEDStyleTalksMasteringSpeakingSkills" TargetMode="External"/><Relationship Id="rId2" Type="http://schemas.openxmlformats.org/officeDocument/2006/relationships/hyperlink" Target="https://skilldevelopment.lpu.in/Details/347/EvolveAcourseonImpactfulcommunication" TargetMode="Externa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hyperlink" Target="https://skilldevelopment.lpu.in/Details/382/StudyofLiteraryTheoryandAuthorsUGCNET" TargetMode="Externa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1"/>
          <p:cNvSpPr txBox="1">
            <a:spLocks noGrp="1"/>
          </p:cNvSpPr>
          <p:nvPr>
            <p:ph type="ctrTitle"/>
          </p:nvPr>
        </p:nvSpPr>
        <p:spPr>
          <a:xfrm>
            <a:off x="900430" y="32385"/>
            <a:ext cx="7297420" cy="238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90"/>
              </a:spcBef>
              <a:spcAft>
                <a:spcPts val="0"/>
              </a:spcAft>
              <a:buSzPts val="5200"/>
              <a:buNone/>
            </a:pPr>
            <a:r>
              <a:rPr lang="en-US" sz="4400">
                <a:solidFill>
                  <a:schemeClr val="dk1"/>
                </a:solidFill>
              </a:rPr>
              <a:t>PEL-125</a:t>
            </a:r>
            <a:br>
              <a:rPr lang="en-US" sz="4400">
                <a:solidFill>
                  <a:schemeClr val="dk1"/>
                </a:solidFill>
              </a:rPr>
            </a:br>
            <a:r>
              <a:rPr lang="en-US" sz="4400" i="1">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4400" i="1">
                <a:solidFill>
                  <a:schemeClr val="dk1"/>
                </a:solidFill>
              </a:rPr>
              <a:t>UPPER INTERMEDIATE</a:t>
            </a:r>
            <a:r>
              <a:rPr lang="en-US" sz="4400" i="1">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4400" i="1">
                <a:solidFill>
                  <a:schemeClr val="dk1"/>
                </a:solidFill>
              </a:rPr>
              <a:t>COMMUNICATION SKILLS-1</a:t>
            </a:r>
            <a:r>
              <a:rPr lang="en-US" sz="4400" b="1">
                <a:solidFill>
                  <a:schemeClr val="lt1"/>
                </a:solidFill>
              </a:rPr>
              <a:t/>
            </a:r>
            <a:br>
              <a:rPr lang="en-US" sz="4400" b="1">
                <a:solidFill>
                  <a:schemeClr val="lt1"/>
                </a:solidFill>
              </a:rPr>
            </a:br>
            <a:endParaRPr sz="4400">
              <a:solidFill>
                <a:schemeClr val="dk2"/>
              </a:solidFill>
            </a:endParaRPr>
          </a:p>
        </p:txBody>
      </p:sp>
      <p:grpSp>
        <p:nvGrpSpPr>
          <p:cNvPr id="802" name="Google Shape;802;p1"/>
          <p:cNvGrpSpPr/>
          <p:nvPr/>
        </p:nvGrpSpPr>
        <p:grpSpPr>
          <a:xfrm>
            <a:off x="1863777" y="3582975"/>
            <a:ext cx="5610447" cy="655111"/>
            <a:chOff x="-3705625" y="3666475"/>
            <a:chExt cx="3235925" cy="1422300"/>
          </a:xfrm>
        </p:grpSpPr>
        <p:sp>
          <p:nvSpPr>
            <p:cNvPr id="803" name="Google Shape;803;p1"/>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4" name="Google Shape;804;p1"/>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05" name="Google Shape;805;p1"/>
          <p:cNvSpPr txBox="1">
            <a:spLocks noGrp="1"/>
          </p:cNvSpPr>
          <p:nvPr>
            <p:ph type="subTitle" idx="1"/>
          </p:nvPr>
        </p:nvSpPr>
        <p:spPr>
          <a:xfrm>
            <a:off x="1795780" y="3705860"/>
            <a:ext cx="5484495" cy="409575"/>
          </a:xfrm>
          <a:prstGeom prst="rect">
            <a:avLst/>
          </a:prstGeom>
          <a:solidFill>
            <a:schemeClr val="accent3"/>
          </a:solidFill>
          <a:ln>
            <a:noFill/>
          </a:ln>
        </p:spPr>
        <p:txBody>
          <a:bodyPr spcFirstLastPara="1" wrap="square" lIns="91425" tIns="91425" rIns="91425" bIns="91425" anchor="ctr" anchorCtr="0">
            <a:noAutofit/>
          </a:bodyPr>
          <a:lstStyle/>
          <a:p>
            <a:pPr marL="457200" lvl="0" indent="-317500" algn="ctr" rtl="0">
              <a:lnSpc>
                <a:spcPct val="100000"/>
              </a:lnSpc>
              <a:spcBef>
                <a:spcPts val="90"/>
              </a:spcBef>
              <a:spcAft>
                <a:spcPts val="0"/>
              </a:spcAft>
              <a:buSzPts val="1400"/>
              <a:buNone/>
            </a:pPr>
            <a:r>
              <a:rPr lang="en-US" sz="4800" b="1">
                <a:solidFill>
                  <a:schemeClr val="dk1"/>
                </a:solidFill>
              </a:rPr>
              <a:t>ZERO LECTURE</a:t>
            </a:r>
            <a:endParaRPr sz="4800" b="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grpSp>
        <p:nvGrpSpPr>
          <p:cNvPr id="810" name="Google Shape;810;p2"/>
          <p:cNvGrpSpPr/>
          <p:nvPr/>
        </p:nvGrpSpPr>
        <p:grpSpPr>
          <a:xfrm>
            <a:off x="882249" y="1138274"/>
            <a:ext cx="998151" cy="998151"/>
            <a:chOff x="997149" y="1477499"/>
            <a:chExt cx="998151" cy="998151"/>
          </a:xfrm>
        </p:grpSpPr>
        <p:sp>
          <p:nvSpPr>
            <p:cNvPr id="811" name="Google Shape;811;p2"/>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2" name="Google Shape;812;p2"/>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13" name="Google Shape;813;p2"/>
          <p:cNvGrpSpPr/>
          <p:nvPr/>
        </p:nvGrpSpPr>
        <p:grpSpPr>
          <a:xfrm>
            <a:off x="882249" y="2312599"/>
            <a:ext cx="998151" cy="998151"/>
            <a:chOff x="997149" y="1477499"/>
            <a:chExt cx="998151" cy="998151"/>
          </a:xfrm>
        </p:grpSpPr>
        <p:sp>
          <p:nvSpPr>
            <p:cNvPr id="814" name="Google Shape;814;p2"/>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5" name="Google Shape;815;p2"/>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16" name="Google Shape;816;p2"/>
          <p:cNvGrpSpPr/>
          <p:nvPr/>
        </p:nvGrpSpPr>
        <p:grpSpPr>
          <a:xfrm>
            <a:off x="882249" y="3486924"/>
            <a:ext cx="998151" cy="998151"/>
            <a:chOff x="997149" y="1477499"/>
            <a:chExt cx="998151" cy="998151"/>
          </a:xfrm>
        </p:grpSpPr>
        <p:sp>
          <p:nvSpPr>
            <p:cNvPr id="817" name="Google Shape;817;p2"/>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8" name="Google Shape;818;p2"/>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19" name="Google Shape;819;p2"/>
          <p:cNvSpPr txBox="1">
            <a:spLocks noGrp="1"/>
          </p:cNvSpPr>
          <p:nvPr>
            <p:ph type="subTitle" idx="2"/>
          </p:nvPr>
        </p:nvSpPr>
        <p:spPr>
          <a:xfrm>
            <a:off x="1913329" y="1252625"/>
            <a:ext cx="6510671" cy="846038"/>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b="1">
                <a:latin typeface="Times New Roman" panose="02020603050405020304"/>
                <a:ea typeface="Times New Roman" panose="02020603050405020304"/>
                <a:cs typeface="Times New Roman" panose="02020603050405020304"/>
                <a:sym typeface="Times New Roman" panose="02020603050405020304"/>
              </a:rPr>
              <a:t>To enhance the speaking and writing skills of the students</a:t>
            </a:r>
          </a:p>
        </p:txBody>
      </p:sp>
      <p:sp>
        <p:nvSpPr>
          <p:cNvPr id="820" name="Google Shape;820;p2"/>
          <p:cNvSpPr txBox="1">
            <a:spLocks noGrp="1"/>
          </p:cNvSpPr>
          <p:nvPr>
            <p:ph type="title"/>
          </p:nvPr>
        </p:nvSpPr>
        <p:spPr>
          <a:xfrm>
            <a:off x="1061525" y="1340650"/>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1.</a:t>
            </a:r>
          </a:p>
        </p:txBody>
      </p:sp>
      <p:sp>
        <p:nvSpPr>
          <p:cNvPr id="821" name="Google Shape;821;p2"/>
          <p:cNvSpPr txBox="1">
            <a:spLocks noGrp="1"/>
          </p:cNvSpPr>
          <p:nvPr>
            <p:ph type="title" idx="3"/>
          </p:nvPr>
        </p:nvSpPr>
        <p:spPr>
          <a:xfrm>
            <a:off x="720000" y="392850"/>
            <a:ext cx="7704000" cy="67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sz="3600" i="1">
                <a:solidFill>
                  <a:schemeClr val="dk1"/>
                </a:solidFill>
                <a:latin typeface="Overlock" panose="02000506030000020004"/>
                <a:ea typeface="Overlock" panose="02000506030000020004"/>
                <a:cs typeface="Overlock" panose="02000506030000020004"/>
                <a:sym typeface="Overlock" panose="02000506030000020004"/>
              </a:rPr>
              <a:t>OBJECTIVES</a:t>
            </a:r>
          </a:p>
        </p:txBody>
      </p:sp>
      <p:sp>
        <p:nvSpPr>
          <p:cNvPr id="822" name="Google Shape;822;p2"/>
          <p:cNvSpPr txBox="1">
            <a:spLocks noGrp="1"/>
          </p:cNvSpPr>
          <p:nvPr>
            <p:ph type="title" idx="4"/>
          </p:nvPr>
        </p:nvSpPr>
        <p:spPr>
          <a:xfrm>
            <a:off x="1061525" y="2514975"/>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2.</a:t>
            </a:r>
          </a:p>
        </p:txBody>
      </p:sp>
      <p:sp>
        <p:nvSpPr>
          <p:cNvPr id="823" name="Google Shape;823;p2"/>
          <p:cNvSpPr txBox="1">
            <a:spLocks noGrp="1"/>
          </p:cNvSpPr>
          <p:nvPr>
            <p:ph type="subTitle" idx="6"/>
          </p:nvPr>
        </p:nvSpPr>
        <p:spPr>
          <a:xfrm>
            <a:off x="1913329" y="2571750"/>
            <a:ext cx="6837015" cy="484800"/>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b="1">
                <a:latin typeface="Times New Roman" panose="02020603050405020304"/>
                <a:ea typeface="Times New Roman" panose="02020603050405020304"/>
                <a:cs typeface="Times New Roman" panose="02020603050405020304"/>
                <a:sym typeface="Times New Roman" panose="02020603050405020304"/>
              </a:rPr>
              <a:t>Develop confidence based on language competence </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824" name="Google Shape;824;p2"/>
          <p:cNvSpPr txBox="1">
            <a:spLocks noGrp="1"/>
          </p:cNvSpPr>
          <p:nvPr>
            <p:ph type="title" idx="7"/>
          </p:nvPr>
        </p:nvSpPr>
        <p:spPr>
          <a:xfrm>
            <a:off x="1061525" y="3689300"/>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3.</a:t>
            </a:r>
          </a:p>
        </p:txBody>
      </p:sp>
      <p:sp>
        <p:nvSpPr>
          <p:cNvPr id="825" name="Google Shape;825;p2"/>
          <p:cNvSpPr txBox="1">
            <a:spLocks noGrp="1"/>
          </p:cNvSpPr>
          <p:nvPr>
            <p:ph type="subTitle" idx="9"/>
          </p:nvPr>
        </p:nvSpPr>
        <p:spPr>
          <a:xfrm>
            <a:off x="1913329" y="3689300"/>
            <a:ext cx="6510670" cy="795775"/>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b="1">
                <a:latin typeface="Times New Roman" panose="02020603050405020304"/>
                <a:ea typeface="Times New Roman" panose="02020603050405020304"/>
                <a:cs typeface="Times New Roman" panose="02020603050405020304"/>
                <a:sym typeface="Times New Roman" panose="02020603050405020304"/>
              </a:rPr>
              <a:t>To achieve grammatical and communicative competence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grpSp>
        <p:nvGrpSpPr>
          <p:cNvPr id="830" name="Google Shape;830;p3"/>
          <p:cNvGrpSpPr/>
          <p:nvPr/>
        </p:nvGrpSpPr>
        <p:grpSpPr>
          <a:xfrm>
            <a:off x="892843" y="3010388"/>
            <a:ext cx="4935756" cy="1179513"/>
            <a:chOff x="-3705625" y="3666475"/>
            <a:chExt cx="3235925" cy="1422300"/>
          </a:xfrm>
        </p:grpSpPr>
        <p:sp>
          <p:nvSpPr>
            <p:cNvPr id="831" name="Google Shape;831;p3"/>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2" name="Google Shape;832;p3"/>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33" name="Google Shape;833;p3"/>
          <p:cNvSpPr txBox="1">
            <a:spLocks noGrp="1"/>
          </p:cNvSpPr>
          <p:nvPr>
            <p:ph type="title"/>
          </p:nvPr>
        </p:nvSpPr>
        <p:spPr>
          <a:xfrm>
            <a:off x="867275" y="1466500"/>
            <a:ext cx="4986900" cy="1433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US" sz="4800">
                <a:solidFill>
                  <a:schemeClr val="dk1"/>
                </a:solidFill>
                <a:latin typeface="Overlock" panose="02000506030000020004"/>
                <a:ea typeface="Overlock" panose="02000506030000020004"/>
                <a:cs typeface="Overlock" panose="02000506030000020004"/>
                <a:sym typeface="Overlock" panose="02000506030000020004"/>
              </a:rPr>
              <a:t>LTP &amp; Credit Details </a:t>
            </a:r>
            <a:endParaRPr sz="4800"/>
          </a:p>
        </p:txBody>
      </p:sp>
      <p:grpSp>
        <p:nvGrpSpPr>
          <p:cNvPr id="834" name="Google Shape;834;p3"/>
          <p:cNvGrpSpPr/>
          <p:nvPr/>
        </p:nvGrpSpPr>
        <p:grpSpPr>
          <a:xfrm>
            <a:off x="1711927" y="175728"/>
            <a:ext cx="3505877" cy="1578390"/>
            <a:chOff x="1728390" y="3488202"/>
            <a:chExt cx="1438977" cy="621523"/>
          </a:xfrm>
        </p:grpSpPr>
        <p:sp>
          <p:nvSpPr>
            <p:cNvPr id="835" name="Google Shape;835;p3"/>
            <p:cNvSpPr/>
            <p:nvPr/>
          </p:nvSpPr>
          <p:spPr>
            <a:xfrm>
              <a:off x="2043764" y="3760768"/>
              <a:ext cx="688167" cy="333142"/>
            </a:xfrm>
            <a:custGeom>
              <a:avLst/>
              <a:gdLst/>
              <a:ahLst/>
              <a:cxnLst/>
              <a:rect l="l" t="t" r="r" b="b"/>
              <a:pathLst>
                <a:path w="22233" h="10763" extrusionOk="0">
                  <a:moveTo>
                    <a:pt x="0" y="1"/>
                  </a:moveTo>
                  <a:lnTo>
                    <a:pt x="0" y="8010"/>
                  </a:lnTo>
                  <a:cubicBezTo>
                    <a:pt x="0" y="8010"/>
                    <a:pt x="104" y="8005"/>
                    <a:pt x="300" y="8005"/>
                  </a:cubicBezTo>
                  <a:cubicBezTo>
                    <a:pt x="1440" y="8005"/>
                    <a:pt x="5723" y="8193"/>
                    <a:pt x="11112" y="10763"/>
                  </a:cubicBezTo>
                  <a:cubicBezTo>
                    <a:pt x="11112" y="10763"/>
                    <a:pt x="16368" y="8010"/>
                    <a:pt x="22169" y="8010"/>
                  </a:cubicBezTo>
                  <a:cubicBezTo>
                    <a:pt x="22190" y="8010"/>
                    <a:pt x="22211" y="8010"/>
                    <a:pt x="22232" y="8010"/>
                  </a:cubicBezTo>
                  <a:lnTo>
                    <a:pt x="2223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6" name="Google Shape;836;p3"/>
            <p:cNvSpPr/>
            <p:nvPr/>
          </p:nvSpPr>
          <p:spPr>
            <a:xfrm>
              <a:off x="1728390" y="3488202"/>
              <a:ext cx="1351169" cy="366849"/>
            </a:xfrm>
            <a:custGeom>
              <a:avLst/>
              <a:gdLst/>
              <a:ahLst/>
              <a:cxnLst/>
              <a:rect l="l" t="t" r="r" b="b"/>
              <a:pathLst>
                <a:path w="43653" h="11852" extrusionOk="0">
                  <a:moveTo>
                    <a:pt x="21805" y="1"/>
                  </a:moveTo>
                  <a:cubicBezTo>
                    <a:pt x="21616" y="1"/>
                    <a:pt x="21428" y="28"/>
                    <a:pt x="21246" y="81"/>
                  </a:cubicBezTo>
                  <a:lnTo>
                    <a:pt x="434" y="6019"/>
                  </a:lnTo>
                  <a:cubicBezTo>
                    <a:pt x="0" y="6145"/>
                    <a:pt x="14" y="6768"/>
                    <a:pt x="456" y="6874"/>
                  </a:cubicBezTo>
                  <a:lnTo>
                    <a:pt x="21392" y="11796"/>
                  </a:lnTo>
                  <a:cubicBezTo>
                    <a:pt x="21542" y="11834"/>
                    <a:pt x="21696" y="11852"/>
                    <a:pt x="21849" y="11852"/>
                  </a:cubicBezTo>
                  <a:cubicBezTo>
                    <a:pt x="22038" y="11852"/>
                    <a:pt x="22226" y="11825"/>
                    <a:pt x="22407" y="11775"/>
                  </a:cubicBezTo>
                  <a:lnTo>
                    <a:pt x="43212" y="6355"/>
                  </a:lnTo>
                  <a:cubicBezTo>
                    <a:pt x="43652" y="6229"/>
                    <a:pt x="43639" y="5605"/>
                    <a:pt x="43197" y="5501"/>
                  </a:cubicBezTo>
                  <a:lnTo>
                    <a:pt x="22261" y="53"/>
                  </a:lnTo>
                  <a:cubicBezTo>
                    <a:pt x="22110" y="18"/>
                    <a:pt x="21958" y="1"/>
                    <a:pt x="2180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7" name="Google Shape;837;p3"/>
            <p:cNvSpPr/>
            <p:nvPr/>
          </p:nvSpPr>
          <p:spPr>
            <a:xfrm>
              <a:off x="2383590" y="3647606"/>
              <a:ext cx="585621" cy="323392"/>
            </a:xfrm>
            <a:custGeom>
              <a:avLst/>
              <a:gdLst/>
              <a:ahLst/>
              <a:cxnLst/>
              <a:rect l="l" t="t" r="r" b="b"/>
              <a:pathLst>
                <a:path w="18920" h="10448" extrusionOk="0">
                  <a:moveTo>
                    <a:pt x="138" y="1"/>
                  </a:moveTo>
                  <a:cubicBezTo>
                    <a:pt x="69" y="1"/>
                    <a:pt x="13" y="49"/>
                    <a:pt x="7" y="119"/>
                  </a:cubicBezTo>
                  <a:cubicBezTo>
                    <a:pt x="0" y="190"/>
                    <a:pt x="49" y="254"/>
                    <a:pt x="120" y="260"/>
                  </a:cubicBezTo>
                  <a:cubicBezTo>
                    <a:pt x="4467" y="778"/>
                    <a:pt x="12934" y="1976"/>
                    <a:pt x="13851" y="2801"/>
                  </a:cubicBezTo>
                  <a:cubicBezTo>
                    <a:pt x="14236" y="3159"/>
                    <a:pt x="14593" y="4126"/>
                    <a:pt x="14999" y="5253"/>
                  </a:cubicBezTo>
                  <a:cubicBezTo>
                    <a:pt x="15784" y="7438"/>
                    <a:pt x="16764" y="10160"/>
                    <a:pt x="18767" y="10448"/>
                  </a:cubicBezTo>
                  <a:lnTo>
                    <a:pt x="18787" y="10448"/>
                  </a:lnTo>
                  <a:cubicBezTo>
                    <a:pt x="18851" y="10448"/>
                    <a:pt x="18906" y="10406"/>
                    <a:pt x="18913" y="10344"/>
                  </a:cubicBezTo>
                  <a:cubicBezTo>
                    <a:pt x="18920" y="10266"/>
                    <a:pt x="18871" y="10202"/>
                    <a:pt x="18801" y="10189"/>
                  </a:cubicBezTo>
                  <a:cubicBezTo>
                    <a:pt x="16960" y="9923"/>
                    <a:pt x="16008" y="7283"/>
                    <a:pt x="15245" y="5169"/>
                  </a:cubicBezTo>
                  <a:cubicBezTo>
                    <a:pt x="14824" y="4006"/>
                    <a:pt x="14460" y="3005"/>
                    <a:pt x="14026" y="2613"/>
                  </a:cubicBezTo>
                  <a:cubicBezTo>
                    <a:pt x="12821" y="1521"/>
                    <a:pt x="666" y="64"/>
                    <a:pt x="155" y="2"/>
                  </a:cubicBezTo>
                  <a:cubicBezTo>
                    <a:pt x="149" y="1"/>
                    <a:pt x="144" y="1"/>
                    <a:pt x="13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8" name="Google Shape;838;p3"/>
            <p:cNvSpPr/>
            <p:nvPr/>
          </p:nvSpPr>
          <p:spPr>
            <a:xfrm>
              <a:off x="2997995" y="3993189"/>
              <a:ext cx="115143" cy="116536"/>
            </a:xfrm>
            <a:custGeom>
              <a:avLst/>
              <a:gdLst/>
              <a:ahLst/>
              <a:cxnLst/>
              <a:rect l="l" t="t" r="r" b="b"/>
              <a:pathLst>
                <a:path w="3720" h="3765" extrusionOk="0">
                  <a:moveTo>
                    <a:pt x="112" y="0"/>
                  </a:moveTo>
                  <a:cubicBezTo>
                    <a:pt x="104" y="0"/>
                    <a:pt x="94" y="1"/>
                    <a:pt x="85" y="4"/>
                  </a:cubicBezTo>
                  <a:cubicBezTo>
                    <a:pt x="36" y="12"/>
                    <a:pt x="1" y="68"/>
                    <a:pt x="16" y="116"/>
                  </a:cubicBezTo>
                  <a:cubicBezTo>
                    <a:pt x="29" y="187"/>
                    <a:pt x="436" y="1748"/>
                    <a:pt x="3552" y="3751"/>
                  </a:cubicBezTo>
                  <a:cubicBezTo>
                    <a:pt x="3572" y="3758"/>
                    <a:pt x="3587" y="3765"/>
                    <a:pt x="3607" y="3765"/>
                  </a:cubicBezTo>
                  <a:cubicBezTo>
                    <a:pt x="3643" y="3765"/>
                    <a:pt x="3671" y="3751"/>
                    <a:pt x="3691" y="3716"/>
                  </a:cubicBezTo>
                  <a:cubicBezTo>
                    <a:pt x="3720" y="3674"/>
                    <a:pt x="3706" y="3610"/>
                    <a:pt x="3656" y="3583"/>
                  </a:cubicBezTo>
                  <a:cubicBezTo>
                    <a:pt x="618" y="1635"/>
                    <a:pt x="204" y="88"/>
                    <a:pt x="204" y="74"/>
                  </a:cubicBezTo>
                  <a:cubicBezTo>
                    <a:pt x="193" y="28"/>
                    <a:pt x="157" y="0"/>
                    <a:pt x="11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9" name="Google Shape;839;p3"/>
            <p:cNvSpPr/>
            <p:nvPr/>
          </p:nvSpPr>
          <p:spPr>
            <a:xfrm>
              <a:off x="3006909" y="3969511"/>
              <a:ext cx="160458" cy="29683"/>
            </a:xfrm>
            <a:custGeom>
              <a:avLst/>
              <a:gdLst/>
              <a:ahLst/>
              <a:cxnLst/>
              <a:rect l="l" t="t" r="r" b="b"/>
              <a:pathLst>
                <a:path w="5184" h="959" extrusionOk="0">
                  <a:moveTo>
                    <a:pt x="1358" y="1"/>
                  </a:moveTo>
                  <a:cubicBezTo>
                    <a:pt x="506" y="1"/>
                    <a:pt x="103" y="174"/>
                    <a:pt x="71" y="189"/>
                  </a:cubicBezTo>
                  <a:cubicBezTo>
                    <a:pt x="22" y="209"/>
                    <a:pt x="0" y="264"/>
                    <a:pt x="22" y="315"/>
                  </a:cubicBezTo>
                  <a:cubicBezTo>
                    <a:pt x="37" y="351"/>
                    <a:pt x="72" y="371"/>
                    <a:pt x="109" y="371"/>
                  </a:cubicBezTo>
                  <a:cubicBezTo>
                    <a:pt x="122" y="371"/>
                    <a:pt x="135" y="369"/>
                    <a:pt x="148" y="364"/>
                  </a:cubicBezTo>
                  <a:cubicBezTo>
                    <a:pt x="155" y="360"/>
                    <a:pt x="536" y="201"/>
                    <a:pt x="1352" y="201"/>
                  </a:cubicBezTo>
                  <a:cubicBezTo>
                    <a:pt x="2149" y="201"/>
                    <a:pt x="3360" y="353"/>
                    <a:pt x="5042" y="952"/>
                  </a:cubicBezTo>
                  <a:cubicBezTo>
                    <a:pt x="5049" y="959"/>
                    <a:pt x="5064" y="959"/>
                    <a:pt x="5070" y="959"/>
                  </a:cubicBezTo>
                  <a:cubicBezTo>
                    <a:pt x="5112" y="959"/>
                    <a:pt x="5148" y="930"/>
                    <a:pt x="5161" y="895"/>
                  </a:cubicBezTo>
                  <a:cubicBezTo>
                    <a:pt x="5183" y="846"/>
                    <a:pt x="5154" y="790"/>
                    <a:pt x="5106" y="769"/>
                  </a:cubicBezTo>
                  <a:cubicBezTo>
                    <a:pt x="3400" y="160"/>
                    <a:pt x="2174" y="1"/>
                    <a:pt x="135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0" name="Google Shape;840;p3"/>
            <p:cNvSpPr/>
            <p:nvPr/>
          </p:nvSpPr>
          <p:spPr>
            <a:xfrm>
              <a:off x="3001276" y="3994830"/>
              <a:ext cx="121396" cy="106879"/>
            </a:xfrm>
            <a:custGeom>
              <a:avLst/>
              <a:gdLst/>
              <a:ahLst/>
              <a:cxnLst/>
              <a:rect l="l" t="t" r="r" b="b"/>
              <a:pathLst>
                <a:path w="3922" h="3453" extrusionOk="0">
                  <a:moveTo>
                    <a:pt x="111" y="0"/>
                  </a:moveTo>
                  <a:cubicBezTo>
                    <a:pt x="94" y="0"/>
                    <a:pt x="77" y="5"/>
                    <a:pt x="63" y="15"/>
                  </a:cubicBezTo>
                  <a:cubicBezTo>
                    <a:pt x="14" y="35"/>
                    <a:pt x="1" y="99"/>
                    <a:pt x="29" y="141"/>
                  </a:cubicBezTo>
                  <a:cubicBezTo>
                    <a:pt x="63" y="211"/>
                    <a:pt x="1016" y="1863"/>
                    <a:pt x="3760" y="3438"/>
                  </a:cubicBezTo>
                  <a:cubicBezTo>
                    <a:pt x="3775" y="3453"/>
                    <a:pt x="3789" y="3453"/>
                    <a:pt x="3811" y="3453"/>
                  </a:cubicBezTo>
                  <a:cubicBezTo>
                    <a:pt x="3837" y="3453"/>
                    <a:pt x="3873" y="3438"/>
                    <a:pt x="3895" y="3404"/>
                  </a:cubicBezTo>
                  <a:cubicBezTo>
                    <a:pt x="3921" y="3362"/>
                    <a:pt x="3901" y="3298"/>
                    <a:pt x="3859" y="3270"/>
                  </a:cubicBezTo>
                  <a:cubicBezTo>
                    <a:pt x="1164" y="1724"/>
                    <a:pt x="204" y="63"/>
                    <a:pt x="197" y="50"/>
                  </a:cubicBezTo>
                  <a:cubicBezTo>
                    <a:pt x="179" y="18"/>
                    <a:pt x="144" y="0"/>
                    <a:pt x="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1" name="Google Shape;841;p3"/>
            <p:cNvSpPr/>
            <p:nvPr/>
          </p:nvSpPr>
          <p:spPr>
            <a:xfrm>
              <a:off x="3004092" y="3993066"/>
              <a:ext cx="128360" cy="99543"/>
            </a:xfrm>
            <a:custGeom>
              <a:avLst/>
              <a:gdLst/>
              <a:ahLst/>
              <a:cxnLst/>
              <a:rect l="l" t="t" r="r" b="b"/>
              <a:pathLst>
                <a:path w="4147" h="3216" extrusionOk="0">
                  <a:moveTo>
                    <a:pt x="106" y="0"/>
                  </a:moveTo>
                  <a:cubicBezTo>
                    <a:pt x="83" y="0"/>
                    <a:pt x="61" y="7"/>
                    <a:pt x="43" y="23"/>
                  </a:cubicBezTo>
                  <a:cubicBezTo>
                    <a:pt x="7" y="58"/>
                    <a:pt x="1" y="120"/>
                    <a:pt x="36" y="162"/>
                  </a:cubicBezTo>
                  <a:cubicBezTo>
                    <a:pt x="49" y="176"/>
                    <a:pt x="1493" y="1913"/>
                    <a:pt x="3992" y="3201"/>
                  </a:cubicBezTo>
                  <a:cubicBezTo>
                    <a:pt x="4005" y="3209"/>
                    <a:pt x="4020" y="3216"/>
                    <a:pt x="4034" y="3216"/>
                  </a:cubicBezTo>
                  <a:cubicBezTo>
                    <a:pt x="4069" y="3216"/>
                    <a:pt x="4104" y="3194"/>
                    <a:pt x="4118" y="3159"/>
                  </a:cubicBezTo>
                  <a:cubicBezTo>
                    <a:pt x="4146" y="3110"/>
                    <a:pt x="4125" y="3054"/>
                    <a:pt x="4076" y="3033"/>
                  </a:cubicBezTo>
                  <a:cubicBezTo>
                    <a:pt x="1619" y="1759"/>
                    <a:pt x="197" y="58"/>
                    <a:pt x="182" y="36"/>
                  </a:cubicBezTo>
                  <a:cubicBezTo>
                    <a:pt x="163" y="12"/>
                    <a:pt x="134"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2" name="Google Shape;842;p3"/>
            <p:cNvSpPr/>
            <p:nvPr/>
          </p:nvSpPr>
          <p:spPr>
            <a:xfrm>
              <a:off x="3007095" y="3986504"/>
              <a:ext cx="144641" cy="73605"/>
            </a:xfrm>
            <a:custGeom>
              <a:avLst/>
              <a:gdLst/>
              <a:ahLst/>
              <a:cxnLst/>
              <a:rect l="l" t="t" r="r" b="b"/>
              <a:pathLst>
                <a:path w="4673" h="2378" extrusionOk="0">
                  <a:moveTo>
                    <a:pt x="117" y="1"/>
                  </a:moveTo>
                  <a:cubicBezTo>
                    <a:pt x="80" y="1"/>
                    <a:pt x="45" y="17"/>
                    <a:pt x="30" y="52"/>
                  </a:cubicBezTo>
                  <a:cubicBezTo>
                    <a:pt x="1" y="102"/>
                    <a:pt x="23" y="157"/>
                    <a:pt x="72" y="186"/>
                  </a:cubicBezTo>
                  <a:lnTo>
                    <a:pt x="4518" y="2371"/>
                  </a:lnTo>
                  <a:cubicBezTo>
                    <a:pt x="4532" y="2377"/>
                    <a:pt x="4547" y="2377"/>
                    <a:pt x="4560" y="2377"/>
                  </a:cubicBezTo>
                  <a:cubicBezTo>
                    <a:pt x="4596" y="2377"/>
                    <a:pt x="4631" y="2356"/>
                    <a:pt x="4651" y="2320"/>
                  </a:cubicBezTo>
                  <a:cubicBezTo>
                    <a:pt x="4673" y="2272"/>
                    <a:pt x="4651" y="2216"/>
                    <a:pt x="4602" y="2194"/>
                  </a:cubicBezTo>
                  <a:lnTo>
                    <a:pt x="162" y="10"/>
                  </a:lnTo>
                  <a:cubicBezTo>
                    <a:pt x="148" y="4"/>
                    <a:pt x="132" y="1"/>
                    <a:pt x="11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3" name="Google Shape;843;p3"/>
            <p:cNvSpPr/>
            <p:nvPr/>
          </p:nvSpPr>
          <p:spPr>
            <a:xfrm>
              <a:off x="3006290" y="3988732"/>
              <a:ext cx="139998" cy="82612"/>
            </a:xfrm>
            <a:custGeom>
              <a:avLst/>
              <a:gdLst/>
              <a:ahLst/>
              <a:cxnLst/>
              <a:rect l="l" t="t" r="r" b="b"/>
              <a:pathLst>
                <a:path w="4523" h="2669" extrusionOk="0">
                  <a:moveTo>
                    <a:pt x="106" y="0"/>
                  </a:moveTo>
                  <a:cubicBezTo>
                    <a:pt x="77" y="0"/>
                    <a:pt x="47" y="13"/>
                    <a:pt x="27" y="37"/>
                  </a:cubicBezTo>
                  <a:cubicBezTo>
                    <a:pt x="0" y="79"/>
                    <a:pt x="7" y="141"/>
                    <a:pt x="49" y="176"/>
                  </a:cubicBezTo>
                  <a:cubicBezTo>
                    <a:pt x="750" y="736"/>
                    <a:pt x="4215" y="2578"/>
                    <a:pt x="4363" y="2655"/>
                  </a:cubicBezTo>
                  <a:cubicBezTo>
                    <a:pt x="4376" y="2662"/>
                    <a:pt x="4396" y="2668"/>
                    <a:pt x="4412" y="2668"/>
                  </a:cubicBezTo>
                  <a:cubicBezTo>
                    <a:pt x="4447" y="2668"/>
                    <a:pt x="4480" y="2648"/>
                    <a:pt x="4496" y="2613"/>
                  </a:cubicBezTo>
                  <a:cubicBezTo>
                    <a:pt x="4522" y="2564"/>
                    <a:pt x="4502" y="2509"/>
                    <a:pt x="4454" y="2480"/>
                  </a:cubicBezTo>
                  <a:cubicBezTo>
                    <a:pt x="4418" y="2467"/>
                    <a:pt x="861" y="576"/>
                    <a:pt x="168" y="22"/>
                  </a:cubicBezTo>
                  <a:cubicBezTo>
                    <a:pt x="150" y="7"/>
                    <a:pt x="128"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4" name="Google Shape;844;p3"/>
            <p:cNvSpPr/>
            <p:nvPr/>
          </p:nvSpPr>
          <p:spPr>
            <a:xfrm>
              <a:off x="3000192" y="3988639"/>
              <a:ext cx="140462" cy="94003"/>
            </a:xfrm>
            <a:custGeom>
              <a:avLst/>
              <a:gdLst/>
              <a:ahLst/>
              <a:cxnLst/>
              <a:rect l="l" t="t" r="r" b="b"/>
              <a:pathLst>
                <a:path w="4538" h="3037" extrusionOk="0">
                  <a:moveTo>
                    <a:pt x="111" y="0"/>
                  </a:moveTo>
                  <a:cubicBezTo>
                    <a:pt x="87" y="0"/>
                    <a:pt x="62" y="9"/>
                    <a:pt x="42" y="25"/>
                  </a:cubicBezTo>
                  <a:cubicBezTo>
                    <a:pt x="0" y="60"/>
                    <a:pt x="0" y="124"/>
                    <a:pt x="36" y="166"/>
                  </a:cubicBezTo>
                  <a:cubicBezTo>
                    <a:pt x="932" y="1132"/>
                    <a:pt x="4237" y="2945"/>
                    <a:pt x="4383" y="3023"/>
                  </a:cubicBezTo>
                  <a:cubicBezTo>
                    <a:pt x="4398" y="3029"/>
                    <a:pt x="4412" y="3036"/>
                    <a:pt x="4425" y="3036"/>
                  </a:cubicBezTo>
                  <a:cubicBezTo>
                    <a:pt x="4461" y="3036"/>
                    <a:pt x="4496" y="3016"/>
                    <a:pt x="4509" y="2987"/>
                  </a:cubicBezTo>
                  <a:cubicBezTo>
                    <a:pt x="4538" y="2939"/>
                    <a:pt x="4524" y="2875"/>
                    <a:pt x="4476" y="2855"/>
                  </a:cubicBezTo>
                  <a:cubicBezTo>
                    <a:pt x="4440" y="2833"/>
                    <a:pt x="1051" y="977"/>
                    <a:pt x="182" y="33"/>
                  </a:cubicBezTo>
                  <a:cubicBezTo>
                    <a:pt x="164" y="11"/>
                    <a:pt x="138" y="0"/>
                    <a:pt x="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5" name="Google Shape;845;p3"/>
            <p:cNvSpPr/>
            <p:nvPr/>
          </p:nvSpPr>
          <p:spPr>
            <a:xfrm>
              <a:off x="3010376" y="3975825"/>
              <a:ext cx="156496" cy="35688"/>
            </a:xfrm>
            <a:custGeom>
              <a:avLst/>
              <a:gdLst/>
              <a:ahLst/>
              <a:cxnLst/>
              <a:rect l="l" t="t" r="r" b="b"/>
              <a:pathLst>
                <a:path w="5056" h="1153" extrusionOk="0">
                  <a:moveTo>
                    <a:pt x="670" y="0"/>
                  </a:moveTo>
                  <a:cubicBezTo>
                    <a:pt x="316" y="0"/>
                    <a:pt x="116" y="29"/>
                    <a:pt x="92" y="34"/>
                  </a:cubicBezTo>
                  <a:cubicBezTo>
                    <a:pt x="36" y="40"/>
                    <a:pt x="1" y="89"/>
                    <a:pt x="8" y="138"/>
                  </a:cubicBezTo>
                  <a:cubicBezTo>
                    <a:pt x="14" y="190"/>
                    <a:pt x="55" y="223"/>
                    <a:pt x="106" y="223"/>
                  </a:cubicBezTo>
                  <a:cubicBezTo>
                    <a:pt x="111" y="223"/>
                    <a:pt x="115" y="222"/>
                    <a:pt x="120" y="222"/>
                  </a:cubicBezTo>
                  <a:cubicBezTo>
                    <a:pt x="124" y="222"/>
                    <a:pt x="302" y="198"/>
                    <a:pt x="629" y="198"/>
                  </a:cubicBezTo>
                  <a:cubicBezTo>
                    <a:pt x="1377" y="198"/>
                    <a:pt x="2902" y="323"/>
                    <a:pt x="4910" y="1146"/>
                  </a:cubicBezTo>
                  <a:cubicBezTo>
                    <a:pt x="4916" y="1153"/>
                    <a:pt x="4930" y="1153"/>
                    <a:pt x="4945" y="1153"/>
                  </a:cubicBezTo>
                  <a:cubicBezTo>
                    <a:pt x="4979" y="1153"/>
                    <a:pt x="5021" y="1133"/>
                    <a:pt x="5036" y="1097"/>
                  </a:cubicBezTo>
                  <a:cubicBezTo>
                    <a:pt x="5056" y="1049"/>
                    <a:pt x="5029" y="993"/>
                    <a:pt x="4979" y="971"/>
                  </a:cubicBezTo>
                  <a:cubicBezTo>
                    <a:pt x="2967" y="138"/>
                    <a:pt x="1448" y="0"/>
                    <a:pt x="67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6" name="Google Shape;846;p3"/>
            <p:cNvSpPr/>
            <p:nvPr/>
          </p:nvSpPr>
          <p:spPr>
            <a:xfrm>
              <a:off x="3010809" y="3979880"/>
              <a:ext cx="154763" cy="45129"/>
            </a:xfrm>
            <a:custGeom>
              <a:avLst/>
              <a:gdLst/>
              <a:ahLst/>
              <a:cxnLst/>
              <a:rect l="l" t="t" r="r" b="b"/>
              <a:pathLst>
                <a:path w="5000" h="1458" extrusionOk="0">
                  <a:moveTo>
                    <a:pt x="106" y="0"/>
                  </a:moveTo>
                  <a:cubicBezTo>
                    <a:pt x="49" y="0"/>
                    <a:pt x="7" y="42"/>
                    <a:pt x="0" y="98"/>
                  </a:cubicBezTo>
                  <a:cubicBezTo>
                    <a:pt x="0" y="148"/>
                    <a:pt x="42" y="197"/>
                    <a:pt x="99" y="197"/>
                  </a:cubicBezTo>
                  <a:cubicBezTo>
                    <a:pt x="120" y="197"/>
                    <a:pt x="2340" y="281"/>
                    <a:pt x="4847" y="1450"/>
                  </a:cubicBezTo>
                  <a:cubicBezTo>
                    <a:pt x="4860" y="1457"/>
                    <a:pt x="4874" y="1457"/>
                    <a:pt x="4889" y="1457"/>
                  </a:cubicBezTo>
                  <a:cubicBezTo>
                    <a:pt x="4923" y="1457"/>
                    <a:pt x="4958" y="1435"/>
                    <a:pt x="4980" y="1400"/>
                  </a:cubicBezTo>
                  <a:cubicBezTo>
                    <a:pt x="5000" y="1351"/>
                    <a:pt x="4980" y="1296"/>
                    <a:pt x="4931" y="1274"/>
                  </a:cubicBezTo>
                  <a:cubicBezTo>
                    <a:pt x="2388" y="84"/>
                    <a:pt x="126"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7" name="Google Shape;847;p3"/>
            <p:cNvSpPr/>
            <p:nvPr/>
          </p:nvSpPr>
          <p:spPr>
            <a:xfrm>
              <a:off x="3008426" y="3984337"/>
              <a:ext cx="148727" cy="64691"/>
            </a:xfrm>
            <a:custGeom>
              <a:avLst/>
              <a:gdLst/>
              <a:ahLst/>
              <a:cxnLst/>
              <a:rect l="l" t="t" r="r" b="b"/>
              <a:pathLst>
                <a:path w="4805" h="2090" extrusionOk="0">
                  <a:moveTo>
                    <a:pt x="108" y="0"/>
                  </a:moveTo>
                  <a:cubicBezTo>
                    <a:pt x="63" y="0"/>
                    <a:pt x="26" y="32"/>
                    <a:pt x="15" y="73"/>
                  </a:cubicBezTo>
                  <a:cubicBezTo>
                    <a:pt x="0" y="130"/>
                    <a:pt x="29" y="179"/>
                    <a:pt x="84" y="192"/>
                  </a:cubicBezTo>
                  <a:cubicBezTo>
                    <a:pt x="946" y="402"/>
                    <a:pt x="4615" y="2063"/>
                    <a:pt x="4657" y="2076"/>
                  </a:cubicBezTo>
                  <a:cubicBezTo>
                    <a:pt x="4672" y="2083"/>
                    <a:pt x="4679" y="2089"/>
                    <a:pt x="4692" y="2089"/>
                  </a:cubicBezTo>
                  <a:cubicBezTo>
                    <a:pt x="4734" y="2089"/>
                    <a:pt x="4769" y="2069"/>
                    <a:pt x="4783" y="2034"/>
                  </a:cubicBezTo>
                  <a:cubicBezTo>
                    <a:pt x="4805" y="1985"/>
                    <a:pt x="4783" y="1921"/>
                    <a:pt x="4734" y="1901"/>
                  </a:cubicBezTo>
                  <a:cubicBezTo>
                    <a:pt x="4579" y="1831"/>
                    <a:pt x="1008" y="214"/>
                    <a:pt x="134" y="4"/>
                  </a:cubicBezTo>
                  <a:cubicBezTo>
                    <a:pt x="125" y="2"/>
                    <a:pt x="116" y="0"/>
                    <a:pt x="10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8" name="Google Shape;848;p3"/>
            <p:cNvSpPr/>
            <p:nvPr/>
          </p:nvSpPr>
          <p:spPr>
            <a:xfrm>
              <a:off x="3004990" y="3979632"/>
              <a:ext cx="157796" cy="58160"/>
            </a:xfrm>
            <a:custGeom>
              <a:avLst/>
              <a:gdLst/>
              <a:ahLst/>
              <a:cxnLst/>
              <a:rect l="l" t="t" r="r" b="b"/>
              <a:pathLst>
                <a:path w="5098" h="1879" extrusionOk="0">
                  <a:moveTo>
                    <a:pt x="94" y="1"/>
                  </a:moveTo>
                  <a:cubicBezTo>
                    <a:pt x="49" y="1"/>
                    <a:pt x="6" y="40"/>
                    <a:pt x="0" y="85"/>
                  </a:cubicBezTo>
                  <a:cubicBezTo>
                    <a:pt x="0" y="141"/>
                    <a:pt x="35" y="190"/>
                    <a:pt x="91" y="190"/>
                  </a:cubicBezTo>
                  <a:cubicBezTo>
                    <a:pt x="1371" y="302"/>
                    <a:pt x="4909" y="1850"/>
                    <a:pt x="4943" y="1863"/>
                  </a:cubicBezTo>
                  <a:cubicBezTo>
                    <a:pt x="4958" y="1870"/>
                    <a:pt x="4971" y="1879"/>
                    <a:pt x="4985" y="1879"/>
                  </a:cubicBezTo>
                  <a:cubicBezTo>
                    <a:pt x="5020" y="1879"/>
                    <a:pt x="5055" y="1850"/>
                    <a:pt x="5077" y="1815"/>
                  </a:cubicBezTo>
                  <a:cubicBezTo>
                    <a:pt x="5097" y="1766"/>
                    <a:pt x="5077" y="1710"/>
                    <a:pt x="5027" y="1689"/>
                  </a:cubicBezTo>
                  <a:cubicBezTo>
                    <a:pt x="4880" y="1626"/>
                    <a:pt x="1422" y="114"/>
                    <a:pt x="104" y="1"/>
                  </a:cubicBezTo>
                  <a:cubicBezTo>
                    <a:pt x="101" y="1"/>
                    <a:pt x="97" y="1"/>
                    <a:pt x="9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9" name="Google Shape;849;p3"/>
            <p:cNvSpPr/>
            <p:nvPr/>
          </p:nvSpPr>
          <p:spPr>
            <a:xfrm>
              <a:off x="2959459" y="3954406"/>
              <a:ext cx="66145" cy="57788"/>
            </a:xfrm>
            <a:custGeom>
              <a:avLst/>
              <a:gdLst/>
              <a:ahLst/>
              <a:cxnLst/>
              <a:rect l="l" t="t" r="r" b="b"/>
              <a:pathLst>
                <a:path w="2137" h="1867" extrusionOk="0">
                  <a:moveTo>
                    <a:pt x="839" y="0"/>
                  </a:moveTo>
                  <a:cubicBezTo>
                    <a:pt x="569" y="0"/>
                    <a:pt x="307" y="150"/>
                    <a:pt x="182" y="410"/>
                  </a:cubicBezTo>
                  <a:cubicBezTo>
                    <a:pt x="1" y="768"/>
                    <a:pt x="154" y="1208"/>
                    <a:pt x="512" y="1391"/>
                  </a:cubicBezTo>
                  <a:lnTo>
                    <a:pt x="1491" y="1867"/>
                  </a:lnTo>
                  <a:cubicBezTo>
                    <a:pt x="1491" y="1867"/>
                    <a:pt x="2128" y="1307"/>
                    <a:pt x="2137" y="558"/>
                  </a:cubicBezTo>
                  <a:lnTo>
                    <a:pt x="1155" y="74"/>
                  </a:lnTo>
                  <a:cubicBezTo>
                    <a:pt x="1054" y="24"/>
                    <a:pt x="946" y="0"/>
                    <a:pt x="83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0" name="Google Shape;850;p3"/>
            <p:cNvSpPr/>
            <p:nvPr/>
          </p:nvSpPr>
          <p:spPr>
            <a:xfrm>
              <a:off x="2348057" y="3629437"/>
              <a:ext cx="111615" cy="42250"/>
            </a:xfrm>
            <a:custGeom>
              <a:avLst/>
              <a:gdLst/>
              <a:ahLst/>
              <a:cxnLst/>
              <a:rect l="l" t="t" r="r" b="b"/>
              <a:pathLst>
                <a:path w="3606" h="1365" extrusionOk="0">
                  <a:moveTo>
                    <a:pt x="1807" y="0"/>
                  </a:moveTo>
                  <a:cubicBezTo>
                    <a:pt x="812" y="0"/>
                    <a:pt x="1" y="301"/>
                    <a:pt x="1" y="679"/>
                  </a:cubicBezTo>
                  <a:cubicBezTo>
                    <a:pt x="1" y="1057"/>
                    <a:pt x="812" y="1365"/>
                    <a:pt x="1807" y="1365"/>
                  </a:cubicBezTo>
                  <a:cubicBezTo>
                    <a:pt x="2800" y="1365"/>
                    <a:pt x="3605" y="1057"/>
                    <a:pt x="3605" y="679"/>
                  </a:cubicBezTo>
                  <a:cubicBezTo>
                    <a:pt x="3605" y="301"/>
                    <a:pt x="2800" y="0"/>
                    <a:pt x="180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51" name="Google Shape;851;p3"/>
          <p:cNvGrpSpPr/>
          <p:nvPr/>
        </p:nvGrpSpPr>
        <p:grpSpPr>
          <a:xfrm>
            <a:off x="6489487" y="2900208"/>
            <a:ext cx="1939421" cy="1710919"/>
            <a:chOff x="6236727" y="2588847"/>
            <a:chExt cx="2292731" cy="2022601"/>
          </a:xfrm>
        </p:grpSpPr>
        <p:sp>
          <p:nvSpPr>
            <p:cNvPr id="852" name="Google Shape;852;p3"/>
            <p:cNvSpPr/>
            <p:nvPr/>
          </p:nvSpPr>
          <p:spPr>
            <a:xfrm>
              <a:off x="6253527" y="4089506"/>
              <a:ext cx="1773263" cy="473754"/>
            </a:xfrm>
            <a:custGeom>
              <a:avLst/>
              <a:gdLst/>
              <a:ahLst/>
              <a:cxnLst/>
              <a:rect l="l" t="t" r="r" b="b"/>
              <a:pathLst>
                <a:path w="20055" h="5358" extrusionOk="0">
                  <a:moveTo>
                    <a:pt x="1" y="0"/>
                  </a:moveTo>
                  <a:cubicBezTo>
                    <a:pt x="1" y="0"/>
                    <a:pt x="638" y="1941"/>
                    <a:pt x="1" y="3040"/>
                  </a:cubicBezTo>
                  <a:lnTo>
                    <a:pt x="19572" y="5358"/>
                  </a:lnTo>
                  <a:cubicBezTo>
                    <a:pt x="20055" y="4049"/>
                    <a:pt x="19725" y="2753"/>
                    <a:pt x="19586" y="2326"/>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3" name="Google Shape;853;p3"/>
            <p:cNvSpPr/>
            <p:nvPr/>
          </p:nvSpPr>
          <p:spPr>
            <a:xfrm>
              <a:off x="7984089" y="3924249"/>
              <a:ext cx="521324" cy="639630"/>
            </a:xfrm>
            <a:custGeom>
              <a:avLst/>
              <a:gdLst/>
              <a:ahLst/>
              <a:cxnLst/>
              <a:rect l="l" t="t" r="r" b="b"/>
              <a:pathLst>
                <a:path w="5896" h="7234" extrusionOk="0">
                  <a:moveTo>
                    <a:pt x="5370" y="1"/>
                  </a:moveTo>
                  <a:lnTo>
                    <a:pt x="14" y="4195"/>
                  </a:lnTo>
                  <a:cubicBezTo>
                    <a:pt x="153" y="4622"/>
                    <a:pt x="483" y="5918"/>
                    <a:pt x="0" y="7227"/>
                  </a:cubicBezTo>
                  <a:lnTo>
                    <a:pt x="14" y="7234"/>
                  </a:lnTo>
                  <a:lnTo>
                    <a:pt x="5370" y="3039"/>
                  </a:lnTo>
                  <a:cubicBezTo>
                    <a:pt x="5896" y="1281"/>
                    <a:pt x="5370" y="1"/>
                    <a:pt x="537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4" name="Google Shape;854;p3"/>
            <p:cNvSpPr/>
            <p:nvPr/>
          </p:nvSpPr>
          <p:spPr>
            <a:xfrm>
              <a:off x="6236727" y="3908245"/>
              <a:ext cx="2284773" cy="671108"/>
            </a:xfrm>
            <a:custGeom>
              <a:avLst/>
              <a:gdLst/>
              <a:ahLst/>
              <a:cxnLst/>
              <a:rect l="l" t="t" r="r" b="b"/>
              <a:pathLst>
                <a:path w="25840" h="7590" extrusionOk="0">
                  <a:moveTo>
                    <a:pt x="25138" y="1"/>
                  </a:moveTo>
                  <a:cubicBezTo>
                    <a:pt x="25097" y="1"/>
                    <a:pt x="25058" y="16"/>
                    <a:pt x="25027" y="42"/>
                  </a:cubicBezTo>
                  <a:lnTo>
                    <a:pt x="19727" y="4186"/>
                  </a:lnTo>
                  <a:lnTo>
                    <a:pt x="211" y="1876"/>
                  </a:lnTo>
                  <a:cubicBezTo>
                    <a:pt x="203" y="1874"/>
                    <a:pt x="195" y="1874"/>
                    <a:pt x="187" y="1874"/>
                  </a:cubicBezTo>
                  <a:cubicBezTo>
                    <a:pt x="100" y="1874"/>
                    <a:pt x="28" y="1941"/>
                    <a:pt x="16" y="2030"/>
                  </a:cubicBezTo>
                  <a:cubicBezTo>
                    <a:pt x="1" y="2128"/>
                    <a:pt x="71" y="2218"/>
                    <a:pt x="169" y="2227"/>
                  </a:cubicBezTo>
                  <a:lnTo>
                    <a:pt x="19762" y="4551"/>
                  </a:lnTo>
                  <a:cubicBezTo>
                    <a:pt x="19769" y="4552"/>
                    <a:pt x="19777" y="4553"/>
                    <a:pt x="19784" y="4553"/>
                  </a:cubicBezTo>
                  <a:cubicBezTo>
                    <a:pt x="19821" y="4553"/>
                    <a:pt x="19859" y="4539"/>
                    <a:pt x="19888" y="4516"/>
                  </a:cubicBezTo>
                  <a:lnTo>
                    <a:pt x="25041" y="476"/>
                  </a:lnTo>
                  <a:lnTo>
                    <a:pt x="25041" y="476"/>
                  </a:lnTo>
                  <a:cubicBezTo>
                    <a:pt x="25160" y="903"/>
                    <a:pt x="25335" y="1891"/>
                    <a:pt x="24979" y="3116"/>
                  </a:cubicBezTo>
                  <a:lnTo>
                    <a:pt x="19727" y="7226"/>
                  </a:lnTo>
                  <a:lnTo>
                    <a:pt x="211" y="4916"/>
                  </a:lnTo>
                  <a:cubicBezTo>
                    <a:pt x="202" y="4914"/>
                    <a:pt x="193" y="4914"/>
                    <a:pt x="185" y="4914"/>
                  </a:cubicBezTo>
                  <a:cubicBezTo>
                    <a:pt x="99" y="4914"/>
                    <a:pt x="28" y="4980"/>
                    <a:pt x="16" y="5069"/>
                  </a:cubicBezTo>
                  <a:cubicBezTo>
                    <a:pt x="1" y="5168"/>
                    <a:pt x="71" y="5258"/>
                    <a:pt x="169" y="5265"/>
                  </a:cubicBezTo>
                  <a:lnTo>
                    <a:pt x="19762" y="7589"/>
                  </a:lnTo>
                  <a:lnTo>
                    <a:pt x="19776" y="7589"/>
                  </a:lnTo>
                  <a:cubicBezTo>
                    <a:pt x="19818" y="7589"/>
                    <a:pt x="19860" y="7576"/>
                    <a:pt x="19888" y="7554"/>
                  </a:cubicBezTo>
                  <a:lnTo>
                    <a:pt x="25244" y="3361"/>
                  </a:lnTo>
                  <a:cubicBezTo>
                    <a:pt x="25273" y="3333"/>
                    <a:pt x="25293" y="3304"/>
                    <a:pt x="25308" y="3269"/>
                  </a:cubicBezTo>
                  <a:cubicBezTo>
                    <a:pt x="25839" y="1477"/>
                    <a:pt x="25322" y="168"/>
                    <a:pt x="25300" y="111"/>
                  </a:cubicBezTo>
                  <a:cubicBezTo>
                    <a:pt x="25280" y="62"/>
                    <a:pt x="25238" y="20"/>
                    <a:pt x="25182" y="7"/>
                  </a:cubicBezTo>
                  <a:cubicBezTo>
                    <a:pt x="25167" y="3"/>
                    <a:pt x="25152" y="1"/>
                    <a:pt x="2513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5" name="Google Shape;855;p3"/>
            <p:cNvSpPr/>
            <p:nvPr/>
          </p:nvSpPr>
          <p:spPr>
            <a:xfrm>
              <a:off x="6253527" y="3300802"/>
              <a:ext cx="1773263" cy="455805"/>
            </a:xfrm>
            <a:custGeom>
              <a:avLst/>
              <a:gdLst/>
              <a:ahLst/>
              <a:cxnLst/>
              <a:rect l="l" t="t" r="r" b="b"/>
              <a:pathLst>
                <a:path w="20055" h="5155" extrusionOk="0">
                  <a:moveTo>
                    <a:pt x="1" y="0"/>
                  </a:moveTo>
                  <a:cubicBezTo>
                    <a:pt x="1" y="0"/>
                    <a:pt x="638" y="1939"/>
                    <a:pt x="1" y="3039"/>
                  </a:cubicBezTo>
                  <a:lnTo>
                    <a:pt x="19572" y="5154"/>
                  </a:lnTo>
                  <a:cubicBezTo>
                    <a:pt x="20055" y="3837"/>
                    <a:pt x="19725" y="2114"/>
                    <a:pt x="19586" y="1681"/>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6" name="Google Shape;856;p3"/>
            <p:cNvSpPr/>
            <p:nvPr/>
          </p:nvSpPr>
          <p:spPr>
            <a:xfrm>
              <a:off x="7984089" y="3142973"/>
              <a:ext cx="521324" cy="613635"/>
            </a:xfrm>
            <a:custGeom>
              <a:avLst/>
              <a:gdLst/>
              <a:ahLst/>
              <a:cxnLst/>
              <a:rect l="l" t="t" r="r" b="b"/>
              <a:pathLst>
                <a:path w="5896" h="6940" extrusionOk="0">
                  <a:moveTo>
                    <a:pt x="5370" y="0"/>
                  </a:moveTo>
                  <a:lnTo>
                    <a:pt x="14" y="3466"/>
                  </a:lnTo>
                  <a:cubicBezTo>
                    <a:pt x="153" y="3899"/>
                    <a:pt x="483" y="5622"/>
                    <a:pt x="0" y="6939"/>
                  </a:cubicBezTo>
                  <a:lnTo>
                    <a:pt x="14" y="6939"/>
                  </a:lnTo>
                  <a:lnTo>
                    <a:pt x="5370" y="3046"/>
                  </a:lnTo>
                  <a:cubicBezTo>
                    <a:pt x="5896" y="1294"/>
                    <a:pt x="5370" y="0"/>
                    <a:pt x="537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7" name="Google Shape;857;p3"/>
            <p:cNvSpPr/>
            <p:nvPr/>
          </p:nvSpPr>
          <p:spPr>
            <a:xfrm>
              <a:off x="6236727" y="3127412"/>
              <a:ext cx="2284773" cy="644670"/>
            </a:xfrm>
            <a:custGeom>
              <a:avLst/>
              <a:gdLst/>
              <a:ahLst/>
              <a:cxnLst/>
              <a:rect l="l" t="t" r="r" b="b"/>
              <a:pathLst>
                <a:path w="25840" h="7291" extrusionOk="0">
                  <a:moveTo>
                    <a:pt x="25136" y="0"/>
                  </a:moveTo>
                  <a:cubicBezTo>
                    <a:pt x="25102" y="0"/>
                    <a:pt x="25068" y="10"/>
                    <a:pt x="25041" y="29"/>
                  </a:cubicBezTo>
                  <a:lnTo>
                    <a:pt x="19734" y="3460"/>
                  </a:lnTo>
                  <a:lnTo>
                    <a:pt x="204" y="1780"/>
                  </a:lnTo>
                  <a:cubicBezTo>
                    <a:pt x="200" y="1779"/>
                    <a:pt x="196" y="1779"/>
                    <a:pt x="192" y="1779"/>
                  </a:cubicBezTo>
                  <a:cubicBezTo>
                    <a:pt x="100" y="1779"/>
                    <a:pt x="22" y="1853"/>
                    <a:pt x="16" y="1948"/>
                  </a:cubicBezTo>
                  <a:cubicBezTo>
                    <a:pt x="8" y="2038"/>
                    <a:pt x="78" y="2129"/>
                    <a:pt x="176" y="2136"/>
                  </a:cubicBezTo>
                  <a:lnTo>
                    <a:pt x="19762" y="3823"/>
                  </a:lnTo>
                  <a:cubicBezTo>
                    <a:pt x="19804" y="3823"/>
                    <a:pt x="19846" y="3816"/>
                    <a:pt x="19873" y="3796"/>
                  </a:cubicBezTo>
                  <a:lnTo>
                    <a:pt x="25034" y="449"/>
                  </a:lnTo>
                  <a:lnTo>
                    <a:pt x="25034" y="449"/>
                  </a:lnTo>
                  <a:cubicBezTo>
                    <a:pt x="25153" y="869"/>
                    <a:pt x="25342" y="1870"/>
                    <a:pt x="24985" y="3117"/>
                  </a:cubicBezTo>
                  <a:lnTo>
                    <a:pt x="19734" y="6932"/>
                  </a:lnTo>
                  <a:lnTo>
                    <a:pt x="211" y="4825"/>
                  </a:lnTo>
                  <a:cubicBezTo>
                    <a:pt x="203" y="4824"/>
                    <a:pt x="195" y="4823"/>
                    <a:pt x="187" y="4823"/>
                  </a:cubicBezTo>
                  <a:cubicBezTo>
                    <a:pt x="99" y="4823"/>
                    <a:pt x="22" y="4890"/>
                    <a:pt x="16" y="4979"/>
                  </a:cubicBezTo>
                  <a:cubicBezTo>
                    <a:pt x="1" y="5077"/>
                    <a:pt x="71" y="5161"/>
                    <a:pt x="169" y="5176"/>
                  </a:cubicBezTo>
                  <a:lnTo>
                    <a:pt x="19762" y="7290"/>
                  </a:lnTo>
                  <a:lnTo>
                    <a:pt x="19776" y="7290"/>
                  </a:lnTo>
                  <a:cubicBezTo>
                    <a:pt x="19818" y="7290"/>
                    <a:pt x="19853" y="7277"/>
                    <a:pt x="19880" y="7255"/>
                  </a:cubicBezTo>
                  <a:lnTo>
                    <a:pt x="25238" y="3369"/>
                  </a:lnTo>
                  <a:cubicBezTo>
                    <a:pt x="25273" y="3341"/>
                    <a:pt x="25293" y="3312"/>
                    <a:pt x="25308" y="3270"/>
                  </a:cubicBezTo>
                  <a:cubicBezTo>
                    <a:pt x="25839" y="1479"/>
                    <a:pt x="25322" y="161"/>
                    <a:pt x="25300" y="106"/>
                  </a:cubicBezTo>
                  <a:cubicBezTo>
                    <a:pt x="25280" y="57"/>
                    <a:pt x="25238" y="22"/>
                    <a:pt x="25189" y="8"/>
                  </a:cubicBezTo>
                  <a:cubicBezTo>
                    <a:pt x="25172" y="3"/>
                    <a:pt x="25154" y="0"/>
                    <a:pt x="2513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8" name="Google Shape;858;p3"/>
            <p:cNvSpPr/>
            <p:nvPr/>
          </p:nvSpPr>
          <p:spPr>
            <a:xfrm>
              <a:off x="6253527" y="3599926"/>
              <a:ext cx="1773263" cy="664211"/>
            </a:xfrm>
            <a:custGeom>
              <a:avLst/>
              <a:gdLst/>
              <a:ahLst/>
              <a:cxnLst/>
              <a:rect l="l" t="t" r="r" b="b"/>
              <a:pathLst>
                <a:path w="20055" h="7512" extrusionOk="0">
                  <a:moveTo>
                    <a:pt x="1" y="0"/>
                  </a:moveTo>
                  <a:lnTo>
                    <a:pt x="1" y="0"/>
                  </a:lnTo>
                  <a:cubicBezTo>
                    <a:pt x="1" y="0"/>
                    <a:pt x="673" y="3361"/>
                    <a:pt x="1" y="5195"/>
                  </a:cubicBezTo>
                  <a:lnTo>
                    <a:pt x="19572" y="7512"/>
                  </a:lnTo>
                  <a:cubicBezTo>
                    <a:pt x="20055" y="6196"/>
                    <a:pt x="19725" y="2583"/>
                    <a:pt x="19586" y="2156"/>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9" name="Google Shape;859;p3"/>
            <p:cNvSpPr/>
            <p:nvPr/>
          </p:nvSpPr>
          <p:spPr>
            <a:xfrm>
              <a:off x="7984089" y="3449347"/>
              <a:ext cx="521324" cy="814790"/>
            </a:xfrm>
            <a:custGeom>
              <a:avLst/>
              <a:gdLst/>
              <a:ahLst/>
              <a:cxnLst/>
              <a:rect l="l" t="t" r="r" b="b"/>
              <a:pathLst>
                <a:path w="5896" h="9215" extrusionOk="0">
                  <a:moveTo>
                    <a:pt x="5370" y="1"/>
                  </a:moveTo>
                  <a:lnTo>
                    <a:pt x="14" y="3846"/>
                  </a:lnTo>
                  <a:cubicBezTo>
                    <a:pt x="14" y="3846"/>
                    <a:pt x="441" y="6639"/>
                    <a:pt x="0" y="9215"/>
                  </a:cubicBezTo>
                  <a:lnTo>
                    <a:pt x="14" y="9215"/>
                  </a:lnTo>
                  <a:lnTo>
                    <a:pt x="5370" y="5022"/>
                  </a:lnTo>
                  <a:cubicBezTo>
                    <a:pt x="5896" y="3271"/>
                    <a:pt x="5370" y="1"/>
                    <a:pt x="537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0" name="Google Shape;860;p3"/>
            <p:cNvSpPr/>
            <p:nvPr/>
          </p:nvSpPr>
          <p:spPr>
            <a:xfrm>
              <a:off x="6236727" y="3434139"/>
              <a:ext cx="2292731" cy="846268"/>
            </a:xfrm>
            <a:custGeom>
              <a:avLst/>
              <a:gdLst/>
              <a:ahLst/>
              <a:cxnLst/>
              <a:rect l="l" t="t" r="r" b="b"/>
              <a:pathLst>
                <a:path w="25930" h="9571" extrusionOk="0">
                  <a:moveTo>
                    <a:pt x="25132" y="0"/>
                  </a:moveTo>
                  <a:cubicBezTo>
                    <a:pt x="25096" y="0"/>
                    <a:pt x="25061" y="11"/>
                    <a:pt x="25034" y="33"/>
                  </a:cubicBezTo>
                  <a:lnTo>
                    <a:pt x="19782" y="3808"/>
                  </a:lnTo>
                  <a:lnTo>
                    <a:pt x="211" y="1699"/>
                  </a:lnTo>
                  <a:cubicBezTo>
                    <a:pt x="207" y="1698"/>
                    <a:pt x="202" y="1698"/>
                    <a:pt x="198" y="1698"/>
                  </a:cubicBezTo>
                  <a:cubicBezTo>
                    <a:pt x="106" y="1698"/>
                    <a:pt x="22" y="1767"/>
                    <a:pt x="16" y="1860"/>
                  </a:cubicBezTo>
                  <a:cubicBezTo>
                    <a:pt x="1" y="1959"/>
                    <a:pt x="71" y="2043"/>
                    <a:pt x="169" y="2057"/>
                  </a:cubicBezTo>
                  <a:lnTo>
                    <a:pt x="19811" y="4171"/>
                  </a:lnTo>
                  <a:cubicBezTo>
                    <a:pt x="19853" y="4171"/>
                    <a:pt x="19902" y="4164"/>
                    <a:pt x="19937" y="4135"/>
                  </a:cubicBezTo>
                  <a:lnTo>
                    <a:pt x="25021" y="480"/>
                  </a:lnTo>
                  <a:lnTo>
                    <a:pt x="25021" y="480"/>
                  </a:lnTo>
                  <a:cubicBezTo>
                    <a:pt x="25153" y="1168"/>
                    <a:pt x="25441" y="3127"/>
                    <a:pt x="24979" y="5095"/>
                  </a:cubicBezTo>
                  <a:lnTo>
                    <a:pt x="19727" y="9205"/>
                  </a:lnTo>
                  <a:lnTo>
                    <a:pt x="211" y="6895"/>
                  </a:lnTo>
                  <a:cubicBezTo>
                    <a:pt x="203" y="6894"/>
                    <a:pt x="195" y="6893"/>
                    <a:pt x="187" y="6893"/>
                  </a:cubicBezTo>
                  <a:cubicBezTo>
                    <a:pt x="100" y="6893"/>
                    <a:pt x="28" y="6959"/>
                    <a:pt x="16" y="7049"/>
                  </a:cubicBezTo>
                  <a:cubicBezTo>
                    <a:pt x="1" y="7147"/>
                    <a:pt x="71" y="7231"/>
                    <a:pt x="169" y="7244"/>
                  </a:cubicBezTo>
                  <a:lnTo>
                    <a:pt x="19762" y="9570"/>
                  </a:lnTo>
                  <a:lnTo>
                    <a:pt x="19776" y="9570"/>
                  </a:lnTo>
                  <a:cubicBezTo>
                    <a:pt x="19818" y="9570"/>
                    <a:pt x="19860" y="9555"/>
                    <a:pt x="19888" y="9528"/>
                  </a:cubicBezTo>
                  <a:lnTo>
                    <a:pt x="25244" y="5334"/>
                  </a:lnTo>
                  <a:cubicBezTo>
                    <a:pt x="25273" y="5312"/>
                    <a:pt x="25300" y="5278"/>
                    <a:pt x="25308" y="5236"/>
                  </a:cubicBezTo>
                  <a:cubicBezTo>
                    <a:pt x="25930" y="2700"/>
                    <a:pt x="25335" y="237"/>
                    <a:pt x="25308" y="131"/>
                  </a:cubicBezTo>
                  <a:cubicBezTo>
                    <a:pt x="25293" y="75"/>
                    <a:pt x="25251" y="26"/>
                    <a:pt x="25196" y="11"/>
                  </a:cubicBezTo>
                  <a:cubicBezTo>
                    <a:pt x="25175" y="4"/>
                    <a:pt x="25153" y="0"/>
                    <a:pt x="25132" y="0"/>
                  </a:cubicBezTo>
                  <a:close/>
                </a:path>
              </a:pathLst>
            </a:custGeom>
            <a:solidFill>
              <a:srgbClr val="FF94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1" name="Google Shape;861;p3"/>
            <p:cNvSpPr/>
            <p:nvPr/>
          </p:nvSpPr>
          <p:spPr>
            <a:xfrm>
              <a:off x="6253527" y="3006100"/>
              <a:ext cx="1773263" cy="413629"/>
            </a:xfrm>
            <a:custGeom>
              <a:avLst/>
              <a:gdLst/>
              <a:ahLst/>
              <a:cxnLst/>
              <a:rect l="l" t="t" r="r" b="b"/>
              <a:pathLst>
                <a:path w="20055" h="4678" extrusionOk="0">
                  <a:moveTo>
                    <a:pt x="1" y="1"/>
                  </a:moveTo>
                  <a:cubicBezTo>
                    <a:pt x="1" y="1"/>
                    <a:pt x="638" y="1940"/>
                    <a:pt x="1" y="3039"/>
                  </a:cubicBezTo>
                  <a:lnTo>
                    <a:pt x="19572" y="4678"/>
                  </a:lnTo>
                  <a:cubicBezTo>
                    <a:pt x="20055" y="3362"/>
                    <a:pt x="19725" y="2073"/>
                    <a:pt x="19586" y="1639"/>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2" name="Google Shape;862;p3"/>
            <p:cNvSpPr/>
            <p:nvPr/>
          </p:nvSpPr>
          <p:spPr>
            <a:xfrm>
              <a:off x="7984089" y="2840136"/>
              <a:ext cx="521324" cy="579593"/>
            </a:xfrm>
            <a:custGeom>
              <a:avLst/>
              <a:gdLst/>
              <a:ahLst/>
              <a:cxnLst/>
              <a:rect l="l" t="t" r="r" b="b"/>
              <a:pathLst>
                <a:path w="5896" h="6555" extrusionOk="0">
                  <a:moveTo>
                    <a:pt x="5370" y="0"/>
                  </a:moveTo>
                  <a:lnTo>
                    <a:pt x="14" y="3516"/>
                  </a:lnTo>
                  <a:cubicBezTo>
                    <a:pt x="153" y="3950"/>
                    <a:pt x="483" y="5239"/>
                    <a:pt x="0" y="6555"/>
                  </a:cubicBezTo>
                  <a:lnTo>
                    <a:pt x="14" y="6555"/>
                  </a:lnTo>
                  <a:lnTo>
                    <a:pt x="5370" y="3039"/>
                  </a:lnTo>
                  <a:cubicBezTo>
                    <a:pt x="5896" y="1289"/>
                    <a:pt x="5370" y="0"/>
                    <a:pt x="537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3" name="Google Shape;863;p3"/>
            <p:cNvSpPr/>
            <p:nvPr/>
          </p:nvSpPr>
          <p:spPr>
            <a:xfrm>
              <a:off x="6237346" y="2824663"/>
              <a:ext cx="2284154" cy="610540"/>
            </a:xfrm>
            <a:custGeom>
              <a:avLst/>
              <a:gdLst/>
              <a:ahLst/>
              <a:cxnLst/>
              <a:rect l="l" t="t" r="r" b="b"/>
              <a:pathLst>
                <a:path w="25833" h="6905" extrusionOk="0">
                  <a:moveTo>
                    <a:pt x="25132" y="1"/>
                  </a:moveTo>
                  <a:cubicBezTo>
                    <a:pt x="25096" y="1"/>
                    <a:pt x="25060" y="10"/>
                    <a:pt x="25027" y="29"/>
                  </a:cubicBezTo>
                  <a:lnTo>
                    <a:pt x="19727" y="3508"/>
                  </a:lnTo>
                  <a:lnTo>
                    <a:pt x="197" y="1878"/>
                  </a:lnTo>
                  <a:cubicBezTo>
                    <a:pt x="189" y="1877"/>
                    <a:pt x="181" y="1876"/>
                    <a:pt x="173" y="1876"/>
                  </a:cubicBezTo>
                  <a:cubicBezTo>
                    <a:pt x="86" y="1876"/>
                    <a:pt x="15" y="1948"/>
                    <a:pt x="9" y="2038"/>
                  </a:cubicBezTo>
                  <a:cubicBezTo>
                    <a:pt x="1" y="2137"/>
                    <a:pt x="71" y="2221"/>
                    <a:pt x="169" y="2227"/>
                  </a:cubicBezTo>
                  <a:lnTo>
                    <a:pt x="19755" y="3866"/>
                  </a:lnTo>
                  <a:cubicBezTo>
                    <a:pt x="19763" y="3867"/>
                    <a:pt x="19770" y="3868"/>
                    <a:pt x="19777" y="3868"/>
                  </a:cubicBezTo>
                  <a:cubicBezTo>
                    <a:pt x="19812" y="3868"/>
                    <a:pt x="19844" y="3855"/>
                    <a:pt x="19866" y="3837"/>
                  </a:cubicBezTo>
                  <a:lnTo>
                    <a:pt x="25027" y="456"/>
                  </a:lnTo>
                  <a:lnTo>
                    <a:pt x="25027" y="456"/>
                  </a:lnTo>
                  <a:cubicBezTo>
                    <a:pt x="25146" y="870"/>
                    <a:pt x="25328" y="1863"/>
                    <a:pt x="24978" y="3103"/>
                  </a:cubicBezTo>
                  <a:lnTo>
                    <a:pt x="19727" y="6548"/>
                  </a:lnTo>
                  <a:lnTo>
                    <a:pt x="197" y="4916"/>
                  </a:lnTo>
                  <a:cubicBezTo>
                    <a:pt x="190" y="4915"/>
                    <a:pt x="182" y="4915"/>
                    <a:pt x="175" y="4915"/>
                  </a:cubicBezTo>
                  <a:cubicBezTo>
                    <a:pt x="87" y="4915"/>
                    <a:pt x="15" y="4986"/>
                    <a:pt x="9" y="5078"/>
                  </a:cubicBezTo>
                  <a:cubicBezTo>
                    <a:pt x="1" y="5175"/>
                    <a:pt x="71" y="5259"/>
                    <a:pt x="169" y="5266"/>
                  </a:cubicBezTo>
                  <a:lnTo>
                    <a:pt x="19755" y="6904"/>
                  </a:lnTo>
                  <a:lnTo>
                    <a:pt x="19769" y="6904"/>
                  </a:lnTo>
                  <a:cubicBezTo>
                    <a:pt x="19804" y="6904"/>
                    <a:pt x="19839" y="6898"/>
                    <a:pt x="19866" y="6877"/>
                  </a:cubicBezTo>
                  <a:lnTo>
                    <a:pt x="25224" y="3362"/>
                  </a:lnTo>
                  <a:cubicBezTo>
                    <a:pt x="25259" y="3340"/>
                    <a:pt x="25286" y="3306"/>
                    <a:pt x="25301" y="3271"/>
                  </a:cubicBezTo>
                  <a:cubicBezTo>
                    <a:pt x="25832" y="1471"/>
                    <a:pt x="25315" y="169"/>
                    <a:pt x="25293" y="113"/>
                  </a:cubicBezTo>
                  <a:cubicBezTo>
                    <a:pt x="25273" y="63"/>
                    <a:pt x="25231" y="21"/>
                    <a:pt x="25182" y="7"/>
                  </a:cubicBezTo>
                  <a:cubicBezTo>
                    <a:pt x="25166" y="3"/>
                    <a:pt x="25149" y="1"/>
                    <a:pt x="2513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4" name="Google Shape;864;p3"/>
            <p:cNvSpPr/>
            <p:nvPr/>
          </p:nvSpPr>
          <p:spPr>
            <a:xfrm>
              <a:off x="6253527" y="2699549"/>
              <a:ext cx="2202454" cy="451561"/>
            </a:xfrm>
            <a:custGeom>
              <a:avLst/>
              <a:gdLst/>
              <a:ahLst/>
              <a:cxnLst/>
              <a:rect l="l" t="t" r="r" b="b"/>
              <a:pathLst>
                <a:path w="24909" h="5107" extrusionOk="0">
                  <a:moveTo>
                    <a:pt x="5931" y="1"/>
                  </a:moveTo>
                  <a:lnTo>
                    <a:pt x="1" y="3468"/>
                  </a:lnTo>
                  <a:lnTo>
                    <a:pt x="19586" y="5106"/>
                  </a:lnTo>
                  <a:lnTo>
                    <a:pt x="24908" y="1590"/>
                  </a:lnTo>
                  <a:lnTo>
                    <a:pt x="593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5" name="Google Shape;865;p3"/>
            <p:cNvSpPr/>
            <p:nvPr/>
          </p:nvSpPr>
          <p:spPr>
            <a:xfrm>
              <a:off x="6236727" y="2684075"/>
              <a:ext cx="2236407" cy="482420"/>
            </a:xfrm>
            <a:custGeom>
              <a:avLst/>
              <a:gdLst/>
              <a:ahLst/>
              <a:cxnLst/>
              <a:rect l="l" t="t" r="r" b="b"/>
              <a:pathLst>
                <a:path w="25293" h="5456" extrusionOk="0">
                  <a:moveTo>
                    <a:pt x="6163" y="359"/>
                  </a:moveTo>
                  <a:lnTo>
                    <a:pt x="24579" y="1898"/>
                  </a:lnTo>
                  <a:lnTo>
                    <a:pt x="19734" y="5098"/>
                  </a:lnTo>
                  <a:lnTo>
                    <a:pt x="764" y="3510"/>
                  </a:lnTo>
                  <a:lnTo>
                    <a:pt x="6163" y="359"/>
                  </a:lnTo>
                  <a:close/>
                  <a:moveTo>
                    <a:pt x="6142" y="1"/>
                  </a:moveTo>
                  <a:cubicBezTo>
                    <a:pt x="6100" y="1"/>
                    <a:pt x="6066" y="8"/>
                    <a:pt x="6037" y="23"/>
                  </a:cubicBezTo>
                  <a:lnTo>
                    <a:pt x="100" y="3488"/>
                  </a:lnTo>
                  <a:cubicBezTo>
                    <a:pt x="36" y="3523"/>
                    <a:pt x="1" y="3607"/>
                    <a:pt x="16" y="3678"/>
                  </a:cubicBezTo>
                  <a:cubicBezTo>
                    <a:pt x="36" y="3754"/>
                    <a:pt x="100" y="3811"/>
                    <a:pt x="176" y="3817"/>
                  </a:cubicBezTo>
                  <a:lnTo>
                    <a:pt x="19762" y="5456"/>
                  </a:lnTo>
                  <a:lnTo>
                    <a:pt x="19776" y="5456"/>
                  </a:lnTo>
                  <a:cubicBezTo>
                    <a:pt x="19811" y="5456"/>
                    <a:pt x="19846" y="5449"/>
                    <a:pt x="19873" y="5427"/>
                  </a:cubicBezTo>
                  <a:lnTo>
                    <a:pt x="25196" y="1913"/>
                  </a:lnTo>
                  <a:cubicBezTo>
                    <a:pt x="25258" y="1871"/>
                    <a:pt x="25293" y="1794"/>
                    <a:pt x="25273" y="1723"/>
                  </a:cubicBezTo>
                  <a:cubicBezTo>
                    <a:pt x="25251" y="1653"/>
                    <a:pt x="25189" y="1597"/>
                    <a:pt x="25118" y="1591"/>
                  </a:cubicBezTo>
                  <a:lnTo>
                    <a:pt x="614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6" name="Google Shape;866;p3"/>
            <p:cNvSpPr/>
            <p:nvPr/>
          </p:nvSpPr>
          <p:spPr>
            <a:xfrm>
              <a:off x="6768575" y="4396057"/>
              <a:ext cx="335200" cy="215391"/>
            </a:xfrm>
            <a:custGeom>
              <a:avLst/>
              <a:gdLst/>
              <a:ahLst/>
              <a:cxnLst/>
              <a:rect l="l" t="t" r="r" b="b"/>
              <a:pathLst>
                <a:path w="3791" h="2436" extrusionOk="0">
                  <a:moveTo>
                    <a:pt x="559" y="0"/>
                  </a:moveTo>
                  <a:cubicBezTo>
                    <a:pt x="551" y="0"/>
                    <a:pt x="547" y="0"/>
                    <a:pt x="547" y="0"/>
                  </a:cubicBezTo>
                  <a:lnTo>
                    <a:pt x="43" y="869"/>
                  </a:lnTo>
                  <a:cubicBezTo>
                    <a:pt x="43" y="869"/>
                    <a:pt x="1" y="1617"/>
                    <a:pt x="1590" y="2143"/>
                  </a:cubicBezTo>
                  <a:cubicBezTo>
                    <a:pt x="2266" y="2370"/>
                    <a:pt x="2765" y="2435"/>
                    <a:pt x="3116" y="2435"/>
                  </a:cubicBezTo>
                  <a:cubicBezTo>
                    <a:pt x="3587" y="2435"/>
                    <a:pt x="3790" y="2318"/>
                    <a:pt x="3790" y="2318"/>
                  </a:cubicBezTo>
                  <a:cubicBezTo>
                    <a:pt x="3198" y="45"/>
                    <a:pt x="751" y="0"/>
                    <a:pt x="55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7" name="Google Shape;867;p3"/>
            <p:cNvSpPr/>
            <p:nvPr/>
          </p:nvSpPr>
          <p:spPr>
            <a:xfrm>
              <a:off x="6850276" y="4469710"/>
              <a:ext cx="153762" cy="88066"/>
            </a:xfrm>
            <a:custGeom>
              <a:avLst/>
              <a:gdLst/>
              <a:ahLst/>
              <a:cxnLst/>
              <a:rect l="l" t="t" r="r" b="b"/>
              <a:pathLst>
                <a:path w="1739" h="996" extrusionOk="0">
                  <a:moveTo>
                    <a:pt x="303" y="1"/>
                  </a:moveTo>
                  <a:lnTo>
                    <a:pt x="1" y="596"/>
                  </a:lnTo>
                  <a:cubicBezTo>
                    <a:pt x="705" y="962"/>
                    <a:pt x="1418" y="996"/>
                    <a:pt x="1656" y="996"/>
                  </a:cubicBezTo>
                  <a:cubicBezTo>
                    <a:pt x="1709" y="996"/>
                    <a:pt x="1739" y="994"/>
                    <a:pt x="1739" y="994"/>
                  </a:cubicBezTo>
                  <a:cubicBezTo>
                    <a:pt x="1387" y="315"/>
                    <a:pt x="303" y="1"/>
                    <a:pt x="30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8" name="Google Shape;868;p3"/>
            <p:cNvSpPr/>
            <p:nvPr/>
          </p:nvSpPr>
          <p:spPr>
            <a:xfrm>
              <a:off x="6758142" y="4395791"/>
              <a:ext cx="58799" cy="52345"/>
            </a:xfrm>
            <a:custGeom>
              <a:avLst/>
              <a:gdLst/>
              <a:ahLst/>
              <a:cxnLst/>
              <a:rect l="l" t="t" r="r" b="b"/>
              <a:pathLst>
                <a:path w="665" h="592" extrusionOk="0">
                  <a:moveTo>
                    <a:pt x="548" y="0"/>
                  </a:moveTo>
                  <a:cubicBezTo>
                    <a:pt x="190" y="0"/>
                    <a:pt x="1" y="87"/>
                    <a:pt x="1" y="87"/>
                  </a:cubicBezTo>
                  <a:cubicBezTo>
                    <a:pt x="63" y="417"/>
                    <a:pt x="329" y="591"/>
                    <a:pt x="329" y="591"/>
                  </a:cubicBezTo>
                  <a:lnTo>
                    <a:pt x="665" y="3"/>
                  </a:lnTo>
                  <a:cubicBezTo>
                    <a:pt x="624" y="1"/>
                    <a:pt x="585" y="0"/>
                    <a:pt x="548" y="0"/>
                  </a:cubicBezTo>
                  <a:close/>
                </a:path>
              </a:pathLst>
            </a:custGeom>
            <a:solidFill>
              <a:srgbClr val="F976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9" name="Google Shape;869;p3"/>
            <p:cNvSpPr/>
            <p:nvPr/>
          </p:nvSpPr>
          <p:spPr>
            <a:xfrm>
              <a:off x="6758142" y="2588847"/>
              <a:ext cx="1364055" cy="2012174"/>
            </a:xfrm>
            <a:custGeom>
              <a:avLst/>
              <a:gdLst/>
              <a:ahLst/>
              <a:cxnLst/>
              <a:rect l="l" t="t" r="r" b="b"/>
              <a:pathLst>
                <a:path w="15427" h="22757" extrusionOk="0">
                  <a:moveTo>
                    <a:pt x="12781" y="0"/>
                  </a:moveTo>
                  <a:cubicBezTo>
                    <a:pt x="12538" y="0"/>
                    <a:pt x="12275" y="26"/>
                    <a:pt x="11988" y="83"/>
                  </a:cubicBezTo>
                  <a:cubicBezTo>
                    <a:pt x="11988" y="83"/>
                    <a:pt x="6841" y="10805"/>
                    <a:pt x="1" y="20523"/>
                  </a:cubicBezTo>
                  <a:cubicBezTo>
                    <a:pt x="1" y="20523"/>
                    <a:pt x="213" y="20438"/>
                    <a:pt x="608" y="20438"/>
                  </a:cubicBezTo>
                  <a:cubicBezTo>
                    <a:pt x="999" y="20438"/>
                    <a:pt x="1569" y="20522"/>
                    <a:pt x="2290" y="20853"/>
                  </a:cubicBezTo>
                  <a:cubicBezTo>
                    <a:pt x="3747" y="21518"/>
                    <a:pt x="3908" y="22757"/>
                    <a:pt x="3908" y="22757"/>
                  </a:cubicBezTo>
                  <a:cubicBezTo>
                    <a:pt x="8802" y="11924"/>
                    <a:pt x="15427" y="2044"/>
                    <a:pt x="15427" y="2044"/>
                  </a:cubicBezTo>
                  <a:cubicBezTo>
                    <a:pt x="15427" y="2044"/>
                    <a:pt x="14945" y="0"/>
                    <a:pt x="1278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0" name="Google Shape;870;p3"/>
            <p:cNvSpPr/>
            <p:nvPr/>
          </p:nvSpPr>
          <p:spPr>
            <a:xfrm>
              <a:off x="6772289" y="4395791"/>
              <a:ext cx="269504" cy="161809"/>
            </a:xfrm>
            <a:custGeom>
              <a:avLst/>
              <a:gdLst/>
              <a:ahLst/>
              <a:cxnLst/>
              <a:rect l="l" t="t" r="r" b="b"/>
              <a:pathLst>
                <a:path w="3048" h="1830" extrusionOk="0">
                  <a:moveTo>
                    <a:pt x="593" y="1"/>
                  </a:moveTo>
                  <a:cubicBezTo>
                    <a:pt x="536" y="1"/>
                    <a:pt x="505" y="3"/>
                    <a:pt x="505" y="3"/>
                  </a:cubicBezTo>
                  <a:lnTo>
                    <a:pt x="1" y="872"/>
                  </a:lnTo>
                  <a:cubicBezTo>
                    <a:pt x="1" y="872"/>
                    <a:pt x="121" y="718"/>
                    <a:pt x="503" y="718"/>
                  </a:cubicBezTo>
                  <a:cubicBezTo>
                    <a:pt x="698" y="718"/>
                    <a:pt x="961" y="758"/>
                    <a:pt x="1311" y="879"/>
                  </a:cubicBezTo>
                  <a:cubicBezTo>
                    <a:pt x="2347" y="1235"/>
                    <a:pt x="2621" y="1830"/>
                    <a:pt x="2621" y="1830"/>
                  </a:cubicBezTo>
                  <a:lnTo>
                    <a:pt x="3047" y="1025"/>
                  </a:lnTo>
                  <a:cubicBezTo>
                    <a:pt x="1957" y="76"/>
                    <a:pt x="900" y="1"/>
                    <a:pt x="59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1" name="Google Shape;871;p3"/>
            <p:cNvSpPr/>
            <p:nvPr/>
          </p:nvSpPr>
          <p:spPr>
            <a:xfrm>
              <a:off x="7332078" y="3396207"/>
              <a:ext cx="333785" cy="227858"/>
            </a:xfrm>
            <a:custGeom>
              <a:avLst/>
              <a:gdLst/>
              <a:ahLst/>
              <a:cxnLst/>
              <a:rect l="l" t="t" r="r" b="b"/>
              <a:pathLst>
                <a:path w="3775" h="2577" extrusionOk="0">
                  <a:moveTo>
                    <a:pt x="844" y="0"/>
                  </a:moveTo>
                  <a:cubicBezTo>
                    <a:pt x="702" y="0"/>
                    <a:pt x="624" y="13"/>
                    <a:pt x="624" y="13"/>
                  </a:cubicBezTo>
                  <a:lnTo>
                    <a:pt x="0" y="1106"/>
                  </a:lnTo>
                  <a:cubicBezTo>
                    <a:pt x="9" y="1106"/>
                    <a:pt x="18" y="1106"/>
                    <a:pt x="27" y="1106"/>
                  </a:cubicBezTo>
                  <a:cubicBezTo>
                    <a:pt x="1972" y="1106"/>
                    <a:pt x="3131" y="2576"/>
                    <a:pt x="3131" y="2576"/>
                  </a:cubicBezTo>
                  <a:lnTo>
                    <a:pt x="3775" y="1455"/>
                  </a:lnTo>
                  <a:cubicBezTo>
                    <a:pt x="2502" y="150"/>
                    <a:pt x="1319" y="0"/>
                    <a:pt x="8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72" name="Google Shape;872;p3"/>
          <p:cNvSpPr/>
          <p:nvPr/>
        </p:nvSpPr>
        <p:spPr>
          <a:xfrm rot="-786933">
            <a:off x="3567098" y="4420364"/>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873" name="Google Shape;873;p3"/>
          <p:cNvGrpSpPr/>
          <p:nvPr/>
        </p:nvGrpSpPr>
        <p:grpSpPr>
          <a:xfrm>
            <a:off x="2504471" y="4284841"/>
            <a:ext cx="1891777" cy="665532"/>
            <a:chOff x="4072036" y="594032"/>
            <a:chExt cx="1272927" cy="1272927"/>
          </a:xfrm>
        </p:grpSpPr>
        <p:sp>
          <p:nvSpPr>
            <p:cNvPr id="874" name="Google Shape;874;p3"/>
            <p:cNvSpPr/>
            <p:nvPr/>
          </p:nvSpPr>
          <p:spPr>
            <a:xfrm>
              <a:off x="4072036" y="594032"/>
              <a:ext cx="1272927" cy="1272927"/>
            </a:xfrm>
            <a:prstGeom prst="ellipse">
              <a:avLst/>
            </a:prstGeom>
            <a:gradFill>
              <a:gsLst>
                <a:gs pos="0">
                  <a:srgbClr val="AFB9D7"/>
                </a:gs>
                <a:gs pos="35000">
                  <a:srgbClr val="C7D0E2"/>
                </a:gs>
                <a:gs pos="100000">
                  <a:srgbClr val="E8EBF6"/>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txBox="1"/>
            <p:nvPr/>
          </p:nvSpPr>
          <p:spPr>
            <a:xfrm>
              <a:off x="4258452" y="780448"/>
              <a:ext cx="900095" cy="900095"/>
            </a:xfrm>
            <a:prstGeom prst="rect">
              <a:avLst/>
            </a:prstGeom>
            <a:noFill/>
            <a:ln>
              <a:noFill/>
            </a:ln>
          </p:spPr>
          <p:txBody>
            <a:bodyPr spcFirstLastPara="1" wrap="square" lIns="55875" tIns="55875" rIns="55875" bIns="55875" anchor="ctr" anchorCtr="0">
              <a:noAutofit/>
            </a:bodyPr>
            <a:lstStyle/>
            <a:p>
              <a:pPr marL="0" marR="0" lvl="0" indent="0" algn="ctr" rtl="0">
                <a:lnSpc>
                  <a:spcPct val="9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T-0</a:t>
              </a:r>
              <a:endParaRPr sz="4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76" name="Google Shape;876;p3"/>
          <p:cNvGrpSpPr/>
          <p:nvPr/>
        </p:nvGrpSpPr>
        <p:grpSpPr>
          <a:xfrm>
            <a:off x="1243157" y="3206332"/>
            <a:ext cx="1639612" cy="753643"/>
            <a:chOff x="5373250" y="286268"/>
            <a:chExt cx="1272927" cy="1272927"/>
          </a:xfrm>
        </p:grpSpPr>
        <p:sp>
          <p:nvSpPr>
            <p:cNvPr id="877" name="Google Shape;877;p3"/>
            <p:cNvSpPr/>
            <p:nvPr/>
          </p:nvSpPr>
          <p:spPr>
            <a:xfrm>
              <a:off x="5373250" y="286268"/>
              <a:ext cx="1272927" cy="1272927"/>
            </a:xfrm>
            <a:prstGeom prst="ellipse">
              <a:avLst/>
            </a:prstGeom>
            <a:gradFill>
              <a:gsLst>
                <a:gs pos="0">
                  <a:srgbClr val="AFB9D7"/>
                </a:gs>
                <a:gs pos="35000">
                  <a:srgbClr val="C7D0E2"/>
                </a:gs>
                <a:gs pos="100000">
                  <a:srgbClr val="E8EBF6"/>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txBox="1"/>
            <p:nvPr/>
          </p:nvSpPr>
          <p:spPr>
            <a:xfrm>
              <a:off x="5559666" y="472683"/>
              <a:ext cx="900095" cy="900095"/>
            </a:xfrm>
            <a:prstGeom prst="rect">
              <a:avLst/>
            </a:prstGeom>
            <a:noFill/>
            <a:ln>
              <a:noFill/>
            </a:ln>
          </p:spPr>
          <p:txBody>
            <a:bodyPr spcFirstLastPara="1" wrap="square" lIns="55875" tIns="55875" rIns="55875" bIns="55875" anchor="ctr" anchorCtr="0">
              <a:noAutofit/>
            </a:bodyPr>
            <a:lstStyle/>
            <a:p>
              <a:pPr marL="0" marR="0" lvl="0" indent="0" algn="ctr" rtl="0">
                <a:lnSpc>
                  <a:spcPct val="9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L-1</a:t>
              </a:r>
              <a:endParaRPr sz="4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879" name="Google Shape;879;p3"/>
          <p:cNvSpPr/>
          <p:nvPr/>
        </p:nvSpPr>
        <p:spPr>
          <a:xfrm>
            <a:off x="3851514" y="3219077"/>
            <a:ext cx="1639612" cy="753643"/>
          </a:xfrm>
          <a:prstGeom prst="ellipse">
            <a:avLst/>
          </a:prstGeom>
          <a:gradFill>
            <a:gsLst>
              <a:gs pos="0">
                <a:srgbClr val="AFB9D7"/>
              </a:gs>
              <a:gs pos="35000">
                <a:srgbClr val="C7D0E2"/>
              </a:gs>
              <a:gs pos="100000">
                <a:srgbClr val="E8EBF6"/>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txBox="1"/>
          <p:nvPr/>
        </p:nvSpPr>
        <p:spPr>
          <a:xfrm>
            <a:off x="4142620" y="3329445"/>
            <a:ext cx="1159380" cy="532906"/>
          </a:xfrm>
          <a:prstGeom prst="rect">
            <a:avLst/>
          </a:prstGeom>
          <a:noFill/>
          <a:ln>
            <a:noFill/>
          </a:ln>
        </p:spPr>
        <p:txBody>
          <a:bodyPr spcFirstLastPara="1" wrap="square" lIns="55875" tIns="55875" rIns="55875" bIns="55875" anchor="ctr" anchorCtr="0">
            <a:noAutofit/>
          </a:bodyPr>
          <a:lstStyle/>
          <a:p>
            <a:pPr marL="0" marR="0" lvl="0" indent="0" algn="ctr" rtl="0">
              <a:lnSpc>
                <a:spcPct val="9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P-3</a:t>
            </a:r>
            <a:endParaRPr sz="4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881" name="Google Shape;881;p3"/>
          <p:cNvSpPr txBox="1"/>
          <p:nvPr/>
        </p:nvSpPr>
        <p:spPr>
          <a:xfrm>
            <a:off x="3084521" y="3027996"/>
            <a:ext cx="6537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Milonga" panose="04090505040202020000"/>
                <a:ea typeface="Milonga" panose="04090505040202020000"/>
                <a:cs typeface="Milonga" panose="04090505040202020000"/>
                <a:sym typeface="Milonga" panose="04090505040202020000"/>
              </a:rPr>
              <a:t>LTP</a:t>
            </a:r>
            <a:endParaRPr sz="2000" b="1" i="0" u="none" strike="noStrike" cap="none">
              <a:solidFill>
                <a:srgbClr val="000000"/>
              </a:solidFill>
              <a:latin typeface="Milonga" panose="04090505040202020000"/>
              <a:ea typeface="Milonga" panose="04090505040202020000"/>
              <a:cs typeface="Milonga" panose="04090505040202020000"/>
              <a:sym typeface="Milonga" panose="04090505040202020000"/>
            </a:endParaRPr>
          </a:p>
        </p:txBody>
      </p:sp>
      <p:sp>
        <p:nvSpPr>
          <p:cNvPr id="882" name="Google Shape;882;p3"/>
          <p:cNvSpPr txBox="1"/>
          <p:nvPr/>
        </p:nvSpPr>
        <p:spPr>
          <a:xfrm>
            <a:off x="2450873" y="1032561"/>
            <a:ext cx="1746866"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1" i="0" u="none" strike="noStrike" cap="none">
                <a:solidFill>
                  <a:schemeClr val="lt1"/>
                </a:solidFill>
                <a:latin typeface="Algerian" panose="04020705040A02060702"/>
                <a:ea typeface="Algerian" panose="04020705040A02060702"/>
                <a:cs typeface="Algerian" panose="04020705040A02060702"/>
                <a:sym typeface="Algerian" panose="04020705040A02060702"/>
              </a:rPr>
              <a:t>CREDITS: 3</a:t>
            </a:r>
            <a:endParaRPr sz="2400" b="1" i="0" u="none" strike="noStrike" cap="none">
              <a:solidFill>
                <a:schemeClr val="lt1"/>
              </a:solidFill>
              <a:latin typeface="Algerian" panose="04020705040A02060702"/>
              <a:ea typeface="Algerian" panose="04020705040A02060702"/>
              <a:cs typeface="Algerian" panose="04020705040A02060702"/>
              <a:sym typeface="Algerian" panose="04020705040A0206070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grpSp>
        <p:nvGrpSpPr>
          <p:cNvPr id="887" name="Google Shape;887;p4"/>
          <p:cNvGrpSpPr/>
          <p:nvPr/>
        </p:nvGrpSpPr>
        <p:grpSpPr>
          <a:xfrm>
            <a:off x="1983253" y="226832"/>
            <a:ext cx="5042218" cy="537487"/>
            <a:chOff x="-3705625" y="3666475"/>
            <a:chExt cx="3235925" cy="1422300"/>
          </a:xfrm>
        </p:grpSpPr>
        <p:sp>
          <p:nvSpPr>
            <p:cNvPr id="888" name="Google Shape;888;p4"/>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9" name="Google Shape;889;p4"/>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90" name="Google Shape;890;p4"/>
          <p:cNvGrpSpPr/>
          <p:nvPr/>
        </p:nvGrpSpPr>
        <p:grpSpPr>
          <a:xfrm>
            <a:off x="14129" y="996954"/>
            <a:ext cx="3041568" cy="2946329"/>
            <a:chOff x="995110" y="1472584"/>
            <a:chExt cx="998151" cy="998151"/>
          </a:xfrm>
        </p:grpSpPr>
        <p:sp>
          <p:nvSpPr>
            <p:cNvPr id="891" name="Google Shape;891;p4"/>
            <p:cNvSpPr/>
            <p:nvPr/>
          </p:nvSpPr>
          <p:spPr>
            <a:xfrm>
              <a:off x="995110" y="1472584"/>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2" name="Google Shape;892;p4"/>
            <p:cNvSpPr/>
            <p:nvPr/>
          </p:nvSpPr>
          <p:spPr>
            <a:xfrm>
              <a:off x="1088060" y="1569887"/>
              <a:ext cx="824414" cy="791463"/>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93" name="Google Shape;893;p4"/>
          <p:cNvSpPr txBox="1">
            <a:spLocks noGrp="1"/>
          </p:cNvSpPr>
          <p:nvPr>
            <p:ph type="subTitle" idx="1"/>
          </p:nvPr>
        </p:nvSpPr>
        <p:spPr>
          <a:xfrm>
            <a:off x="2574625" y="86854"/>
            <a:ext cx="3978900" cy="256372"/>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400"/>
              <a:buNone/>
            </a:pPr>
            <a:r>
              <a:rPr lang="en-US" sz="3600" b="1">
                <a:solidFill>
                  <a:schemeClr val="dk1"/>
                </a:solidFill>
              </a:rPr>
              <a:t>Course Outcomes </a:t>
            </a:r>
            <a:endParaRPr sz="3600"/>
          </a:p>
        </p:txBody>
      </p:sp>
      <p:sp>
        <p:nvSpPr>
          <p:cNvPr id="894" name="Google Shape;894;p4"/>
          <p:cNvSpPr txBox="1">
            <a:spLocks noGrp="1"/>
          </p:cNvSpPr>
          <p:nvPr>
            <p:ph type="title" idx="2"/>
          </p:nvPr>
        </p:nvSpPr>
        <p:spPr>
          <a:xfrm>
            <a:off x="483506" y="1722099"/>
            <a:ext cx="2095888" cy="1717617"/>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US" sz="2000"/>
              <a:t>CO1-Remember various grammatical concepts to enhance speaking and writing skills</a:t>
            </a:r>
            <a:br>
              <a:rPr lang="en-US" sz="2000"/>
            </a:br>
            <a:endParaRPr sz="2000"/>
          </a:p>
        </p:txBody>
      </p:sp>
      <p:sp>
        <p:nvSpPr>
          <p:cNvPr id="895" name="Google Shape;895;p4"/>
          <p:cNvSpPr/>
          <p:nvPr/>
        </p:nvSpPr>
        <p:spPr>
          <a:xfrm>
            <a:off x="3373499" y="2888336"/>
            <a:ext cx="148776" cy="14887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6" name="Google Shape;896;p4"/>
          <p:cNvSpPr/>
          <p:nvPr/>
        </p:nvSpPr>
        <p:spPr>
          <a:xfrm>
            <a:off x="7699824" y="2888336"/>
            <a:ext cx="148776" cy="14887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897" name="Google Shape;897;p4"/>
          <p:cNvGrpSpPr/>
          <p:nvPr/>
        </p:nvGrpSpPr>
        <p:grpSpPr>
          <a:xfrm>
            <a:off x="2920971" y="1838047"/>
            <a:ext cx="3249899" cy="3218599"/>
            <a:chOff x="997149" y="1477499"/>
            <a:chExt cx="998151" cy="998151"/>
          </a:xfrm>
        </p:grpSpPr>
        <p:sp>
          <p:nvSpPr>
            <p:cNvPr id="898" name="Google Shape;898;p4"/>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9" name="Google Shape;899;p4"/>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00" name="Google Shape;900;p4"/>
          <p:cNvGrpSpPr/>
          <p:nvPr/>
        </p:nvGrpSpPr>
        <p:grpSpPr>
          <a:xfrm>
            <a:off x="6036144" y="979122"/>
            <a:ext cx="3093727" cy="2946329"/>
            <a:chOff x="997149" y="1477499"/>
            <a:chExt cx="998151" cy="998151"/>
          </a:xfrm>
        </p:grpSpPr>
        <p:sp>
          <p:nvSpPr>
            <p:cNvPr id="901" name="Google Shape;901;p4"/>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2" name="Google Shape;902;p4"/>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03" name="Google Shape;903;p4"/>
          <p:cNvSpPr txBox="1"/>
          <p:nvPr/>
        </p:nvSpPr>
        <p:spPr>
          <a:xfrm>
            <a:off x="3355512" y="2349802"/>
            <a:ext cx="2467114" cy="2266217"/>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6000"/>
              <a:buFont typeface="Montagu Slab SemiBold"/>
              <a:buNone/>
            </a:pPr>
            <a:r>
              <a:rPr lang="en-US" sz="2000" b="0" i="0" u="none" strike="noStrike" cap="none">
                <a:solidFill>
                  <a:schemeClr val="lt2"/>
                </a:solidFill>
                <a:latin typeface="Montagu Slab SemiBold"/>
                <a:ea typeface="Montagu Slab SemiBold"/>
                <a:cs typeface="Montagu Slab SemiBold"/>
                <a:sym typeface="Montagu Slab SemiBold"/>
              </a:rPr>
              <a:t>CO2-Understand various kinds of writing while employing relevant lexical and grammar resources</a:t>
            </a:r>
            <a:endParaRPr sz="2000" b="0" i="0" u="none" strike="noStrike" cap="none">
              <a:solidFill>
                <a:schemeClr val="lt2"/>
              </a:solidFill>
              <a:latin typeface="Montagu Slab SemiBold"/>
              <a:ea typeface="Montagu Slab SemiBold"/>
              <a:cs typeface="Montagu Slab SemiBold"/>
              <a:sym typeface="Montagu Slab SemiBold"/>
            </a:endParaRPr>
          </a:p>
        </p:txBody>
      </p:sp>
      <p:sp>
        <p:nvSpPr>
          <p:cNvPr id="904" name="Google Shape;904;p4"/>
          <p:cNvSpPr txBox="1"/>
          <p:nvPr/>
        </p:nvSpPr>
        <p:spPr>
          <a:xfrm>
            <a:off x="6564606" y="1573419"/>
            <a:ext cx="2095888" cy="1717617"/>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6000"/>
              <a:buFont typeface="Montagu Slab SemiBold"/>
              <a:buNone/>
            </a:pPr>
            <a:r>
              <a:rPr lang="en-US" sz="2000" b="0" i="0" u="none" strike="noStrike" cap="none">
                <a:solidFill>
                  <a:schemeClr val="lt2"/>
                </a:solidFill>
                <a:latin typeface="Montagu Slab SemiBold"/>
                <a:ea typeface="Montagu Slab SemiBold"/>
                <a:cs typeface="Montagu Slab SemiBold"/>
                <a:sym typeface="Montagu Slab SemiBold"/>
              </a:rPr>
              <a:t>CO3-Apply complex grammatical structures to self-monitor speech.</a:t>
            </a:r>
            <a:endParaRPr sz="2000" b="0" i="0" u="none" strike="noStrike" cap="none">
              <a:solidFill>
                <a:schemeClr val="lt2"/>
              </a:solidFill>
              <a:latin typeface="Montagu Slab SemiBold"/>
              <a:ea typeface="Montagu Slab SemiBold"/>
              <a:cs typeface="Montagu Slab SemiBold"/>
              <a:sym typeface="Montagu Slab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grpSp>
        <p:nvGrpSpPr>
          <p:cNvPr id="909" name="Google Shape;909;p5"/>
          <p:cNvGrpSpPr/>
          <p:nvPr/>
        </p:nvGrpSpPr>
        <p:grpSpPr>
          <a:xfrm>
            <a:off x="1983253" y="226832"/>
            <a:ext cx="5042218" cy="537487"/>
            <a:chOff x="-3705625" y="3666475"/>
            <a:chExt cx="3235925" cy="1422300"/>
          </a:xfrm>
        </p:grpSpPr>
        <p:sp>
          <p:nvSpPr>
            <p:cNvPr id="910" name="Google Shape;910;p5"/>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1" name="Google Shape;911;p5"/>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12" name="Google Shape;912;p5"/>
          <p:cNvGrpSpPr/>
          <p:nvPr/>
        </p:nvGrpSpPr>
        <p:grpSpPr>
          <a:xfrm>
            <a:off x="15030" y="1003582"/>
            <a:ext cx="3004201" cy="2985038"/>
            <a:chOff x="997149" y="1477499"/>
            <a:chExt cx="998151" cy="998151"/>
          </a:xfrm>
        </p:grpSpPr>
        <p:sp>
          <p:nvSpPr>
            <p:cNvPr id="913" name="Google Shape;913;p5"/>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4" name="Google Shape;914;p5"/>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15" name="Google Shape;915;p5"/>
          <p:cNvSpPr txBox="1">
            <a:spLocks noGrp="1"/>
          </p:cNvSpPr>
          <p:nvPr>
            <p:ph type="subTitle" idx="1"/>
          </p:nvPr>
        </p:nvSpPr>
        <p:spPr>
          <a:xfrm>
            <a:off x="2574625" y="86854"/>
            <a:ext cx="3978900" cy="256372"/>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400"/>
              <a:buNone/>
            </a:pPr>
            <a:r>
              <a:rPr lang="en-US" sz="3600" b="1">
                <a:solidFill>
                  <a:schemeClr val="dk1"/>
                </a:solidFill>
              </a:rPr>
              <a:t>Course Outcomes </a:t>
            </a:r>
            <a:endParaRPr sz="3600"/>
          </a:p>
        </p:txBody>
      </p:sp>
      <p:sp>
        <p:nvSpPr>
          <p:cNvPr id="916" name="Google Shape;916;p5"/>
          <p:cNvSpPr txBox="1">
            <a:spLocks noGrp="1"/>
          </p:cNvSpPr>
          <p:nvPr>
            <p:ph type="title" idx="2"/>
          </p:nvPr>
        </p:nvSpPr>
        <p:spPr>
          <a:xfrm>
            <a:off x="505374" y="1929181"/>
            <a:ext cx="2095888" cy="1717617"/>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US" sz="2000"/>
              <a:t>CO4-Analyze and exhibit the ability to communicate clearly, fluently and flexibly </a:t>
            </a:r>
            <a:br>
              <a:rPr lang="en-US" sz="2000"/>
            </a:br>
            <a:r>
              <a:rPr lang="en-US" sz="1800"/>
              <a:t/>
            </a:r>
            <a:br>
              <a:rPr lang="en-US" sz="1800"/>
            </a:br>
            <a:endParaRPr sz="1800"/>
          </a:p>
        </p:txBody>
      </p:sp>
      <p:sp>
        <p:nvSpPr>
          <p:cNvPr id="917" name="Google Shape;917;p5"/>
          <p:cNvSpPr/>
          <p:nvPr/>
        </p:nvSpPr>
        <p:spPr>
          <a:xfrm>
            <a:off x="3373499" y="2888336"/>
            <a:ext cx="148776" cy="14887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8" name="Google Shape;918;p5"/>
          <p:cNvSpPr/>
          <p:nvPr/>
        </p:nvSpPr>
        <p:spPr>
          <a:xfrm>
            <a:off x="7699824" y="2888336"/>
            <a:ext cx="148776" cy="14887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919" name="Google Shape;919;p5"/>
          <p:cNvGrpSpPr/>
          <p:nvPr/>
        </p:nvGrpSpPr>
        <p:grpSpPr>
          <a:xfrm>
            <a:off x="2838955" y="1829626"/>
            <a:ext cx="3403327" cy="3227020"/>
            <a:chOff x="997149" y="1477499"/>
            <a:chExt cx="998151" cy="998151"/>
          </a:xfrm>
        </p:grpSpPr>
        <p:sp>
          <p:nvSpPr>
            <p:cNvPr id="920" name="Google Shape;920;p5"/>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1" name="Google Shape;921;p5"/>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22" name="Google Shape;922;p5"/>
          <p:cNvGrpSpPr/>
          <p:nvPr/>
        </p:nvGrpSpPr>
        <p:grpSpPr>
          <a:xfrm>
            <a:off x="6049768" y="981761"/>
            <a:ext cx="3093727" cy="2985038"/>
            <a:chOff x="997149" y="1477499"/>
            <a:chExt cx="998151" cy="998151"/>
          </a:xfrm>
        </p:grpSpPr>
        <p:sp>
          <p:nvSpPr>
            <p:cNvPr id="923" name="Google Shape;923;p5"/>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4" name="Google Shape;924;p5"/>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25" name="Google Shape;925;p5"/>
          <p:cNvSpPr txBox="1"/>
          <p:nvPr/>
        </p:nvSpPr>
        <p:spPr>
          <a:xfrm>
            <a:off x="3258830" y="2496101"/>
            <a:ext cx="2467114" cy="2226774"/>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6000"/>
              <a:buFont typeface="Montagu Slab SemiBold"/>
              <a:buNone/>
            </a:pPr>
            <a:r>
              <a:rPr lang="en-US" sz="2000" b="0" i="0" u="none" strike="noStrike" cap="none">
                <a:solidFill>
                  <a:schemeClr val="lt2"/>
                </a:solidFill>
                <a:latin typeface="Montagu Slab SemiBold"/>
                <a:ea typeface="Montagu Slab SemiBold"/>
                <a:cs typeface="Montagu Slab SemiBold"/>
                <a:sym typeface="Montagu Slab SemiBold"/>
              </a:rPr>
              <a:t> CO5-Assess different strategies for comprehending vocabulary and grammatical structures </a:t>
            </a:r>
            <a:endParaRPr sz="2000" b="0" i="0" u="none" strike="noStrike" cap="none">
              <a:solidFill>
                <a:schemeClr val="lt2"/>
              </a:solidFill>
              <a:latin typeface="Montagu Slab SemiBold"/>
              <a:ea typeface="Montagu Slab SemiBold"/>
              <a:cs typeface="Montagu Slab SemiBold"/>
              <a:sym typeface="Montagu Slab SemiBold"/>
            </a:endParaRPr>
          </a:p>
        </p:txBody>
      </p:sp>
      <p:sp>
        <p:nvSpPr>
          <p:cNvPr id="926" name="Google Shape;926;p5"/>
          <p:cNvSpPr txBox="1"/>
          <p:nvPr/>
        </p:nvSpPr>
        <p:spPr>
          <a:xfrm>
            <a:off x="6561297" y="1615471"/>
            <a:ext cx="2095888" cy="1717617"/>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6000"/>
              <a:buFont typeface="Montagu Slab SemiBold"/>
              <a:buNone/>
            </a:pPr>
            <a:r>
              <a:rPr lang="en-US" sz="2000" b="0" i="0" u="none" strike="noStrike" cap="none">
                <a:solidFill>
                  <a:schemeClr val="lt2"/>
                </a:solidFill>
                <a:latin typeface="Montagu Slab SemiBold"/>
                <a:ea typeface="Montagu Slab SemiBold"/>
                <a:cs typeface="Montagu Slab SemiBold"/>
                <a:sym typeface="Montagu Slab SemiBold"/>
              </a:rPr>
              <a:t>CO6-Compose short narratives to describe activities using appropriate tenses</a:t>
            </a:r>
            <a:endParaRPr sz="2000" b="0" i="0" u="none" strike="noStrike" cap="none">
              <a:solidFill>
                <a:schemeClr val="lt2"/>
              </a:solidFill>
              <a:latin typeface="Montagu Slab SemiBold"/>
              <a:ea typeface="Montagu Slab SemiBold"/>
              <a:cs typeface="Montagu Slab SemiBold"/>
              <a:sym typeface="Montagu Slab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6"/>
          <p:cNvSpPr txBox="1">
            <a:spLocks noGrp="1"/>
          </p:cNvSpPr>
          <p:nvPr>
            <p:ph type="title"/>
          </p:nvPr>
        </p:nvSpPr>
        <p:spPr>
          <a:xfrm>
            <a:off x="719999" y="392850"/>
            <a:ext cx="6941635" cy="67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latin typeface="Overlock" panose="02000506030000020004"/>
                <a:ea typeface="Overlock" panose="02000506030000020004"/>
                <a:cs typeface="Overlock" panose="02000506030000020004"/>
                <a:sym typeface="Overlock" panose="02000506030000020004"/>
              </a:rPr>
              <a:t>Program Outcomes as specific to the </a:t>
            </a:r>
            <a:br>
              <a:rPr lang="en-US">
                <a:latin typeface="Overlock" panose="02000506030000020004"/>
                <a:ea typeface="Overlock" panose="02000506030000020004"/>
                <a:cs typeface="Overlock" panose="02000506030000020004"/>
                <a:sym typeface="Overlock" panose="02000506030000020004"/>
              </a:rPr>
            </a:br>
            <a:r>
              <a:rPr lang="en-US">
                <a:latin typeface="Overlock" panose="02000506030000020004"/>
                <a:ea typeface="Overlock" panose="02000506030000020004"/>
                <a:cs typeface="Overlock" panose="02000506030000020004"/>
                <a:sym typeface="Overlock" panose="02000506030000020004"/>
              </a:rPr>
              <a:t>particular course :PO10</a:t>
            </a:r>
          </a:p>
        </p:txBody>
      </p:sp>
      <p:sp>
        <p:nvSpPr>
          <p:cNvPr id="932" name="Google Shape;932;p6"/>
          <p:cNvSpPr txBox="1">
            <a:spLocks noGrp="1"/>
          </p:cNvSpPr>
          <p:nvPr>
            <p:ph type="subTitle" idx="1"/>
          </p:nvPr>
        </p:nvSpPr>
        <p:spPr>
          <a:xfrm>
            <a:off x="609601" y="1444438"/>
            <a:ext cx="8162692" cy="24204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None/>
            </a:pPr>
            <a:endParaRPr sz="2400" b="1">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SzPts val="1400"/>
              <a:buNone/>
            </a:pPr>
            <a:r>
              <a:rPr lang="en-US" sz="2400" b="1">
                <a:latin typeface="Times New Roman" panose="02020603050405020304"/>
                <a:ea typeface="Times New Roman" panose="02020603050405020304"/>
                <a:cs typeface="Times New Roman" panose="02020603050405020304"/>
                <a:sym typeface="Times New Roman" panose="02020603050405020304"/>
              </a:rPr>
              <a:t>Aiming to improve</a:t>
            </a:r>
            <a:endParaRPr sz="2400" b="1">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20000"/>
              </a:lnSpc>
              <a:spcBef>
                <a:spcPts val="0"/>
              </a:spcBef>
              <a:spcAft>
                <a:spcPts val="0"/>
              </a:spcAft>
              <a:buClr>
                <a:schemeClr val="accent1"/>
              </a:buClr>
              <a:buSzPts val="1400"/>
              <a:buFont typeface="Noto Sans Symbols"/>
              <a:buChar char="❑"/>
            </a:pPr>
            <a:r>
              <a:rPr lang="en-US" sz="2400" b="1">
                <a:latin typeface="Times New Roman" panose="02020603050405020304"/>
                <a:ea typeface="Times New Roman" panose="02020603050405020304"/>
                <a:cs typeface="Times New Roman" panose="02020603050405020304"/>
                <a:sym typeface="Times New Roman" panose="02020603050405020304"/>
              </a:rPr>
              <a:t> Written &amp; oral communication</a:t>
            </a:r>
            <a:endParaRPr sz="2400" b="1">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20000"/>
              </a:lnSpc>
              <a:spcBef>
                <a:spcPts val="0"/>
              </a:spcBef>
              <a:spcAft>
                <a:spcPts val="0"/>
              </a:spcAft>
              <a:buClr>
                <a:schemeClr val="accent1"/>
              </a:buClr>
              <a:buSzPts val="1400"/>
              <a:buFont typeface="Noto Sans Symbols"/>
              <a:buChar char="❑"/>
            </a:pPr>
            <a:r>
              <a:rPr lang="en-US" sz="2400" b="1">
                <a:latin typeface="Times New Roman" panose="02020603050405020304"/>
                <a:ea typeface="Times New Roman" panose="02020603050405020304"/>
                <a:cs typeface="Times New Roman" panose="02020603050405020304"/>
                <a:sym typeface="Times New Roman" panose="02020603050405020304"/>
              </a:rPr>
              <a:t> Vocabulary to choose language that  precisely expresses meanings</a:t>
            </a:r>
            <a:endParaRPr sz="2400" b="1">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20000"/>
              </a:lnSpc>
              <a:spcBef>
                <a:spcPts val="0"/>
              </a:spcBef>
              <a:spcAft>
                <a:spcPts val="0"/>
              </a:spcAft>
              <a:buClr>
                <a:schemeClr val="accent1"/>
              </a:buClr>
              <a:buSzPts val="1400"/>
              <a:buFont typeface="Noto Sans Symbols"/>
              <a:buChar char="❑"/>
            </a:pPr>
            <a:r>
              <a:rPr lang="en-US" sz="2400" b="1">
                <a:latin typeface="Times New Roman" panose="02020603050405020304"/>
                <a:ea typeface="Times New Roman" panose="02020603050405020304"/>
                <a:cs typeface="Times New Roman" panose="02020603050405020304"/>
                <a:sym typeface="Times New Roman" panose="02020603050405020304"/>
              </a:rPr>
              <a:t> Articulation of the thoughts in correct sentence structure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0"/>
              </a:spcBef>
              <a:spcAft>
                <a:spcPts val="0"/>
              </a:spcAft>
              <a:buSzPts val="1400"/>
              <a:buNone/>
            </a:pP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933" name="Google Shape;933;p6"/>
          <p:cNvGrpSpPr/>
          <p:nvPr/>
        </p:nvGrpSpPr>
        <p:grpSpPr>
          <a:xfrm>
            <a:off x="3852423" y="4120177"/>
            <a:ext cx="1850237" cy="799217"/>
            <a:chOff x="1728390" y="3488202"/>
            <a:chExt cx="1438977" cy="621523"/>
          </a:xfrm>
        </p:grpSpPr>
        <p:sp>
          <p:nvSpPr>
            <p:cNvPr id="934" name="Google Shape;934;p6"/>
            <p:cNvSpPr/>
            <p:nvPr/>
          </p:nvSpPr>
          <p:spPr>
            <a:xfrm>
              <a:off x="2043764" y="3760768"/>
              <a:ext cx="688167" cy="333142"/>
            </a:xfrm>
            <a:custGeom>
              <a:avLst/>
              <a:gdLst/>
              <a:ahLst/>
              <a:cxnLst/>
              <a:rect l="l" t="t" r="r" b="b"/>
              <a:pathLst>
                <a:path w="22233" h="10763" extrusionOk="0">
                  <a:moveTo>
                    <a:pt x="0" y="1"/>
                  </a:moveTo>
                  <a:lnTo>
                    <a:pt x="0" y="8010"/>
                  </a:lnTo>
                  <a:cubicBezTo>
                    <a:pt x="0" y="8010"/>
                    <a:pt x="104" y="8005"/>
                    <a:pt x="300" y="8005"/>
                  </a:cubicBezTo>
                  <a:cubicBezTo>
                    <a:pt x="1440" y="8005"/>
                    <a:pt x="5723" y="8193"/>
                    <a:pt x="11112" y="10763"/>
                  </a:cubicBezTo>
                  <a:cubicBezTo>
                    <a:pt x="11112" y="10763"/>
                    <a:pt x="16368" y="8010"/>
                    <a:pt x="22169" y="8010"/>
                  </a:cubicBezTo>
                  <a:cubicBezTo>
                    <a:pt x="22190" y="8010"/>
                    <a:pt x="22211" y="8010"/>
                    <a:pt x="22232" y="8010"/>
                  </a:cubicBezTo>
                  <a:lnTo>
                    <a:pt x="2223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5" name="Google Shape;935;p6"/>
            <p:cNvSpPr/>
            <p:nvPr/>
          </p:nvSpPr>
          <p:spPr>
            <a:xfrm>
              <a:off x="1728390" y="3488202"/>
              <a:ext cx="1351169" cy="366849"/>
            </a:xfrm>
            <a:custGeom>
              <a:avLst/>
              <a:gdLst/>
              <a:ahLst/>
              <a:cxnLst/>
              <a:rect l="l" t="t" r="r" b="b"/>
              <a:pathLst>
                <a:path w="43653" h="11852" extrusionOk="0">
                  <a:moveTo>
                    <a:pt x="21805" y="1"/>
                  </a:moveTo>
                  <a:cubicBezTo>
                    <a:pt x="21616" y="1"/>
                    <a:pt x="21428" y="28"/>
                    <a:pt x="21246" y="81"/>
                  </a:cubicBezTo>
                  <a:lnTo>
                    <a:pt x="434" y="6019"/>
                  </a:lnTo>
                  <a:cubicBezTo>
                    <a:pt x="0" y="6145"/>
                    <a:pt x="14" y="6768"/>
                    <a:pt x="456" y="6874"/>
                  </a:cubicBezTo>
                  <a:lnTo>
                    <a:pt x="21392" y="11796"/>
                  </a:lnTo>
                  <a:cubicBezTo>
                    <a:pt x="21542" y="11834"/>
                    <a:pt x="21696" y="11852"/>
                    <a:pt x="21849" y="11852"/>
                  </a:cubicBezTo>
                  <a:cubicBezTo>
                    <a:pt x="22038" y="11852"/>
                    <a:pt x="22226" y="11825"/>
                    <a:pt x="22407" y="11775"/>
                  </a:cubicBezTo>
                  <a:lnTo>
                    <a:pt x="43212" y="6355"/>
                  </a:lnTo>
                  <a:cubicBezTo>
                    <a:pt x="43652" y="6229"/>
                    <a:pt x="43639" y="5605"/>
                    <a:pt x="43197" y="5501"/>
                  </a:cubicBezTo>
                  <a:lnTo>
                    <a:pt x="22261" y="53"/>
                  </a:lnTo>
                  <a:cubicBezTo>
                    <a:pt x="22110" y="18"/>
                    <a:pt x="21958" y="1"/>
                    <a:pt x="2180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6" name="Google Shape;936;p6"/>
            <p:cNvSpPr/>
            <p:nvPr/>
          </p:nvSpPr>
          <p:spPr>
            <a:xfrm>
              <a:off x="2383590" y="3647606"/>
              <a:ext cx="585621" cy="323392"/>
            </a:xfrm>
            <a:custGeom>
              <a:avLst/>
              <a:gdLst/>
              <a:ahLst/>
              <a:cxnLst/>
              <a:rect l="l" t="t" r="r" b="b"/>
              <a:pathLst>
                <a:path w="18920" h="10448" extrusionOk="0">
                  <a:moveTo>
                    <a:pt x="138" y="1"/>
                  </a:moveTo>
                  <a:cubicBezTo>
                    <a:pt x="69" y="1"/>
                    <a:pt x="13" y="49"/>
                    <a:pt x="7" y="119"/>
                  </a:cubicBezTo>
                  <a:cubicBezTo>
                    <a:pt x="0" y="190"/>
                    <a:pt x="49" y="254"/>
                    <a:pt x="120" y="260"/>
                  </a:cubicBezTo>
                  <a:cubicBezTo>
                    <a:pt x="4467" y="778"/>
                    <a:pt x="12934" y="1976"/>
                    <a:pt x="13851" y="2801"/>
                  </a:cubicBezTo>
                  <a:cubicBezTo>
                    <a:pt x="14236" y="3159"/>
                    <a:pt x="14593" y="4126"/>
                    <a:pt x="14999" y="5253"/>
                  </a:cubicBezTo>
                  <a:cubicBezTo>
                    <a:pt x="15784" y="7438"/>
                    <a:pt x="16764" y="10160"/>
                    <a:pt x="18767" y="10448"/>
                  </a:cubicBezTo>
                  <a:lnTo>
                    <a:pt x="18787" y="10448"/>
                  </a:lnTo>
                  <a:cubicBezTo>
                    <a:pt x="18851" y="10448"/>
                    <a:pt x="18906" y="10406"/>
                    <a:pt x="18913" y="10344"/>
                  </a:cubicBezTo>
                  <a:cubicBezTo>
                    <a:pt x="18920" y="10266"/>
                    <a:pt x="18871" y="10202"/>
                    <a:pt x="18801" y="10189"/>
                  </a:cubicBezTo>
                  <a:cubicBezTo>
                    <a:pt x="16960" y="9923"/>
                    <a:pt x="16008" y="7283"/>
                    <a:pt x="15245" y="5169"/>
                  </a:cubicBezTo>
                  <a:cubicBezTo>
                    <a:pt x="14824" y="4006"/>
                    <a:pt x="14460" y="3005"/>
                    <a:pt x="14026" y="2613"/>
                  </a:cubicBezTo>
                  <a:cubicBezTo>
                    <a:pt x="12821" y="1521"/>
                    <a:pt x="666" y="64"/>
                    <a:pt x="155" y="2"/>
                  </a:cubicBezTo>
                  <a:cubicBezTo>
                    <a:pt x="149" y="1"/>
                    <a:pt x="144" y="1"/>
                    <a:pt x="13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7" name="Google Shape;937;p6"/>
            <p:cNvSpPr/>
            <p:nvPr/>
          </p:nvSpPr>
          <p:spPr>
            <a:xfrm>
              <a:off x="2997995" y="3993189"/>
              <a:ext cx="115143" cy="116536"/>
            </a:xfrm>
            <a:custGeom>
              <a:avLst/>
              <a:gdLst/>
              <a:ahLst/>
              <a:cxnLst/>
              <a:rect l="l" t="t" r="r" b="b"/>
              <a:pathLst>
                <a:path w="3720" h="3765" extrusionOk="0">
                  <a:moveTo>
                    <a:pt x="112" y="0"/>
                  </a:moveTo>
                  <a:cubicBezTo>
                    <a:pt x="104" y="0"/>
                    <a:pt x="94" y="1"/>
                    <a:pt x="85" y="4"/>
                  </a:cubicBezTo>
                  <a:cubicBezTo>
                    <a:pt x="36" y="12"/>
                    <a:pt x="1" y="68"/>
                    <a:pt x="16" y="116"/>
                  </a:cubicBezTo>
                  <a:cubicBezTo>
                    <a:pt x="29" y="187"/>
                    <a:pt x="436" y="1748"/>
                    <a:pt x="3552" y="3751"/>
                  </a:cubicBezTo>
                  <a:cubicBezTo>
                    <a:pt x="3572" y="3758"/>
                    <a:pt x="3587" y="3765"/>
                    <a:pt x="3607" y="3765"/>
                  </a:cubicBezTo>
                  <a:cubicBezTo>
                    <a:pt x="3643" y="3765"/>
                    <a:pt x="3671" y="3751"/>
                    <a:pt x="3691" y="3716"/>
                  </a:cubicBezTo>
                  <a:cubicBezTo>
                    <a:pt x="3720" y="3674"/>
                    <a:pt x="3706" y="3610"/>
                    <a:pt x="3656" y="3583"/>
                  </a:cubicBezTo>
                  <a:cubicBezTo>
                    <a:pt x="618" y="1635"/>
                    <a:pt x="204" y="88"/>
                    <a:pt x="204" y="74"/>
                  </a:cubicBezTo>
                  <a:cubicBezTo>
                    <a:pt x="193" y="28"/>
                    <a:pt x="157" y="0"/>
                    <a:pt x="11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8" name="Google Shape;938;p6"/>
            <p:cNvSpPr/>
            <p:nvPr/>
          </p:nvSpPr>
          <p:spPr>
            <a:xfrm>
              <a:off x="3006909" y="3969511"/>
              <a:ext cx="160458" cy="29683"/>
            </a:xfrm>
            <a:custGeom>
              <a:avLst/>
              <a:gdLst/>
              <a:ahLst/>
              <a:cxnLst/>
              <a:rect l="l" t="t" r="r" b="b"/>
              <a:pathLst>
                <a:path w="5184" h="959" extrusionOk="0">
                  <a:moveTo>
                    <a:pt x="1358" y="1"/>
                  </a:moveTo>
                  <a:cubicBezTo>
                    <a:pt x="506" y="1"/>
                    <a:pt x="103" y="174"/>
                    <a:pt x="71" y="189"/>
                  </a:cubicBezTo>
                  <a:cubicBezTo>
                    <a:pt x="22" y="209"/>
                    <a:pt x="0" y="264"/>
                    <a:pt x="22" y="315"/>
                  </a:cubicBezTo>
                  <a:cubicBezTo>
                    <a:pt x="37" y="351"/>
                    <a:pt x="72" y="371"/>
                    <a:pt x="109" y="371"/>
                  </a:cubicBezTo>
                  <a:cubicBezTo>
                    <a:pt x="122" y="371"/>
                    <a:pt x="135" y="369"/>
                    <a:pt x="148" y="364"/>
                  </a:cubicBezTo>
                  <a:cubicBezTo>
                    <a:pt x="155" y="360"/>
                    <a:pt x="536" y="201"/>
                    <a:pt x="1352" y="201"/>
                  </a:cubicBezTo>
                  <a:cubicBezTo>
                    <a:pt x="2149" y="201"/>
                    <a:pt x="3360" y="353"/>
                    <a:pt x="5042" y="952"/>
                  </a:cubicBezTo>
                  <a:cubicBezTo>
                    <a:pt x="5049" y="959"/>
                    <a:pt x="5064" y="959"/>
                    <a:pt x="5070" y="959"/>
                  </a:cubicBezTo>
                  <a:cubicBezTo>
                    <a:pt x="5112" y="959"/>
                    <a:pt x="5148" y="930"/>
                    <a:pt x="5161" y="895"/>
                  </a:cubicBezTo>
                  <a:cubicBezTo>
                    <a:pt x="5183" y="846"/>
                    <a:pt x="5154" y="790"/>
                    <a:pt x="5106" y="769"/>
                  </a:cubicBezTo>
                  <a:cubicBezTo>
                    <a:pt x="3400" y="160"/>
                    <a:pt x="2174" y="1"/>
                    <a:pt x="135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9" name="Google Shape;939;p6"/>
            <p:cNvSpPr/>
            <p:nvPr/>
          </p:nvSpPr>
          <p:spPr>
            <a:xfrm>
              <a:off x="3001276" y="3994830"/>
              <a:ext cx="121396" cy="106879"/>
            </a:xfrm>
            <a:custGeom>
              <a:avLst/>
              <a:gdLst/>
              <a:ahLst/>
              <a:cxnLst/>
              <a:rect l="l" t="t" r="r" b="b"/>
              <a:pathLst>
                <a:path w="3922" h="3453" extrusionOk="0">
                  <a:moveTo>
                    <a:pt x="111" y="0"/>
                  </a:moveTo>
                  <a:cubicBezTo>
                    <a:pt x="94" y="0"/>
                    <a:pt x="77" y="5"/>
                    <a:pt x="63" y="15"/>
                  </a:cubicBezTo>
                  <a:cubicBezTo>
                    <a:pt x="14" y="35"/>
                    <a:pt x="1" y="99"/>
                    <a:pt x="29" y="141"/>
                  </a:cubicBezTo>
                  <a:cubicBezTo>
                    <a:pt x="63" y="211"/>
                    <a:pt x="1016" y="1863"/>
                    <a:pt x="3760" y="3438"/>
                  </a:cubicBezTo>
                  <a:cubicBezTo>
                    <a:pt x="3775" y="3453"/>
                    <a:pt x="3789" y="3453"/>
                    <a:pt x="3811" y="3453"/>
                  </a:cubicBezTo>
                  <a:cubicBezTo>
                    <a:pt x="3837" y="3453"/>
                    <a:pt x="3873" y="3438"/>
                    <a:pt x="3895" y="3404"/>
                  </a:cubicBezTo>
                  <a:cubicBezTo>
                    <a:pt x="3921" y="3362"/>
                    <a:pt x="3901" y="3298"/>
                    <a:pt x="3859" y="3270"/>
                  </a:cubicBezTo>
                  <a:cubicBezTo>
                    <a:pt x="1164" y="1724"/>
                    <a:pt x="204" y="63"/>
                    <a:pt x="197" y="50"/>
                  </a:cubicBezTo>
                  <a:cubicBezTo>
                    <a:pt x="179" y="18"/>
                    <a:pt x="144" y="0"/>
                    <a:pt x="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0" name="Google Shape;940;p6"/>
            <p:cNvSpPr/>
            <p:nvPr/>
          </p:nvSpPr>
          <p:spPr>
            <a:xfrm>
              <a:off x="3004092" y="3993066"/>
              <a:ext cx="128360" cy="99543"/>
            </a:xfrm>
            <a:custGeom>
              <a:avLst/>
              <a:gdLst/>
              <a:ahLst/>
              <a:cxnLst/>
              <a:rect l="l" t="t" r="r" b="b"/>
              <a:pathLst>
                <a:path w="4147" h="3216" extrusionOk="0">
                  <a:moveTo>
                    <a:pt x="106" y="0"/>
                  </a:moveTo>
                  <a:cubicBezTo>
                    <a:pt x="83" y="0"/>
                    <a:pt x="61" y="7"/>
                    <a:pt x="43" y="23"/>
                  </a:cubicBezTo>
                  <a:cubicBezTo>
                    <a:pt x="7" y="58"/>
                    <a:pt x="1" y="120"/>
                    <a:pt x="36" y="162"/>
                  </a:cubicBezTo>
                  <a:cubicBezTo>
                    <a:pt x="49" y="176"/>
                    <a:pt x="1493" y="1913"/>
                    <a:pt x="3992" y="3201"/>
                  </a:cubicBezTo>
                  <a:cubicBezTo>
                    <a:pt x="4005" y="3209"/>
                    <a:pt x="4020" y="3216"/>
                    <a:pt x="4034" y="3216"/>
                  </a:cubicBezTo>
                  <a:cubicBezTo>
                    <a:pt x="4069" y="3216"/>
                    <a:pt x="4104" y="3194"/>
                    <a:pt x="4118" y="3159"/>
                  </a:cubicBezTo>
                  <a:cubicBezTo>
                    <a:pt x="4146" y="3110"/>
                    <a:pt x="4125" y="3054"/>
                    <a:pt x="4076" y="3033"/>
                  </a:cubicBezTo>
                  <a:cubicBezTo>
                    <a:pt x="1619" y="1759"/>
                    <a:pt x="197" y="58"/>
                    <a:pt x="182" y="36"/>
                  </a:cubicBezTo>
                  <a:cubicBezTo>
                    <a:pt x="163" y="12"/>
                    <a:pt x="134"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1" name="Google Shape;941;p6"/>
            <p:cNvSpPr/>
            <p:nvPr/>
          </p:nvSpPr>
          <p:spPr>
            <a:xfrm>
              <a:off x="3007095" y="3986504"/>
              <a:ext cx="144641" cy="73605"/>
            </a:xfrm>
            <a:custGeom>
              <a:avLst/>
              <a:gdLst/>
              <a:ahLst/>
              <a:cxnLst/>
              <a:rect l="l" t="t" r="r" b="b"/>
              <a:pathLst>
                <a:path w="4673" h="2378" extrusionOk="0">
                  <a:moveTo>
                    <a:pt x="117" y="1"/>
                  </a:moveTo>
                  <a:cubicBezTo>
                    <a:pt x="80" y="1"/>
                    <a:pt x="45" y="17"/>
                    <a:pt x="30" y="52"/>
                  </a:cubicBezTo>
                  <a:cubicBezTo>
                    <a:pt x="1" y="102"/>
                    <a:pt x="23" y="157"/>
                    <a:pt x="72" y="186"/>
                  </a:cubicBezTo>
                  <a:lnTo>
                    <a:pt x="4518" y="2371"/>
                  </a:lnTo>
                  <a:cubicBezTo>
                    <a:pt x="4532" y="2377"/>
                    <a:pt x="4547" y="2377"/>
                    <a:pt x="4560" y="2377"/>
                  </a:cubicBezTo>
                  <a:cubicBezTo>
                    <a:pt x="4596" y="2377"/>
                    <a:pt x="4631" y="2356"/>
                    <a:pt x="4651" y="2320"/>
                  </a:cubicBezTo>
                  <a:cubicBezTo>
                    <a:pt x="4673" y="2272"/>
                    <a:pt x="4651" y="2216"/>
                    <a:pt x="4602" y="2194"/>
                  </a:cubicBezTo>
                  <a:lnTo>
                    <a:pt x="162" y="10"/>
                  </a:lnTo>
                  <a:cubicBezTo>
                    <a:pt x="148" y="4"/>
                    <a:pt x="132" y="1"/>
                    <a:pt x="11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2" name="Google Shape;942;p6"/>
            <p:cNvSpPr/>
            <p:nvPr/>
          </p:nvSpPr>
          <p:spPr>
            <a:xfrm>
              <a:off x="3006290" y="3988732"/>
              <a:ext cx="139998" cy="82612"/>
            </a:xfrm>
            <a:custGeom>
              <a:avLst/>
              <a:gdLst/>
              <a:ahLst/>
              <a:cxnLst/>
              <a:rect l="l" t="t" r="r" b="b"/>
              <a:pathLst>
                <a:path w="4523" h="2669" extrusionOk="0">
                  <a:moveTo>
                    <a:pt x="106" y="0"/>
                  </a:moveTo>
                  <a:cubicBezTo>
                    <a:pt x="77" y="0"/>
                    <a:pt x="47" y="13"/>
                    <a:pt x="27" y="37"/>
                  </a:cubicBezTo>
                  <a:cubicBezTo>
                    <a:pt x="0" y="79"/>
                    <a:pt x="7" y="141"/>
                    <a:pt x="49" y="176"/>
                  </a:cubicBezTo>
                  <a:cubicBezTo>
                    <a:pt x="750" y="736"/>
                    <a:pt x="4215" y="2578"/>
                    <a:pt x="4363" y="2655"/>
                  </a:cubicBezTo>
                  <a:cubicBezTo>
                    <a:pt x="4376" y="2662"/>
                    <a:pt x="4396" y="2668"/>
                    <a:pt x="4412" y="2668"/>
                  </a:cubicBezTo>
                  <a:cubicBezTo>
                    <a:pt x="4447" y="2668"/>
                    <a:pt x="4480" y="2648"/>
                    <a:pt x="4496" y="2613"/>
                  </a:cubicBezTo>
                  <a:cubicBezTo>
                    <a:pt x="4522" y="2564"/>
                    <a:pt x="4502" y="2509"/>
                    <a:pt x="4454" y="2480"/>
                  </a:cubicBezTo>
                  <a:cubicBezTo>
                    <a:pt x="4418" y="2467"/>
                    <a:pt x="861" y="576"/>
                    <a:pt x="168" y="22"/>
                  </a:cubicBezTo>
                  <a:cubicBezTo>
                    <a:pt x="150" y="7"/>
                    <a:pt x="128"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3" name="Google Shape;943;p6"/>
            <p:cNvSpPr/>
            <p:nvPr/>
          </p:nvSpPr>
          <p:spPr>
            <a:xfrm>
              <a:off x="3000192" y="3988639"/>
              <a:ext cx="140462" cy="94003"/>
            </a:xfrm>
            <a:custGeom>
              <a:avLst/>
              <a:gdLst/>
              <a:ahLst/>
              <a:cxnLst/>
              <a:rect l="l" t="t" r="r" b="b"/>
              <a:pathLst>
                <a:path w="4538" h="3037" extrusionOk="0">
                  <a:moveTo>
                    <a:pt x="111" y="0"/>
                  </a:moveTo>
                  <a:cubicBezTo>
                    <a:pt x="87" y="0"/>
                    <a:pt x="62" y="9"/>
                    <a:pt x="42" y="25"/>
                  </a:cubicBezTo>
                  <a:cubicBezTo>
                    <a:pt x="0" y="60"/>
                    <a:pt x="0" y="124"/>
                    <a:pt x="36" y="166"/>
                  </a:cubicBezTo>
                  <a:cubicBezTo>
                    <a:pt x="932" y="1132"/>
                    <a:pt x="4237" y="2945"/>
                    <a:pt x="4383" y="3023"/>
                  </a:cubicBezTo>
                  <a:cubicBezTo>
                    <a:pt x="4398" y="3029"/>
                    <a:pt x="4412" y="3036"/>
                    <a:pt x="4425" y="3036"/>
                  </a:cubicBezTo>
                  <a:cubicBezTo>
                    <a:pt x="4461" y="3036"/>
                    <a:pt x="4496" y="3016"/>
                    <a:pt x="4509" y="2987"/>
                  </a:cubicBezTo>
                  <a:cubicBezTo>
                    <a:pt x="4538" y="2939"/>
                    <a:pt x="4524" y="2875"/>
                    <a:pt x="4476" y="2855"/>
                  </a:cubicBezTo>
                  <a:cubicBezTo>
                    <a:pt x="4440" y="2833"/>
                    <a:pt x="1051" y="977"/>
                    <a:pt x="182" y="33"/>
                  </a:cubicBezTo>
                  <a:cubicBezTo>
                    <a:pt x="164" y="11"/>
                    <a:pt x="138" y="0"/>
                    <a:pt x="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4" name="Google Shape;944;p6"/>
            <p:cNvSpPr/>
            <p:nvPr/>
          </p:nvSpPr>
          <p:spPr>
            <a:xfrm>
              <a:off x="3010376" y="3975825"/>
              <a:ext cx="156496" cy="35688"/>
            </a:xfrm>
            <a:custGeom>
              <a:avLst/>
              <a:gdLst/>
              <a:ahLst/>
              <a:cxnLst/>
              <a:rect l="l" t="t" r="r" b="b"/>
              <a:pathLst>
                <a:path w="5056" h="1153" extrusionOk="0">
                  <a:moveTo>
                    <a:pt x="670" y="0"/>
                  </a:moveTo>
                  <a:cubicBezTo>
                    <a:pt x="316" y="0"/>
                    <a:pt x="116" y="29"/>
                    <a:pt x="92" y="34"/>
                  </a:cubicBezTo>
                  <a:cubicBezTo>
                    <a:pt x="36" y="40"/>
                    <a:pt x="1" y="89"/>
                    <a:pt x="8" y="138"/>
                  </a:cubicBezTo>
                  <a:cubicBezTo>
                    <a:pt x="14" y="190"/>
                    <a:pt x="55" y="223"/>
                    <a:pt x="106" y="223"/>
                  </a:cubicBezTo>
                  <a:cubicBezTo>
                    <a:pt x="111" y="223"/>
                    <a:pt x="115" y="222"/>
                    <a:pt x="120" y="222"/>
                  </a:cubicBezTo>
                  <a:cubicBezTo>
                    <a:pt x="124" y="222"/>
                    <a:pt x="302" y="198"/>
                    <a:pt x="629" y="198"/>
                  </a:cubicBezTo>
                  <a:cubicBezTo>
                    <a:pt x="1377" y="198"/>
                    <a:pt x="2902" y="323"/>
                    <a:pt x="4910" y="1146"/>
                  </a:cubicBezTo>
                  <a:cubicBezTo>
                    <a:pt x="4916" y="1153"/>
                    <a:pt x="4930" y="1153"/>
                    <a:pt x="4945" y="1153"/>
                  </a:cubicBezTo>
                  <a:cubicBezTo>
                    <a:pt x="4979" y="1153"/>
                    <a:pt x="5021" y="1133"/>
                    <a:pt x="5036" y="1097"/>
                  </a:cubicBezTo>
                  <a:cubicBezTo>
                    <a:pt x="5056" y="1049"/>
                    <a:pt x="5029" y="993"/>
                    <a:pt x="4979" y="971"/>
                  </a:cubicBezTo>
                  <a:cubicBezTo>
                    <a:pt x="2967" y="138"/>
                    <a:pt x="1448" y="0"/>
                    <a:pt x="67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5" name="Google Shape;945;p6"/>
            <p:cNvSpPr/>
            <p:nvPr/>
          </p:nvSpPr>
          <p:spPr>
            <a:xfrm>
              <a:off x="3010809" y="3979880"/>
              <a:ext cx="154763" cy="45129"/>
            </a:xfrm>
            <a:custGeom>
              <a:avLst/>
              <a:gdLst/>
              <a:ahLst/>
              <a:cxnLst/>
              <a:rect l="l" t="t" r="r" b="b"/>
              <a:pathLst>
                <a:path w="5000" h="1458" extrusionOk="0">
                  <a:moveTo>
                    <a:pt x="106" y="0"/>
                  </a:moveTo>
                  <a:cubicBezTo>
                    <a:pt x="49" y="0"/>
                    <a:pt x="7" y="42"/>
                    <a:pt x="0" y="98"/>
                  </a:cubicBezTo>
                  <a:cubicBezTo>
                    <a:pt x="0" y="148"/>
                    <a:pt x="42" y="197"/>
                    <a:pt x="99" y="197"/>
                  </a:cubicBezTo>
                  <a:cubicBezTo>
                    <a:pt x="120" y="197"/>
                    <a:pt x="2340" y="281"/>
                    <a:pt x="4847" y="1450"/>
                  </a:cubicBezTo>
                  <a:cubicBezTo>
                    <a:pt x="4860" y="1457"/>
                    <a:pt x="4874" y="1457"/>
                    <a:pt x="4889" y="1457"/>
                  </a:cubicBezTo>
                  <a:cubicBezTo>
                    <a:pt x="4923" y="1457"/>
                    <a:pt x="4958" y="1435"/>
                    <a:pt x="4980" y="1400"/>
                  </a:cubicBezTo>
                  <a:cubicBezTo>
                    <a:pt x="5000" y="1351"/>
                    <a:pt x="4980" y="1296"/>
                    <a:pt x="4931" y="1274"/>
                  </a:cubicBezTo>
                  <a:cubicBezTo>
                    <a:pt x="2388" y="84"/>
                    <a:pt x="126"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6" name="Google Shape;946;p6"/>
            <p:cNvSpPr/>
            <p:nvPr/>
          </p:nvSpPr>
          <p:spPr>
            <a:xfrm>
              <a:off x="3008426" y="3984337"/>
              <a:ext cx="148727" cy="64691"/>
            </a:xfrm>
            <a:custGeom>
              <a:avLst/>
              <a:gdLst/>
              <a:ahLst/>
              <a:cxnLst/>
              <a:rect l="l" t="t" r="r" b="b"/>
              <a:pathLst>
                <a:path w="4805" h="2090" extrusionOk="0">
                  <a:moveTo>
                    <a:pt x="108" y="0"/>
                  </a:moveTo>
                  <a:cubicBezTo>
                    <a:pt x="63" y="0"/>
                    <a:pt x="26" y="32"/>
                    <a:pt x="15" y="73"/>
                  </a:cubicBezTo>
                  <a:cubicBezTo>
                    <a:pt x="0" y="130"/>
                    <a:pt x="29" y="179"/>
                    <a:pt x="84" y="192"/>
                  </a:cubicBezTo>
                  <a:cubicBezTo>
                    <a:pt x="946" y="402"/>
                    <a:pt x="4615" y="2063"/>
                    <a:pt x="4657" y="2076"/>
                  </a:cubicBezTo>
                  <a:cubicBezTo>
                    <a:pt x="4672" y="2083"/>
                    <a:pt x="4679" y="2089"/>
                    <a:pt x="4692" y="2089"/>
                  </a:cubicBezTo>
                  <a:cubicBezTo>
                    <a:pt x="4734" y="2089"/>
                    <a:pt x="4769" y="2069"/>
                    <a:pt x="4783" y="2034"/>
                  </a:cubicBezTo>
                  <a:cubicBezTo>
                    <a:pt x="4805" y="1985"/>
                    <a:pt x="4783" y="1921"/>
                    <a:pt x="4734" y="1901"/>
                  </a:cubicBezTo>
                  <a:cubicBezTo>
                    <a:pt x="4579" y="1831"/>
                    <a:pt x="1008" y="214"/>
                    <a:pt x="134" y="4"/>
                  </a:cubicBezTo>
                  <a:cubicBezTo>
                    <a:pt x="125" y="2"/>
                    <a:pt x="116" y="0"/>
                    <a:pt x="10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7" name="Google Shape;947;p6"/>
            <p:cNvSpPr/>
            <p:nvPr/>
          </p:nvSpPr>
          <p:spPr>
            <a:xfrm>
              <a:off x="3004990" y="3979632"/>
              <a:ext cx="157796" cy="58160"/>
            </a:xfrm>
            <a:custGeom>
              <a:avLst/>
              <a:gdLst/>
              <a:ahLst/>
              <a:cxnLst/>
              <a:rect l="l" t="t" r="r" b="b"/>
              <a:pathLst>
                <a:path w="5098" h="1879" extrusionOk="0">
                  <a:moveTo>
                    <a:pt x="94" y="1"/>
                  </a:moveTo>
                  <a:cubicBezTo>
                    <a:pt x="49" y="1"/>
                    <a:pt x="6" y="40"/>
                    <a:pt x="0" y="85"/>
                  </a:cubicBezTo>
                  <a:cubicBezTo>
                    <a:pt x="0" y="141"/>
                    <a:pt x="35" y="190"/>
                    <a:pt x="91" y="190"/>
                  </a:cubicBezTo>
                  <a:cubicBezTo>
                    <a:pt x="1371" y="302"/>
                    <a:pt x="4909" y="1850"/>
                    <a:pt x="4943" y="1863"/>
                  </a:cubicBezTo>
                  <a:cubicBezTo>
                    <a:pt x="4958" y="1870"/>
                    <a:pt x="4971" y="1879"/>
                    <a:pt x="4985" y="1879"/>
                  </a:cubicBezTo>
                  <a:cubicBezTo>
                    <a:pt x="5020" y="1879"/>
                    <a:pt x="5055" y="1850"/>
                    <a:pt x="5077" y="1815"/>
                  </a:cubicBezTo>
                  <a:cubicBezTo>
                    <a:pt x="5097" y="1766"/>
                    <a:pt x="5077" y="1710"/>
                    <a:pt x="5027" y="1689"/>
                  </a:cubicBezTo>
                  <a:cubicBezTo>
                    <a:pt x="4880" y="1626"/>
                    <a:pt x="1422" y="114"/>
                    <a:pt x="104" y="1"/>
                  </a:cubicBezTo>
                  <a:cubicBezTo>
                    <a:pt x="101" y="1"/>
                    <a:pt x="97" y="1"/>
                    <a:pt x="9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8" name="Google Shape;948;p6"/>
            <p:cNvSpPr/>
            <p:nvPr/>
          </p:nvSpPr>
          <p:spPr>
            <a:xfrm>
              <a:off x="2959459" y="3954406"/>
              <a:ext cx="66145" cy="57788"/>
            </a:xfrm>
            <a:custGeom>
              <a:avLst/>
              <a:gdLst/>
              <a:ahLst/>
              <a:cxnLst/>
              <a:rect l="l" t="t" r="r" b="b"/>
              <a:pathLst>
                <a:path w="2137" h="1867" extrusionOk="0">
                  <a:moveTo>
                    <a:pt x="839" y="0"/>
                  </a:moveTo>
                  <a:cubicBezTo>
                    <a:pt x="569" y="0"/>
                    <a:pt x="307" y="150"/>
                    <a:pt x="182" y="410"/>
                  </a:cubicBezTo>
                  <a:cubicBezTo>
                    <a:pt x="1" y="768"/>
                    <a:pt x="154" y="1208"/>
                    <a:pt x="512" y="1391"/>
                  </a:cubicBezTo>
                  <a:lnTo>
                    <a:pt x="1491" y="1867"/>
                  </a:lnTo>
                  <a:cubicBezTo>
                    <a:pt x="1491" y="1867"/>
                    <a:pt x="2128" y="1307"/>
                    <a:pt x="2137" y="558"/>
                  </a:cubicBezTo>
                  <a:lnTo>
                    <a:pt x="1155" y="74"/>
                  </a:lnTo>
                  <a:cubicBezTo>
                    <a:pt x="1054" y="24"/>
                    <a:pt x="946" y="0"/>
                    <a:pt x="83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9" name="Google Shape;949;p6"/>
            <p:cNvSpPr/>
            <p:nvPr/>
          </p:nvSpPr>
          <p:spPr>
            <a:xfrm>
              <a:off x="2348057" y="3629437"/>
              <a:ext cx="111615" cy="42250"/>
            </a:xfrm>
            <a:custGeom>
              <a:avLst/>
              <a:gdLst/>
              <a:ahLst/>
              <a:cxnLst/>
              <a:rect l="l" t="t" r="r" b="b"/>
              <a:pathLst>
                <a:path w="3606" h="1365" extrusionOk="0">
                  <a:moveTo>
                    <a:pt x="1807" y="0"/>
                  </a:moveTo>
                  <a:cubicBezTo>
                    <a:pt x="812" y="0"/>
                    <a:pt x="1" y="301"/>
                    <a:pt x="1" y="679"/>
                  </a:cubicBezTo>
                  <a:cubicBezTo>
                    <a:pt x="1" y="1057"/>
                    <a:pt x="812" y="1365"/>
                    <a:pt x="1807" y="1365"/>
                  </a:cubicBezTo>
                  <a:cubicBezTo>
                    <a:pt x="2800" y="1365"/>
                    <a:pt x="3605" y="1057"/>
                    <a:pt x="3605" y="679"/>
                  </a:cubicBezTo>
                  <a:cubicBezTo>
                    <a:pt x="3605" y="301"/>
                    <a:pt x="2800" y="0"/>
                    <a:pt x="180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50" name="Google Shape;950;p6"/>
          <p:cNvGrpSpPr/>
          <p:nvPr/>
        </p:nvGrpSpPr>
        <p:grpSpPr>
          <a:xfrm>
            <a:off x="7700903" y="535008"/>
            <a:ext cx="727989" cy="480902"/>
            <a:chOff x="5058526" y="1125268"/>
            <a:chExt cx="549716" cy="363164"/>
          </a:xfrm>
        </p:grpSpPr>
        <p:sp>
          <p:nvSpPr>
            <p:cNvPr id="951" name="Google Shape;951;p6"/>
            <p:cNvSpPr/>
            <p:nvPr/>
          </p:nvSpPr>
          <p:spPr>
            <a:xfrm>
              <a:off x="5058526" y="1125268"/>
              <a:ext cx="549716" cy="279625"/>
            </a:xfrm>
            <a:custGeom>
              <a:avLst/>
              <a:gdLst/>
              <a:ahLst/>
              <a:cxnLst/>
              <a:rect l="l" t="t" r="r" b="b"/>
              <a:pathLst>
                <a:path w="17760" h="9034" extrusionOk="0">
                  <a:moveTo>
                    <a:pt x="4517" y="0"/>
                  </a:moveTo>
                  <a:cubicBezTo>
                    <a:pt x="2038" y="0"/>
                    <a:pt x="1" y="2031"/>
                    <a:pt x="1" y="4516"/>
                  </a:cubicBezTo>
                  <a:cubicBezTo>
                    <a:pt x="1" y="7003"/>
                    <a:pt x="2038" y="9033"/>
                    <a:pt x="4517" y="9033"/>
                  </a:cubicBezTo>
                  <a:lnTo>
                    <a:pt x="13242" y="9033"/>
                  </a:lnTo>
                  <a:cubicBezTo>
                    <a:pt x="15727" y="9033"/>
                    <a:pt x="17759" y="7003"/>
                    <a:pt x="17759" y="4516"/>
                  </a:cubicBezTo>
                  <a:cubicBezTo>
                    <a:pt x="17759" y="2031"/>
                    <a:pt x="15727" y="0"/>
                    <a:pt x="1324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2" name="Google Shape;952;p6"/>
            <p:cNvSpPr/>
            <p:nvPr/>
          </p:nvSpPr>
          <p:spPr>
            <a:xfrm>
              <a:off x="5353534" y="1404860"/>
              <a:ext cx="106972" cy="83572"/>
            </a:xfrm>
            <a:custGeom>
              <a:avLst/>
              <a:gdLst/>
              <a:ahLst/>
              <a:cxnLst/>
              <a:rect l="l" t="t" r="r" b="b"/>
              <a:pathLst>
                <a:path w="3456" h="2700" extrusionOk="0">
                  <a:moveTo>
                    <a:pt x="0" y="0"/>
                  </a:moveTo>
                  <a:cubicBezTo>
                    <a:pt x="0" y="0"/>
                    <a:pt x="147" y="2276"/>
                    <a:pt x="2955" y="2696"/>
                  </a:cubicBezTo>
                  <a:cubicBezTo>
                    <a:pt x="2972" y="2698"/>
                    <a:pt x="2988" y="2699"/>
                    <a:pt x="3005" y="2699"/>
                  </a:cubicBezTo>
                  <a:cubicBezTo>
                    <a:pt x="3278" y="2699"/>
                    <a:pt x="3455" y="2381"/>
                    <a:pt x="3284" y="2150"/>
                  </a:cubicBezTo>
                  <a:cubicBezTo>
                    <a:pt x="2955" y="1694"/>
                    <a:pt x="2640" y="987"/>
                    <a:pt x="275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3" name="Google Shape;953;p6"/>
            <p:cNvSpPr/>
            <p:nvPr/>
          </p:nvSpPr>
          <p:spPr>
            <a:xfrm>
              <a:off x="5278938" y="1204599"/>
              <a:ext cx="108860" cy="103381"/>
            </a:xfrm>
            <a:custGeom>
              <a:avLst/>
              <a:gdLst/>
              <a:ahLst/>
              <a:cxnLst/>
              <a:rect l="l" t="t" r="r" b="b"/>
              <a:pathLst>
                <a:path w="3517" h="3340" extrusionOk="0">
                  <a:moveTo>
                    <a:pt x="1758" y="0"/>
                  </a:moveTo>
                  <a:lnTo>
                    <a:pt x="1219" y="1099"/>
                  </a:lnTo>
                  <a:lnTo>
                    <a:pt x="0" y="1274"/>
                  </a:lnTo>
                  <a:lnTo>
                    <a:pt x="883" y="2130"/>
                  </a:lnTo>
                  <a:lnTo>
                    <a:pt x="673" y="3339"/>
                  </a:lnTo>
                  <a:lnTo>
                    <a:pt x="673" y="3339"/>
                  </a:lnTo>
                  <a:lnTo>
                    <a:pt x="1758" y="2766"/>
                  </a:lnTo>
                  <a:lnTo>
                    <a:pt x="2851" y="3339"/>
                  </a:lnTo>
                  <a:lnTo>
                    <a:pt x="2641" y="2130"/>
                  </a:lnTo>
                  <a:lnTo>
                    <a:pt x="3516" y="1274"/>
                  </a:lnTo>
                  <a:lnTo>
                    <a:pt x="2304" y="1099"/>
                  </a:lnTo>
                  <a:lnTo>
                    <a:pt x="175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4" name="Google Shape;954;p6"/>
            <p:cNvSpPr/>
            <p:nvPr/>
          </p:nvSpPr>
          <p:spPr>
            <a:xfrm>
              <a:off x="5417450" y="1204599"/>
              <a:ext cx="108860" cy="103381"/>
            </a:xfrm>
            <a:custGeom>
              <a:avLst/>
              <a:gdLst/>
              <a:ahLst/>
              <a:cxnLst/>
              <a:rect l="l" t="t" r="r" b="b"/>
              <a:pathLst>
                <a:path w="3517" h="3340" extrusionOk="0">
                  <a:moveTo>
                    <a:pt x="1759" y="0"/>
                  </a:moveTo>
                  <a:lnTo>
                    <a:pt x="1219" y="1099"/>
                  </a:lnTo>
                  <a:lnTo>
                    <a:pt x="1" y="1274"/>
                  </a:lnTo>
                  <a:lnTo>
                    <a:pt x="883" y="2130"/>
                  </a:lnTo>
                  <a:lnTo>
                    <a:pt x="673" y="3339"/>
                  </a:lnTo>
                  <a:lnTo>
                    <a:pt x="1759" y="2766"/>
                  </a:lnTo>
                  <a:lnTo>
                    <a:pt x="2844" y="3339"/>
                  </a:lnTo>
                  <a:lnTo>
                    <a:pt x="2641" y="2130"/>
                  </a:lnTo>
                  <a:lnTo>
                    <a:pt x="3516" y="1274"/>
                  </a:lnTo>
                  <a:lnTo>
                    <a:pt x="2305" y="1099"/>
                  </a:lnTo>
                  <a:lnTo>
                    <a:pt x="175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5" name="Google Shape;955;p6"/>
            <p:cNvSpPr/>
            <p:nvPr/>
          </p:nvSpPr>
          <p:spPr>
            <a:xfrm>
              <a:off x="5140457" y="1204599"/>
              <a:ext cx="109077" cy="103381"/>
            </a:xfrm>
            <a:custGeom>
              <a:avLst/>
              <a:gdLst/>
              <a:ahLst/>
              <a:cxnLst/>
              <a:rect l="l" t="t" r="r" b="b"/>
              <a:pathLst>
                <a:path w="3524" h="3340" extrusionOk="0">
                  <a:moveTo>
                    <a:pt x="1759" y="0"/>
                  </a:moveTo>
                  <a:lnTo>
                    <a:pt x="1219" y="1099"/>
                  </a:lnTo>
                  <a:lnTo>
                    <a:pt x="1" y="1274"/>
                  </a:lnTo>
                  <a:lnTo>
                    <a:pt x="883" y="2130"/>
                  </a:lnTo>
                  <a:lnTo>
                    <a:pt x="673" y="3339"/>
                  </a:lnTo>
                  <a:lnTo>
                    <a:pt x="1759" y="2766"/>
                  </a:lnTo>
                  <a:lnTo>
                    <a:pt x="2851" y="3339"/>
                  </a:lnTo>
                  <a:lnTo>
                    <a:pt x="2641" y="2130"/>
                  </a:lnTo>
                  <a:lnTo>
                    <a:pt x="3523" y="1274"/>
                  </a:lnTo>
                  <a:lnTo>
                    <a:pt x="2305" y="1099"/>
                  </a:lnTo>
                  <a:lnTo>
                    <a:pt x="175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7"/>
          <p:cNvSpPr txBox="1">
            <a:spLocks noGrp="1"/>
          </p:cNvSpPr>
          <p:nvPr>
            <p:ph type="title"/>
          </p:nvPr>
        </p:nvSpPr>
        <p:spPr>
          <a:xfrm>
            <a:off x="968195" y="-52628"/>
            <a:ext cx="6941635" cy="253588"/>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US" sz="2000">
                <a:latin typeface="Overlock" panose="02000506030000020004"/>
                <a:ea typeface="Overlock" panose="02000506030000020004"/>
                <a:cs typeface="Overlock" panose="02000506030000020004"/>
                <a:sym typeface="Overlock" panose="02000506030000020004"/>
              </a:rPr>
              <a:t>CO-PO MAPPING</a:t>
            </a:r>
            <a:endParaRPr sz="2000"/>
          </a:p>
        </p:txBody>
      </p:sp>
      <p:grpSp>
        <p:nvGrpSpPr>
          <p:cNvPr id="961" name="Google Shape;961;p7"/>
          <p:cNvGrpSpPr/>
          <p:nvPr/>
        </p:nvGrpSpPr>
        <p:grpSpPr>
          <a:xfrm>
            <a:off x="8416011" y="43062"/>
            <a:ext cx="727989" cy="480902"/>
            <a:chOff x="5058526" y="1125268"/>
            <a:chExt cx="549716" cy="363164"/>
          </a:xfrm>
        </p:grpSpPr>
        <p:sp>
          <p:nvSpPr>
            <p:cNvPr id="962" name="Google Shape;962;p7"/>
            <p:cNvSpPr/>
            <p:nvPr/>
          </p:nvSpPr>
          <p:spPr>
            <a:xfrm>
              <a:off x="5058526" y="1125268"/>
              <a:ext cx="549716" cy="279625"/>
            </a:xfrm>
            <a:custGeom>
              <a:avLst/>
              <a:gdLst/>
              <a:ahLst/>
              <a:cxnLst/>
              <a:rect l="l" t="t" r="r" b="b"/>
              <a:pathLst>
                <a:path w="17760" h="9034" extrusionOk="0">
                  <a:moveTo>
                    <a:pt x="4517" y="0"/>
                  </a:moveTo>
                  <a:cubicBezTo>
                    <a:pt x="2038" y="0"/>
                    <a:pt x="1" y="2031"/>
                    <a:pt x="1" y="4516"/>
                  </a:cubicBezTo>
                  <a:cubicBezTo>
                    <a:pt x="1" y="7003"/>
                    <a:pt x="2038" y="9033"/>
                    <a:pt x="4517" y="9033"/>
                  </a:cubicBezTo>
                  <a:lnTo>
                    <a:pt x="13242" y="9033"/>
                  </a:lnTo>
                  <a:cubicBezTo>
                    <a:pt x="15727" y="9033"/>
                    <a:pt x="17759" y="7003"/>
                    <a:pt x="17759" y="4516"/>
                  </a:cubicBezTo>
                  <a:cubicBezTo>
                    <a:pt x="17759" y="2031"/>
                    <a:pt x="15727" y="0"/>
                    <a:pt x="1324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3" name="Google Shape;963;p7"/>
            <p:cNvSpPr/>
            <p:nvPr/>
          </p:nvSpPr>
          <p:spPr>
            <a:xfrm>
              <a:off x="5353534" y="1404860"/>
              <a:ext cx="106972" cy="83572"/>
            </a:xfrm>
            <a:custGeom>
              <a:avLst/>
              <a:gdLst/>
              <a:ahLst/>
              <a:cxnLst/>
              <a:rect l="l" t="t" r="r" b="b"/>
              <a:pathLst>
                <a:path w="3456" h="2700" extrusionOk="0">
                  <a:moveTo>
                    <a:pt x="0" y="0"/>
                  </a:moveTo>
                  <a:cubicBezTo>
                    <a:pt x="0" y="0"/>
                    <a:pt x="147" y="2276"/>
                    <a:pt x="2955" y="2696"/>
                  </a:cubicBezTo>
                  <a:cubicBezTo>
                    <a:pt x="2972" y="2698"/>
                    <a:pt x="2988" y="2699"/>
                    <a:pt x="3005" y="2699"/>
                  </a:cubicBezTo>
                  <a:cubicBezTo>
                    <a:pt x="3278" y="2699"/>
                    <a:pt x="3455" y="2381"/>
                    <a:pt x="3284" y="2150"/>
                  </a:cubicBezTo>
                  <a:cubicBezTo>
                    <a:pt x="2955" y="1694"/>
                    <a:pt x="2640" y="987"/>
                    <a:pt x="275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4" name="Google Shape;964;p7"/>
            <p:cNvSpPr/>
            <p:nvPr/>
          </p:nvSpPr>
          <p:spPr>
            <a:xfrm>
              <a:off x="5278938" y="1204599"/>
              <a:ext cx="108860" cy="103381"/>
            </a:xfrm>
            <a:custGeom>
              <a:avLst/>
              <a:gdLst/>
              <a:ahLst/>
              <a:cxnLst/>
              <a:rect l="l" t="t" r="r" b="b"/>
              <a:pathLst>
                <a:path w="3517" h="3340" extrusionOk="0">
                  <a:moveTo>
                    <a:pt x="1758" y="0"/>
                  </a:moveTo>
                  <a:lnTo>
                    <a:pt x="1219" y="1099"/>
                  </a:lnTo>
                  <a:lnTo>
                    <a:pt x="0" y="1274"/>
                  </a:lnTo>
                  <a:lnTo>
                    <a:pt x="883" y="2130"/>
                  </a:lnTo>
                  <a:lnTo>
                    <a:pt x="673" y="3339"/>
                  </a:lnTo>
                  <a:lnTo>
                    <a:pt x="673" y="3339"/>
                  </a:lnTo>
                  <a:lnTo>
                    <a:pt x="1758" y="2766"/>
                  </a:lnTo>
                  <a:lnTo>
                    <a:pt x="2851" y="3339"/>
                  </a:lnTo>
                  <a:lnTo>
                    <a:pt x="2641" y="2130"/>
                  </a:lnTo>
                  <a:lnTo>
                    <a:pt x="3516" y="1274"/>
                  </a:lnTo>
                  <a:lnTo>
                    <a:pt x="2304" y="1099"/>
                  </a:lnTo>
                  <a:lnTo>
                    <a:pt x="175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5" name="Google Shape;965;p7"/>
            <p:cNvSpPr/>
            <p:nvPr/>
          </p:nvSpPr>
          <p:spPr>
            <a:xfrm>
              <a:off x="5417450" y="1204599"/>
              <a:ext cx="108860" cy="103381"/>
            </a:xfrm>
            <a:custGeom>
              <a:avLst/>
              <a:gdLst/>
              <a:ahLst/>
              <a:cxnLst/>
              <a:rect l="l" t="t" r="r" b="b"/>
              <a:pathLst>
                <a:path w="3517" h="3340" extrusionOk="0">
                  <a:moveTo>
                    <a:pt x="1759" y="0"/>
                  </a:moveTo>
                  <a:lnTo>
                    <a:pt x="1219" y="1099"/>
                  </a:lnTo>
                  <a:lnTo>
                    <a:pt x="1" y="1274"/>
                  </a:lnTo>
                  <a:lnTo>
                    <a:pt x="883" y="2130"/>
                  </a:lnTo>
                  <a:lnTo>
                    <a:pt x="673" y="3339"/>
                  </a:lnTo>
                  <a:lnTo>
                    <a:pt x="1759" y="2766"/>
                  </a:lnTo>
                  <a:lnTo>
                    <a:pt x="2844" y="3339"/>
                  </a:lnTo>
                  <a:lnTo>
                    <a:pt x="2641" y="2130"/>
                  </a:lnTo>
                  <a:lnTo>
                    <a:pt x="3516" y="1274"/>
                  </a:lnTo>
                  <a:lnTo>
                    <a:pt x="2305" y="1099"/>
                  </a:lnTo>
                  <a:lnTo>
                    <a:pt x="175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6" name="Google Shape;966;p7"/>
            <p:cNvSpPr/>
            <p:nvPr/>
          </p:nvSpPr>
          <p:spPr>
            <a:xfrm>
              <a:off x="5140457" y="1204599"/>
              <a:ext cx="109077" cy="103381"/>
            </a:xfrm>
            <a:custGeom>
              <a:avLst/>
              <a:gdLst/>
              <a:ahLst/>
              <a:cxnLst/>
              <a:rect l="l" t="t" r="r" b="b"/>
              <a:pathLst>
                <a:path w="3524" h="3340" extrusionOk="0">
                  <a:moveTo>
                    <a:pt x="1759" y="0"/>
                  </a:moveTo>
                  <a:lnTo>
                    <a:pt x="1219" y="1099"/>
                  </a:lnTo>
                  <a:lnTo>
                    <a:pt x="1" y="1274"/>
                  </a:lnTo>
                  <a:lnTo>
                    <a:pt x="883" y="2130"/>
                  </a:lnTo>
                  <a:lnTo>
                    <a:pt x="673" y="3339"/>
                  </a:lnTo>
                  <a:lnTo>
                    <a:pt x="1759" y="2766"/>
                  </a:lnTo>
                  <a:lnTo>
                    <a:pt x="2851" y="3339"/>
                  </a:lnTo>
                  <a:lnTo>
                    <a:pt x="2641" y="2130"/>
                  </a:lnTo>
                  <a:lnTo>
                    <a:pt x="3523" y="1274"/>
                  </a:lnTo>
                  <a:lnTo>
                    <a:pt x="2305" y="1099"/>
                  </a:lnTo>
                  <a:lnTo>
                    <a:pt x="175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aphicFrame>
        <p:nvGraphicFramePr>
          <p:cNvPr id="967" name="Google Shape;967;p7"/>
          <p:cNvGraphicFramePr/>
          <p:nvPr/>
        </p:nvGraphicFramePr>
        <p:xfrm>
          <a:off x="438615" y="371768"/>
          <a:ext cx="8162700" cy="2560320"/>
        </p:xfrm>
        <a:graphic>
          <a:graphicData uri="http://schemas.openxmlformats.org/drawingml/2006/table">
            <a:tbl>
              <a:tblPr firstRow="1" firstCol="1" bandRow="1">
                <a:noFill/>
                <a:tableStyleId>{4197126A-6921-4401-A94A-F8A179DB804D}</a:tableStyleId>
              </a:tblPr>
              <a:tblGrid>
                <a:gridCol w="2274850">
                  <a:extLst>
                    <a:ext uri="{9D8B030D-6E8A-4147-A177-3AD203B41FA5}">
                      <a16:colId xmlns:a16="http://schemas.microsoft.com/office/drawing/2014/main" val="20000"/>
                    </a:ext>
                  </a:extLst>
                </a:gridCol>
                <a:gridCol w="1115125">
                  <a:extLst>
                    <a:ext uri="{9D8B030D-6E8A-4147-A177-3AD203B41FA5}">
                      <a16:colId xmlns:a16="http://schemas.microsoft.com/office/drawing/2014/main" val="20001"/>
                    </a:ext>
                  </a:extLst>
                </a:gridCol>
                <a:gridCol w="1130000">
                  <a:extLst>
                    <a:ext uri="{9D8B030D-6E8A-4147-A177-3AD203B41FA5}">
                      <a16:colId xmlns:a16="http://schemas.microsoft.com/office/drawing/2014/main" val="20002"/>
                    </a:ext>
                  </a:extLst>
                </a:gridCol>
                <a:gridCol w="1182025">
                  <a:extLst>
                    <a:ext uri="{9D8B030D-6E8A-4147-A177-3AD203B41FA5}">
                      <a16:colId xmlns:a16="http://schemas.microsoft.com/office/drawing/2014/main" val="20003"/>
                    </a:ext>
                  </a:extLst>
                </a:gridCol>
                <a:gridCol w="869800">
                  <a:extLst>
                    <a:ext uri="{9D8B030D-6E8A-4147-A177-3AD203B41FA5}">
                      <a16:colId xmlns:a16="http://schemas.microsoft.com/office/drawing/2014/main" val="20004"/>
                    </a:ext>
                  </a:extLst>
                </a:gridCol>
                <a:gridCol w="728550">
                  <a:extLst>
                    <a:ext uri="{9D8B030D-6E8A-4147-A177-3AD203B41FA5}">
                      <a16:colId xmlns:a16="http://schemas.microsoft.com/office/drawing/2014/main" val="20005"/>
                    </a:ext>
                  </a:extLst>
                </a:gridCol>
                <a:gridCol w="862350">
                  <a:extLst>
                    <a:ext uri="{9D8B030D-6E8A-4147-A177-3AD203B41FA5}">
                      <a16:colId xmlns:a16="http://schemas.microsoft.com/office/drawing/2014/main" val="20006"/>
                    </a:ext>
                  </a:extLst>
                </a:gridCol>
              </a:tblGrid>
              <a:tr h="1301450">
                <a:tc>
                  <a:txBody>
                    <a:bodyPr/>
                    <a:lstStyle/>
                    <a:p>
                      <a:pPr marL="0" marR="0" lvl="0" indent="0" algn="ctr" rtl="0">
                        <a:lnSpc>
                          <a:spcPct val="150000"/>
                        </a:lnSpc>
                        <a:spcBef>
                          <a:spcPts val="0"/>
                        </a:spcBef>
                        <a:spcAft>
                          <a:spcPts val="0"/>
                        </a:spcAft>
                        <a:buNone/>
                      </a:pPr>
                      <a:r>
                        <a:rPr lang="en-US" sz="1200" u="none" strike="noStrike" cap="none"/>
                        <a:t>Outcomes</a:t>
                      </a:r>
                      <a:endParaRPr sz="1200" u="none" strike="noStrike" cap="none">
                        <a:latin typeface="Calibri" panose="020F0502020204030204"/>
                        <a:ea typeface="Calibri" panose="020F0502020204030204"/>
                        <a:cs typeface="Calibri" panose="020F0502020204030204"/>
                        <a:sym typeface="Calibri" panose="020F0502020204030204"/>
                      </a:endParaRPr>
                    </a:p>
                  </a:txBody>
                  <a:tcPr marL="33625" marR="33625" marT="0" marB="0"/>
                </a:tc>
                <a:tc>
                  <a:txBody>
                    <a:bodyPr/>
                    <a:lstStyle/>
                    <a:p>
                      <a:pPr marL="0" marR="0" lvl="0" indent="0" algn="ctr" rtl="0">
                        <a:lnSpc>
                          <a:spcPct val="100000"/>
                        </a:lnSpc>
                        <a:spcBef>
                          <a:spcPts val="0"/>
                        </a:spcBef>
                        <a:spcAft>
                          <a:spcPts val="0"/>
                        </a:spcAft>
                        <a:buNone/>
                      </a:pPr>
                      <a:r>
                        <a:rPr lang="en-US" sz="1200" u="none" strike="noStrike" cap="none"/>
                        <a:t>CO1: understand nuances and subtleties of English grammar ensuring effective communication</a:t>
                      </a:r>
                      <a:endParaRPr sz="1200" u="none" strike="noStrike" cap="none">
                        <a:latin typeface="Calibri" panose="020F0502020204030204"/>
                        <a:ea typeface="Calibri" panose="020F0502020204030204"/>
                        <a:cs typeface="Calibri" panose="020F0502020204030204"/>
                        <a:sym typeface="Calibri" panose="020F0502020204030204"/>
                      </a:endParaRPr>
                    </a:p>
                  </a:txBody>
                  <a:tcPr marL="33625" marR="33625" marT="0" marB="0"/>
                </a:tc>
                <a:tc>
                  <a:txBody>
                    <a:bodyPr/>
                    <a:lstStyle/>
                    <a:p>
                      <a:pPr marL="0" marR="0" lvl="0" indent="0" algn="ctr" rtl="0">
                        <a:lnSpc>
                          <a:spcPct val="107000"/>
                        </a:lnSpc>
                        <a:spcBef>
                          <a:spcPts val="0"/>
                        </a:spcBef>
                        <a:spcAft>
                          <a:spcPts val="0"/>
                        </a:spcAft>
                        <a:buNone/>
                      </a:pPr>
                      <a:r>
                        <a:rPr lang="en-US" sz="1200" u="none" strike="noStrike" cap="none"/>
                        <a:t>CO2:  apply active listening techniques to enhance engagement during spoken communication</a:t>
                      </a:r>
                      <a:endParaRPr sz="1200" u="none" strike="noStrike" cap="none"/>
                    </a:p>
                    <a:p>
                      <a:pPr marL="0" marR="0" lvl="0" indent="0" algn="l" rtl="0">
                        <a:lnSpc>
                          <a:spcPct val="107000"/>
                        </a:lnSpc>
                        <a:spcBef>
                          <a:spcPts val="800"/>
                        </a:spcBef>
                        <a:spcAft>
                          <a:spcPts val="0"/>
                        </a:spcAft>
                        <a:buNone/>
                      </a:pPr>
                      <a:r>
                        <a:rPr lang="en-US" sz="1200" u="none" strike="noStrike" cap="none"/>
                        <a:t> </a:t>
                      </a:r>
                      <a:endParaRPr sz="1200" u="none" strike="noStrike" cap="none"/>
                    </a:p>
                    <a:p>
                      <a:pPr marL="0" marR="0" lvl="0" indent="0" algn="ctr" rtl="0">
                        <a:lnSpc>
                          <a:spcPct val="150000"/>
                        </a:lnSpc>
                        <a:spcBef>
                          <a:spcPts val="800"/>
                        </a:spcBef>
                        <a:spcAft>
                          <a:spcPts val="0"/>
                        </a:spcAft>
                        <a:buNone/>
                      </a:pPr>
                      <a:r>
                        <a:rPr lang="en-US" sz="1200" u="none" strike="noStrike" cap="none"/>
                        <a:t> </a:t>
                      </a:r>
                      <a:endParaRPr sz="1200" u="none" strike="noStrike" cap="none">
                        <a:latin typeface="Calibri" panose="020F0502020204030204"/>
                        <a:ea typeface="Calibri" panose="020F0502020204030204"/>
                        <a:cs typeface="Calibri" panose="020F0502020204030204"/>
                        <a:sym typeface="Calibri" panose="020F0502020204030204"/>
                      </a:endParaRPr>
                    </a:p>
                  </a:txBody>
                  <a:tcPr marL="33625" marR="33625" marT="0" marB="0"/>
                </a:tc>
                <a:tc>
                  <a:txBody>
                    <a:bodyPr/>
                    <a:lstStyle/>
                    <a:p>
                      <a:pPr marL="0" marR="0" lvl="0" indent="0" algn="ctr" rtl="0">
                        <a:lnSpc>
                          <a:spcPct val="100000"/>
                        </a:lnSpc>
                        <a:spcBef>
                          <a:spcPts val="0"/>
                        </a:spcBef>
                        <a:spcAft>
                          <a:spcPts val="0"/>
                        </a:spcAft>
                        <a:buNone/>
                      </a:pPr>
                      <a:r>
                        <a:rPr lang="en-US" sz="1200" u="none" strike="noStrike" cap="none"/>
                        <a:t>CO3: analyze the structure of the context and extract relevant information from written correspondence</a:t>
                      </a:r>
                      <a:endParaRPr sz="1200" u="none" strike="noStrike" cap="none"/>
                    </a:p>
                    <a:p>
                      <a:pPr marL="0" marR="0" lvl="0" indent="0" algn="ctr" rtl="0">
                        <a:lnSpc>
                          <a:spcPct val="150000"/>
                        </a:lnSpc>
                        <a:spcBef>
                          <a:spcPts val="0"/>
                        </a:spcBef>
                        <a:spcAft>
                          <a:spcPts val="0"/>
                        </a:spcAft>
                        <a:buNone/>
                      </a:pPr>
                      <a:r>
                        <a:rPr lang="en-US" sz="1200" u="none" strike="noStrike" cap="none"/>
                        <a:t> </a:t>
                      </a:r>
                      <a:endParaRPr sz="1200" u="none" strike="noStrike" cap="none">
                        <a:latin typeface="Calibri" panose="020F0502020204030204"/>
                        <a:ea typeface="Calibri" panose="020F0502020204030204"/>
                        <a:cs typeface="Calibri" panose="020F0502020204030204"/>
                        <a:sym typeface="Calibri" panose="020F0502020204030204"/>
                      </a:endParaRPr>
                    </a:p>
                  </a:txBody>
                  <a:tcPr marL="33625" marR="33625" marT="0" marB="0"/>
                </a:tc>
                <a:tc>
                  <a:txBody>
                    <a:bodyPr/>
                    <a:lstStyle/>
                    <a:p>
                      <a:pPr marL="0" marR="0" lvl="0" indent="0" algn="ctr" rtl="0">
                        <a:lnSpc>
                          <a:spcPct val="100000"/>
                        </a:lnSpc>
                        <a:spcBef>
                          <a:spcPts val="0"/>
                        </a:spcBef>
                        <a:spcAft>
                          <a:spcPts val="0"/>
                        </a:spcAft>
                        <a:buNone/>
                      </a:pPr>
                      <a:r>
                        <a:rPr lang="en-US" sz="1200" u="none" strike="noStrike" cap="none"/>
                        <a:t>CO4: evaluate texts critically that reflect multiple perspectives.</a:t>
                      </a:r>
                      <a:endParaRPr sz="1200" u="none" strike="noStrike" cap="none">
                        <a:latin typeface="Calibri" panose="020F0502020204030204"/>
                        <a:ea typeface="Calibri" panose="020F0502020204030204"/>
                        <a:cs typeface="Calibri" panose="020F0502020204030204"/>
                        <a:sym typeface="Calibri" panose="020F0502020204030204"/>
                      </a:endParaRPr>
                    </a:p>
                  </a:txBody>
                  <a:tcPr marL="33625" marR="33625" marT="0" marB="0"/>
                </a:tc>
                <a:tc>
                  <a:txBody>
                    <a:bodyPr/>
                    <a:lstStyle/>
                    <a:p>
                      <a:pPr marL="0" marR="0" lvl="0" indent="0" algn="ctr" rtl="0">
                        <a:lnSpc>
                          <a:spcPct val="100000"/>
                        </a:lnSpc>
                        <a:spcBef>
                          <a:spcPts val="0"/>
                        </a:spcBef>
                        <a:spcAft>
                          <a:spcPts val="0"/>
                        </a:spcAft>
                        <a:buNone/>
                      </a:pPr>
                      <a:r>
                        <a:rPr lang="en-US" sz="1200" u="none" strike="noStrike" cap="none"/>
                        <a:t>CO5: devise &amp; deliver coherent speeches or presentations on varied situations</a:t>
                      </a:r>
                      <a:endParaRPr sz="1200" u="none" strike="noStrike" cap="none">
                        <a:latin typeface="Calibri" panose="020F0502020204030204"/>
                        <a:ea typeface="Calibri" panose="020F0502020204030204"/>
                        <a:cs typeface="Calibri" panose="020F0502020204030204"/>
                        <a:sym typeface="Calibri" panose="020F0502020204030204"/>
                      </a:endParaRPr>
                    </a:p>
                  </a:txBody>
                  <a:tcPr marL="33625" marR="33625" marT="0" marB="0"/>
                </a:tc>
                <a:tc>
                  <a:txBody>
                    <a:bodyPr/>
                    <a:lstStyle/>
                    <a:p>
                      <a:pPr marL="0" marR="0" lvl="0" indent="0" algn="ctr" rtl="0">
                        <a:lnSpc>
                          <a:spcPct val="100000"/>
                        </a:lnSpc>
                        <a:spcBef>
                          <a:spcPts val="0"/>
                        </a:spcBef>
                        <a:spcAft>
                          <a:spcPts val="0"/>
                        </a:spcAft>
                        <a:buNone/>
                      </a:pPr>
                      <a:r>
                        <a:rPr lang="en-US" sz="1200" u="none" strike="noStrike" cap="none"/>
                        <a:t>CO6: construct diverse written compositions using accurate grammar, lexical resources and a wide range of</a:t>
                      </a:r>
                      <a:endParaRPr sz="1200" u="none" strike="noStrike" cap="none"/>
                    </a:p>
                    <a:p>
                      <a:pPr marL="0" marR="0" lvl="0" indent="0" algn="ctr" rtl="0">
                        <a:lnSpc>
                          <a:spcPct val="100000"/>
                        </a:lnSpc>
                        <a:spcBef>
                          <a:spcPts val="0"/>
                        </a:spcBef>
                        <a:spcAft>
                          <a:spcPts val="0"/>
                        </a:spcAft>
                        <a:buNone/>
                      </a:pPr>
                      <a:r>
                        <a:rPr lang="en-US" sz="1200" u="none" strike="noStrike" cap="none"/>
                        <a:t>sentence structures</a:t>
                      </a:r>
                      <a:endParaRPr sz="1200" u="none" strike="noStrike" cap="none">
                        <a:latin typeface="Calibri" panose="020F0502020204030204"/>
                        <a:ea typeface="Calibri" panose="020F0502020204030204"/>
                        <a:cs typeface="Calibri" panose="020F0502020204030204"/>
                        <a:sym typeface="Calibri" panose="020F0502020204030204"/>
                      </a:endParaRPr>
                    </a:p>
                  </a:txBody>
                  <a:tcPr marL="33625" marR="33625" marT="0" marB="0"/>
                </a:tc>
                <a:extLst>
                  <a:ext uri="{0D108BD9-81ED-4DB2-BD59-A6C34878D82A}">
                    <a16:rowId xmlns:a16="http://schemas.microsoft.com/office/drawing/2014/main" val="10000"/>
                  </a:ext>
                </a:extLst>
              </a:tr>
            </a:tbl>
          </a:graphicData>
        </a:graphic>
      </p:graphicFrame>
      <p:graphicFrame>
        <p:nvGraphicFramePr>
          <p:cNvPr id="968" name="Google Shape;968;p7"/>
          <p:cNvGraphicFramePr/>
          <p:nvPr/>
        </p:nvGraphicFramePr>
        <p:xfrm>
          <a:off x="438615" y="2932088"/>
          <a:ext cx="8162700" cy="2194560"/>
        </p:xfrm>
        <a:graphic>
          <a:graphicData uri="http://schemas.openxmlformats.org/drawingml/2006/table">
            <a:tbl>
              <a:tblPr firstRow="1" firstCol="1" bandRow="1">
                <a:noFill/>
                <a:tableStyleId>{4197126A-6921-4401-A94A-F8A179DB804D}</a:tableStyleId>
              </a:tblPr>
              <a:tblGrid>
                <a:gridCol w="2259975">
                  <a:extLst>
                    <a:ext uri="{9D8B030D-6E8A-4147-A177-3AD203B41FA5}">
                      <a16:colId xmlns:a16="http://schemas.microsoft.com/office/drawing/2014/main" val="20000"/>
                    </a:ext>
                  </a:extLst>
                </a:gridCol>
                <a:gridCol w="1130000">
                  <a:extLst>
                    <a:ext uri="{9D8B030D-6E8A-4147-A177-3AD203B41FA5}">
                      <a16:colId xmlns:a16="http://schemas.microsoft.com/office/drawing/2014/main" val="20001"/>
                    </a:ext>
                  </a:extLst>
                </a:gridCol>
                <a:gridCol w="1130000">
                  <a:extLst>
                    <a:ext uri="{9D8B030D-6E8A-4147-A177-3AD203B41FA5}">
                      <a16:colId xmlns:a16="http://schemas.microsoft.com/office/drawing/2014/main" val="20002"/>
                    </a:ext>
                  </a:extLst>
                </a:gridCol>
                <a:gridCol w="1182025">
                  <a:extLst>
                    <a:ext uri="{9D8B030D-6E8A-4147-A177-3AD203B41FA5}">
                      <a16:colId xmlns:a16="http://schemas.microsoft.com/office/drawing/2014/main" val="20003"/>
                    </a:ext>
                  </a:extLst>
                </a:gridCol>
                <a:gridCol w="869800">
                  <a:extLst>
                    <a:ext uri="{9D8B030D-6E8A-4147-A177-3AD203B41FA5}">
                      <a16:colId xmlns:a16="http://schemas.microsoft.com/office/drawing/2014/main" val="20004"/>
                    </a:ext>
                  </a:extLst>
                </a:gridCol>
                <a:gridCol w="735975">
                  <a:extLst>
                    <a:ext uri="{9D8B030D-6E8A-4147-A177-3AD203B41FA5}">
                      <a16:colId xmlns:a16="http://schemas.microsoft.com/office/drawing/2014/main" val="20005"/>
                    </a:ext>
                  </a:extLst>
                </a:gridCol>
                <a:gridCol w="854925">
                  <a:extLst>
                    <a:ext uri="{9D8B030D-6E8A-4147-A177-3AD203B41FA5}">
                      <a16:colId xmlns:a16="http://schemas.microsoft.com/office/drawing/2014/main" val="20006"/>
                    </a:ext>
                  </a:extLst>
                </a:gridCol>
              </a:tblGrid>
              <a:tr h="2082675">
                <a:tc>
                  <a:txBody>
                    <a:bodyPr/>
                    <a:lstStyle/>
                    <a:p>
                      <a:pPr marL="0" marR="0" lvl="0" indent="0" algn="ctr" rtl="0">
                        <a:lnSpc>
                          <a:spcPct val="100000"/>
                        </a:lnSpc>
                        <a:spcBef>
                          <a:spcPts val="0"/>
                        </a:spcBef>
                        <a:spcAft>
                          <a:spcPts val="0"/>
                        </a:spcAft>
                        <a:buNone/>
                      </a:pPr>
                      <a:r>
                        <a:rPr lang="en-US" sz="1200" u="none" strike="noStrike" cap="none"/>
                        <a:t>PO10:Communication ::Communicate effectively on complex engineering activities with the engineering community and</a:t>
                      </a:r>
                      <a:endParaRPr sz="1200" u="none" strike="noStrike" cap="none"/>
                    </a:p>
                    <a:p>
                      <a:pPr marL="0" marR="0" lvl="0" indent="0" algn="ctr" rtl="0">
                        <a:lnSpc>
                          <a:spcPct val="100000"/>
                        </a:lnSpc>
                        <a:spcBef>
                          <a:spcPts val="0"/>
                        </a:spcBef>
                        <a:spcAft>
                          <a:spcPts val="0"/>
                        </a:spcAft>
                        <a:buNone/>
                      </a:pPr>
                      <a:r>
                        <a:rPr lang="en-US" sz="1200" u="none" strike="noStrike" cap="none"/>
                        <a:t>with society at large, such as, being able to comprehend and write effective reports and design documentation, make</a:t>
                      </a:r>
                      <a:endParaRPr sz="1200" u="none" strike="noStrike" cap="none"/>
                    </a:p>
                    <a:p>
                      <a:pPr marL="0" marR="0" lvl="0" indent="0" algn="ctr" rtl="0">
                        <a:lnSpc>
                          <a:spcPct val="100000"/>
                        </a:lnSpc>
                        <a:spcBef>
                          <a:spcPts val="0"/>
                        </a:spcBef>
                        <a:spcAft>
                          <a:spcPts val="0"/>
                        </a:spcAft>
                        <a:buNone/>
                      </a:pPr>
                      <a:r>
                        <a:rPr lang="en-US" sz="1200" u="none" strike="noStrike" cap="none"/>
                        <a:t>effective presentations, and give and receive clear instructions.</a:t>
                      </a:r>
                      <a:endParaRPr sz="1200" u="none" strike="noStrike" cap="none">
                        <a:latin typeface="Calibri" panose="020F0502020204030204"/>
                        <a:ea typeface="Calibri" panose="020F0502020204030204"/>
                        <a:cs typeface="Calibri" panose="020F0502020204030204"/>
                        <a:sym typeface="Calibri" panose="020F0502020204030204"/>
                      </a:endParaRPr>
                    </a:p>
                  </a:txBody>
                  <a:tcPr marL="64725" marR="64725" marT="0" marB="0"/>
                </a:tc>
                <a:tc>
                  <a:txBody>
                    <a:bodyPr/>
                    <a:lstStyle/>
                    <a:p>
                      <a:pPr marL="0" marR="0" lvl="0" indent="0" algn="ctr" rtl="0">
                        <a:lnSpc>
                          <a:spcPct val="150000"/>
                        </a:lnSpc>
                        <a:spcBef>
                          <a:spcPts val="0"/>
                        </a:spcBef>
                        <a:spcAft>
                          <a:spcPts val="0"/>
                        </a:spcAft>
                        <a:buNone/>
                      </a:pPr>
                      <a:r>
                        <a:rPr lang="en-US" sz="1400" u="none" strike="noStrike" cap="none"/>
                        <a:t>3 (High mapping level)</a:t>
                      </a:r>
                      <a:endParaRPr sz="1400" u="none" strike="noStrike" cap="none">
                        <a:latin typeface="Calibri" panose="020F0502020204030204"/>
                        <a:ea typeface="Calibri" panose="020F0502020204030204"/>
                        <a:cs typeface="Calibri" panose="020F0502020204030204"/>
                        <a:sym typeface="Calibri" panose="020F0502020204030204"/>
                      </a:endParaRPr>
                    </a:p>
                  </a:txBody>
                  <a:tcPr marL="64725" marR="64725" marT="0" marB="0"/>
                </a:tc>
                <a:tc>
                  <a:txBody>
                    <a:bodyPr/>
                    <a:lstStyle/>
                    <a:p>
                      <a:pPr marL="0" marR="0" lvl="0" indent="0" algn="ctr" rtl="0">
                        <a:lnSpc>
                          <a:spcPct val="150000"/>
                        </a:lnSpc>
                        <a:spcBef>
                          <a:spcPts val="0"/>
                        </a:spcBef>
                        <a:spcAft>
                          <a:spcPts val="0"/>
                        </a:spcAft>
                        <a:buNone/>
                      </a:pPr>
                      <a:r>
                        <a:rPr lang="en-US" sz="1400" u="none" strike="noStrike" cap="none"/>
                        <a:t>3 (High mapping level)</a:t>
                      </a:r>
                      <a:endParaRPr sz="1400" u="none" strike="noStrike" cap="none">
                        <a:latin typeface="Calibri" panose="020F0502020204030204"/>
                        <a:ea typeface="Calibri" panose="020F0502020204030204"/>
                        <a:cs typeface="Calibri" panose="020F0502020204030204"/>
                        <a:sym typeface="Calibri" panose="020F0502020204030204"/>
                      </a:endParaRPr>
                    </a:p>
                  </a:txBody>
                  <a:tcPr marL="64725" marR="64725" marT="0" marB="0"/>
                </a:tc>
                <a:tc>
                  <a:txBody>
                    <a:bodyPr/>
                    <a:lstStyle/>
                    <a:p>
                      <a:pPr marL="0" marR="0" lvl="0" indent="0" algn="ctr" rtl="0">
                        <a:lnSpc>
                          <a:spcPct val="150000"/>
                        </a:lnSpc>
                        <a:spcBef>
                          <a:spcPts val="0"/>
                        </a:spcBef>
                        <a:spcAft>
                          <a:spcPts val="0"/>
                        </a:spcAft>
                        <a:buNone/>
                      </a:pPr>
                      <a:r>
                        <a:rPr lang="en-US" sz="1400" u="none" strike="noStrike" cap="none"/>
                        <a:t>3 (High mapping level)</a:t>
                      </a:r>
                      <a:endParaRPr sz="1400" u="none" strike="noStrike" cap="none">
                        <a:latin typeface="Calibri" panose="020F0502020204030204"/>
                        <a:ea typeface="Calibri" panose="020F0502020204030204"/>
                        <a:cs typeface="Calibri" panose="020F0502020204030204"/>
                        <a:sym typeface="Calibri" panose="020F0502020204030204"/>
                      </a:endParaRPr>
                    </a:p>
                  </a:txBody>
                  <a:tcPr marL="64725" marR="64725" marT="0" marB="0"/>
                </a:tc>
                <a:tc>
                  <a:txBody>
                    <a:bodyPr/>
                    <a:lstStyle/>
                    <a:p>
                      <a:pPr marL="0" marR="0" lvl="0" indent="0" algn="ctr" rtl="0">
                        <a:lnSpc>
                          <a:spcPct val="150000"/>
                        </a:lnSpc>
                        <a:spcBef>
                          <a:spcPts val="0"/>
                        </a:spcBef>
                        <a:spcAft>
                          <a:spcPts val="0"/>
                        </a:spcAft>
                        <a:buNone/>
                      </a:pPr>
                      <a:r>
                        <a:rPr lang="en-US" sz="1400" u="none" strike="noStrike" cap="none"/>
                        <a:t>3 (High mapping level)</a:t>
                      </a:r>
                      <a:endParaRPr sz="1400" u="none" strike="noStrike" cap="none">
                        <a:latin typeface="Calibri" panose="020F0502020204030204"/>
                        <a:ea typeface="Calibri" panose="020F0502020204030204"/>
                        <a:cs typeface="Calibri" panose="020F0502020204030204"/>
                        <a:sym typeface="Calibri" panose="020F0502020204030204"/>
                      </a:endParaRPr>
                    </a:p>
                  </a:txBody>
                  <a:tcPr marL="64725" marR="64725" marT="0" marB="0"/>
                </a:tc>
                <a:tc>
                  <a:txBody>
                    <a:bodyPr/>
                    <a:lstStyle/>
                    <a:p>
                      <a:pPr marL="0" marR="0" lvl="0" indent="0" algn="ctr" rtl="0">
                        <a:lnSpc>
                          <a:spcPct val="150000"/>
                        </a:lnSpc>
                        <a:spcBef>
                          <a:spcPts val="0"/>
                        </a:spcBef>
                        <a:spcAft>
                          <a:spcPts val="0"/>
                        </a:spcAft>
                        <a:buNone/>
                      </a:pPr>
                      <a:r>
                        <a:rPr lang="en-US" sz="1400" u="none" strike="noStrike" cap="none"/>
                        <a:t>3 (High mapping level)</a:t>
                      </a:r>
                      <a:endParaRPr sz="1400" u="none" strike="noStrike" cap="none">
                        <a:latin typeface="Calibri" panose="020F0502020204030204"/>
                        <a:ea typeface="Calibri" panose="020F0502020204030204"/>
                        <a:cs typeface="Calibri" panose="020F0502020204030204"/>
                        <a:sym typeface="Calibri" panose="020F0502020204030204"/>
                      </a:endParaRPr>
                    </a:p>
                  </a:txBody>
                  <a:tcPr marL="64725" marR="64725" marT="0" marB="0"/>
                </a:tc>
                <a:tc>
                  <a:txBody>
                    <a:bodyPr/>
                    <a:lstStyle/>
                    <a:p>
                      <a:pPr marL="0" marR="0" lvl="0" indent="0" algn="ctr" rtl="0">
                        <a:lnSpc>
                          <a:spcPct val="150000"/>
                        </a:lnSpc>
                        <a:spcBef>
                          <a:spcPts val="0"/>
                        </a:spcBef>
                        <a:spcAft>
                          <a:spcPts val="0"/>
                        </a:spcAft>
                        <a:buNone/>
                      </a:pPr>
                      <a:r>
                        <a:rPr lang="en-US" sz="1400" u="none" strike="noStrike" cap="none"/>
                        <a:t>3 (High mapping level)</a:t>
                      </a:r>
                      <a:endParaRPr sz="1400" u="none" strike="noStrike" cap="none">
                        <a:latin typeface="Calibri" panose="020F0502020204030204"/>
                        <a:ea typeface="Calibri" panose="020F0502020204030204"/>
                        <a:cs typeface="Calibri" panose="020F0502020204030204"/>
                        <a:sym typeface="Calibri" panose="020F0502020204030204"/>
                      </a:endParaRPr>
                    </a:p>
                  </a:txBody>
                  <a:tcPr marL="64725" marR="64725" marT="0" marB="0"/>
                </a:tc>
                <a:extLst>
                  <a:ext uri="{0D108BD9-81ED-4DB2-BD59-A6C34878D82A}">
                    <a16:rowId xmlns:a16="http://schemas.microsoft.com/office/drawing/2014/main" val="1000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8"/>
          <p:cNvSpPr txBox="1">
            <a:spLocks noGrp="1"/>
          </p:cNvSpPr>
          <p:nvPr>
            <p:ph type="title"/>
          </p:nvPr>
        </p:nvSpPr>
        <p:spPr>
          <a:xfrm>
            <a:off x="1635512" y="61750"/>
            <a:ext cx="6110867" cy="622191"/>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US" b="1"/>
              <a:t>Cohorts</a:t>
            </a:r>
            <a:endParaRPr b="1"/>
          </a:p>
        </p:txBody>
      </p:sp>
      <p:grpSp>
        <p:nvGrpSpPr>
          <p:cNvPr id="974" name="Google Shape;974;p8"/>
          <p:cNvGrpSpPr/>
          <p:nvPr/>
        </p:nvGrpSpPr>
        <p:grpSpPr>
          <a:xfrm>
            <a:off x="4426905" y="1030017"/>
            <a:ext cx="4127700" cy="3275470"/>
            <a:chOff x="4228814" y="1328047"/>
            <a:chExt cx="4127700" cy="3006582"/>
          </a:xfrm>
        </p:grpSpPr>
        <p:grpSp>
          <p:nvGrpSpPr>
            <p:cNvPr id="975" name="Google Shape;975;p8"/>
            <p:cNvGrpSpPr/>
            <p:nvPr/>
          </p:nvGrpSpPr>
          <p:grpSpPr>
            <a:xfrm>
              <a:off x="4228814" y="1328047"/>
              <a:ext cx="4127700" cy="3006582"/>
              <a:chOff x="956114" y="1242572"/>
              <a:chExt cx="4127700" cy="3006582"/>
            </a:xfrm>
          </p:grpSpPr>
          <p:sp>
            <p:nvSpPr>
              <p:cNvPr id="976" name="Google Shape;976;p8"/>
              <p:cNvSpPr/>
              <p:nvPr/>
            </p:nvSpPr>
            <p:spPr>
              <a:xfrm>
                <a:off x="2789808" y="3760400"/>
                <a:ext cx="472200" cy="4308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7" name="Google Shape;977;p8"/>
              <p:cNvSpPr/>
              <p:nvPr/>
            </p:nvSpPr>
            <p:spPr>
              <a:xfrm>
                <a:off x="2254925" y="4006454"/>
                <a:ext cx="1542000" cy="242700"/>
              </a:xfrm>
              <a:prstGeom prst="trapezoid">
                <a:avLst>
                  <a:gd name="adj" fmla="val 93943"/>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8" name="Google Shape;978;p8"/>
              <p:cNvSpPr/>
              <p:nvPr/>
            </p:nvSpPr>
            <p:spPr>
              <a:xfrm>
                <a:off x="956114" y="1242572"/>
                <a:ext cx="4127700" cy="2597442"/>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79" name="Google Shape;979;p8"/>
            <p:cNvSpPr/>
            <p:nvPr/>
          </p:nvSpPr>
          <p:spPr>
            <a:xfrm>
              <a:off x="6224675" y="3650475"/>
              <a:ext cx="147900" cy="1215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80" name="Google Shape;980;p8"/>
          <p:cNvGrpSpPr/>
          <p:nvPr/>
        </p:nvGrpSpPr>
        <p:grpSpPr>
          <a:xfrm>
            <a:off x="583434" y="989314"/>
            <a:ext cx="3755125" cy="2870444"/>
            <a:chOff x="-4727450" y="451175"/>
            <a:chExt cx="4376100" cy="2725450"/>
          </a:xfrm>
        </p:grpSpPr>
        <p:grpSp>
          <p:nvGrpSpPr>
            <p:cNvPr id="981" name="Google Shape;981;p8"/>
            <p:cNvGrpSpPr/>
            <p:nvPr/>
          </p:nvGrpSpPr>
          <p:grpSpPr>
            <a:xfrm>
              <a:off x="-4727450" y="451175"/>
              <a:ext cx="4376100" cy="2725450"/>
              <a:chOff x="4052675" y="1049550"/>
              <a:chExt cx="4376100" cy="2725450"/>
            </a:xfrm>
          </p:grpSpPr>
          <p:sp>
            <p:nvSpPr>
              <p:cNvPr id="982" name="Google Shape;982;p8"/>
              <p:cNvSpPr/>
              <p:nvPr/>
            </p:nvSpPr>
            <p:spPr>
              <a:xfrm>
                <a:off x="4052675" y="1088200"/>
                <a:ext cx="4376100" cy="26868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3" name="Google Shape;983;p8"/>
              <p:cNvSpPr/>
              <p:nvPr/>
            </p:nvSpPr>
            <p:spPr>
              <a:xfrm>
                <a:off x="4331500" y="1049550"/>
                <a:ext cx="325500" cy="387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4" name="Google Shape;984;p8"/>
              <p:cNvSpPr/>
              <p:nvPr/>
            </p:nvSpPr>
            <p:spPr>
              <a:xfrm>
                <a:off x="4744045" y="1049550"/>
                <a:ext cx="325500" cy="387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85" name="Google Shape;985;p8"/>
            <p:cNvSpPr/>
            <p:nvPr/>
          </p:nvSpPr>
          <p:spPr>
            <a:xfrm rot="-5400000">
              <a:off x="-741275" y="1775925"/>
              <a:ext cx="469800" cy="114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86" name="Google Shape;986;p8"/>
          <p:cNvSpPr txBox="1">
            <a:spLocks noGrp="1"/>
          </p:cNvSpPr>
          <p:nvPr>
            <p:ph type="subTitle" idx="1"/>
          </p:nvPr>
        </p:nvSpPr>
        <p:spPr>
          <a:xfrm>
            <a:off x="822867" y="1090045"/>
            <a:ext cx="3276265" cy="2470388"/>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en-US" sz="1800" b="1">
                <a:solidFill>
                  <a:schemeClr val="lt1"/>
                </a:solidFill>
              </a:rPr>
              <a:t>Cohorts</a:t>
            </a:r>
            <a:r>
              <a:rPr lang="en-US" sz="1800">
                <a:solidFill>
                  <a:schemeClr val="lt1"/>
                </a:solidFill>
              </a:rPr>
              <a:t> </a:t>
            </a:r>
            <a:endParaRPr sz="1800">
              <a:solidFill>
                <a:schemeClr val="lt1"/>
              </a:solidFill>
            </a:endParaRPr>
          </a:p>
          <a:p>
            <a:pPr marL="0" lvl="0" indent="0" algn="l" rtl="0">
              <a:lnSpc>
                <a:spcPct val="100000"/>
              </a:lnSpc>
              <a:spcBef>
                <a:spcPts val="0"/>
              </a:spcBef>
              <a:spcAft>
                <a:spcPts val="0"/>
              </a:spcAft>
              <a:buSzPts val="1400"/>
              <a:buNone/>
            </a:pPr>
            <a:r>
              <a:rPr lang="en-US">
                <a:solidFill>
                  <a:srgbClr val="EFE3AC"/>
                </a:solidFill>
              </a:rPr>
              <a:t>Data Analyst, Machine Learning Engineer, Data Scientists, Cyber Security Manager/Analyst/ Architect, Software Testing Assistant/Content Writer/Freelancer, QA Engineer, Frontend/Backend Engineer. Full stack Engineer, ML Engineer, DevOps Engineer, Production and Manufacturing Engineer, Graphic Designer, Process Analyst</a:t>
            </a:r>
            <a:endParaRPr>
              <a:solidFill>
                <a:srgbClr val="EFE3AC"/>
              </a:solidFill>
            </a:endParaRPr>
          </a:p>
          <a:p>
            <a:pPr marL="457200" lvl="0" indent="-317500" algn="r" rtl="0">
              <a:lnSpc>
                <a:spcPct val="115000"/>
              </a:lnSpc>
              <a:spcBef>
                <a:spcPts val="0"/>
              </a:spcBef>
              <a:spcAft>
                <a:spcPts val="0"/>
              </a:spcAft>
              <a:buSzPts val="1400"/>
              <a:buNone/>
            </a:pPr>
            <a:endParaRPr>
              <a:solidFill>
                <a:srgbClr val="EFE3AC"/>
              </a:solidFill>
            </a:endParaRPr>
          </a:p>
        </p:txBody>
      </p:sp>
      <p:sp>
        <p:nvSpPr>
          <p:cNvPr id="987" name="Google Shape;987;p8"/>
          <p:cNvSpPr txBox="1"/>
          <p:nvPr/>
        </p:nvSpPr>
        <p:spPr>
          <a:xfrm>
            <a:off x="4544337" y="1173230"/>
            <a:ext cx="3905747" cy="2518926"/>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400"/>
              <a:buFont typeface="Lexend Medium"/>
              <a:buNone/>
            </a:pPr>
            <a:r>
              <a:rPr lang="en-US" sz="1600" b="1"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rPr>
              <a:t>Communication Skills</a:t>
            </a:r>
            <a:endParaRPr sz="1600" b="0" i="0" u="none" strike="noStrike" cap="none">
              <a:solidFill>
                <a:schemeClr val="lt1"/>
              </a:solidFill>
              <a:latin typeface="Lexend Medium"/>
              <a:ea typeface="Lexend Medium"/>
              <a:cs typeface="Lexend Medium"/>
              <a:sym typeface="Lexend Medium"/>
            </a:endParaRPr>
          </a:p>
          <a:p>
            <a:pPr marL="0" marR="0" lvl="0" indent="0" algn="l" rtl="0">
              <a:lnSpc>
                <a:spcPct val="115000"/>
              </a:lnSpc>
              <a:spcBef>
                <a:spcPts val="0"/>
              </a:spcBef>
              <a:spcAft>
                <a:spcPts val="0"/>
              </a:spcAft>
              <a:buClr>
                <a:schemeClr val="dk1"/>
              </a:buClr>
              <a:buSzPts val="1400"/>
              <a:buFont typeface="Lexend Medium"/>
              <a:buNone/>
            </a:pPr>
            <a:r>
              <a:rPr lang="en-US" sz="1600" b="0" i="0" u="none" strike="noStrike" cap="none">
                <a:solidFill>
                  <a:srgbClr val="EFE3AC"/>
                </a:solidFill>
                <a:latin typeface="Lexend Medium"/>
                <a:ea typeface="Lexend Medium"/>
                <a:cs typeface="Lexend Medium"/>
                <a:sym typeface="Lexend Medium"/>
              </a:rPr>
              <a:t>Teaching these skills equips students with the tools they need to succeed academically, professionally, and socially. It empowers them to express themselves effectively, build strong relationships, and navigate the complexities of the world around them.</a:t>
            </a:r>
            <a:endParaRPr sz="1600" b="0" i="0" u="none" strike="noStrike" cap="none">
              <a:solidFill>
                <a:srgbClr val="EFE3AC"/>
              </a:solidFill>
              <a:latin typeface="Lexend Medium"/>
              <a:ea typeface="Lexend Medium"/>
              <a:cs typeface="Lexend Medium"/>
              <a:sym typeface="Lexend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grpSp>
        <p:nvGrpSpPr>
          <p:cNvPr id="992" name="Google Shape;992;p9"/>
          <p:cNvGrpSpPr/>
          <p:nvPr/>
        </p:nvGrpSpPr>
        <p:grpSpPr>
          <a:xfrm>
            <a:off x="882249" y="1138274"/>
            <a:ext cx="998151" cy="998151"/>
            <a:chOff x="997149" y="1477499"/>
            <a:chExt cx="998151" cy="998151"/>
          </a:xfrm>
        </p:grpSpPr>
        <p:sp>
          <p:nvSpPr>
            <p:cNvPr id="993" name="Google Shape;993;p9"/>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4" name="Google Shape;994;p9"/>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95" name="Google Shape;995;p9"/>
          <p:cNvGrpSpPr/>
          <p:nvPr/>
        </p:nvGrpSpPr>
        <p:grpSpPr>
          <a:xfrm>
            <a:off x="882249" y="2312599"/>
            <a:ext cx="998151" cy="998151"/>
            <a:chOff x="997149" y="1477499"/>
            <a:chExt cx="998151" cy="998151"/>
          </a:xfrm>
        </p:grpSpPr>
        <p:sp>
          <p:nvSpPr>
            <p:cNvPr id="996" name="Google Shape;996;p9"/>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7" name="Google Shape;997;p9"/>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98" name="Google Shape;998;p9"/>
          <p:cNvGrpSpPr/>
          <p:nvPr/>
        </p:nvGrpSpPr>
        <p:grpSpPr>
          <a:xfrm>
            <a:off x="882249" y="3486924"/>
            <a:ext cx="998151" cy="998151"/>
            <a:chOff x="997149" y="1477499"/>
            <a:chExt cx="998151" cy="998151"/>
          </a:xfrm>
        </p:grpSpPr>
        <p:sp>
          <p:nvSpPr>
            <p:cNvPr id="999" name="Google Shape;999;p9"/>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0" name="Google Shape;1000;p9"/>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001" name="Google Shape;1001;p9"/>
          <p:cNvGrpSpPr/>
          <p:nvPr/>
        </p:nvGrpSpPr>
        <p:grpSpPr>
          <a:xfrm>
            <a:off x="4757499" y="1138274"/>
            <a:ext cx="998151" cy="998151"/>
            <a:chOff x="997149" y="1477499"/>
            <a:chExt cx="998151" cy="998151"/>
          </a:xfrm>
        </p:grpSpPr>
        <p:sp>
          <p:nvSpPr>
            <p:cNvPr id="1002" name="Google Shape;1002;p9"/>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3" name="Google Shape;1003;p9"/>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004" name="Google Shape;1004;p9"/>
          <p:cNvGrpSpPr/>
          <p:nvPr/>
        </p:nvGrpSpPr>
        <p:grpSpPr>
          <a:xfrm>
            <a:off x="4757499" y="2312599"/>
            <a:ext cx="998151" cy="998151"/>
            <a:chOff x="997149" y="1477499"/>
            <a:chExt cx="998151" cy="998151"/>
          </a:xfrm>
        </p:grpSpPr>
        <p:sp>
          <p:nvSpPr>
            <p:cNvPr id="1005" name="Google Shape;1005;p9"/>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6" name="Google Shape;1006;p9"/>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007" name="Google Shape;1007;p9"/>
          <p:cNvGrpSpPr/>
          <p:nvPr/>
        </p:nvGrpSpPr>
        <p:grpSpPr>
          <a:xfrm>
            <a:off x="4757499" y="3486924"/>
            <a:ext cx="998151" cy="998151"/>
            <a:chOff x="997149" y="1477499"/>
            <a:chExt cx="998151" cy="998151"/>
          </a:xfrm>
        </p:grpSpPr>
        <p:sp>
          <p:nvSpPr>
            <p:cNvPr id="1008" name="Google Shape;1008;p9"/>
            <p:cNvSpPr/>
            <p:nvPr/>
          </p:nvSpPr>
          <p:spPr>
            <a:xfrm>
              <a:off x="997149" y="1477499"/>
              <a:ext cx="998151" cy="998151"/>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9" name="Google Shape;1009;p9"/>
            <p:cNvSpPr/>
            <p:nvPr/>
          </p:nvSpPr>
          <p:spPr>
            <a:xfrm>
              <a:off x="1111500" y="1591850"/>
              <a:ext cx="769500" cy="7695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10" name="Google Shape;1010;p9"/>
          <p:cNvSpPr txBox="1">
            <a:spLocks noGrp="1"/>
          </p:cNvSpPr>
          <p:nvPr>
            <p:ph type="subTitle" idx="2"/>
          </p:nvPr>
        </p:nvSpPr>
        <p:spPr>
          <a:xfrm>
            <a:off x="1945325" y="1443554"/>
            <a:ext cx="2422800" cy="4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Tenses</a:t>
            </a:r>
          </a:p>
        </p:txBody>
      </p:sp>
      <p:sp>
        <p:nvSpPr>
          <p:cNvPr id="1011" name="Google Shape;1011;p9"/>
          <p:cNvSpPr txBox="1">
            <a:spLocks noGrp="1"/>
          </p:cNvSpPr>
          <p:nvPr>
            <p:ph type="title"/>
          </p:nvPr>
        </p:nvSpPr>
        <p:spPr>
          <a:xfrm>
            <a:off x="1061525" y="1340650"/>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1.</a:t>
            </a:r>
          </a:p>
        </p:txBody>
      </p:sp>
      <p:sp>
        <p:nvSpPr>
          <p:cNvPr id="1012" name="Google Shape;1012;p9"/>
          <p:cNvSpPr txBox="1">
            <a:spLocks noGrp="1"/>
          </p:cNvSpPr>
          <p:nvPr>
            <p:ph type="title" idx="3"/>
          </p:nvPr>
        </p:nvSpPr>
        <p:spPr>
          <a:xfrm>
            <a:off x="720000" y="392850"/>
            <a:ext cx="7704000" cy="67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Course Content</a:t>
            </a:r>
          </a:p>
        </p:txBody>
      </p:sp>
      <p:sp>
        <p:nvSpPr>
          <p:cNvPr id="1013" name="Google Shape;1013;p9"/>
          <p:cNvSpPr txBox="1">
            <a:spLocks noGrp="1"/>
          </p:cNvSpPr>
          <p:nvPr>
            <p:ph type="title" idx="4"/>
          </p:nvPr>
        </p:nvSpPr>
        <p:spPr>
          <a:xfrm>
            <a:off x="1061525" y="2514975"/>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2.</a:t>
            </a:r>
          </a:p>
        </p:txBody>
      </p:sp>
      <p:sp>
        <p:nvSpPr>
          <p:cNvPr id="1014" name="Google Shape;1014;p9"/>
          <p:cNvSpPr txBox="1">
            <a:spLocks noGrp="1"/>
          </p:cNvSpPr>
          <p:nvPr>
            <p:ph type="subTitle" idx="6"/>
          </p:nvPr>
        </p:nvSpPr>
        <p:spPr>
          <a:xfrm>
            <a:off x="1945325" y="2585438"/>
            <a:ext cx="2728874" cy="4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Modals and Passives</a:t>
            </a:r>
          </a:p>
        </p:txBody>
      </p:sp>
      <p:sp>
        <p:nvSpPr>
          <p:cNvPr id="1015" name="Google Shape;1015;p9"/>
          <p:cNvSpPr txBox="1">
            <a:spLocks noGrp="1"/>
          </p:cNvSpPr>
          <p:nvPr>
            <p:ph type="title" idx="7"/>
          </p:nvPr>
        </p:nvSpPr>
        <p:spPr>
          <a:xfrm>
            <a:off x="1061525" y="3689300"/>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3.</a:t>
            </a:r>
          </a:p>
        </p:txBody>
      </p:sp>
      <p:sp>
        <p:nvSpPr>
          <p:cNvPr id="1016" name="Google Shape;1016;p9"/>
          <p:cNvSpPr txBox="1">
            <a:spLocks noGrp="1"/>
          </p:cNvSpPr>
          <p:nvPr>
            <p:ph type="subTitle" idx="9"/>
          </p:nvPr>
        </p:nvSpPr>
        <p:spPr>
          <a:xfrm>
            <a:off x="1945325" y="3760325"/>
            <a:ext cx="2422800" cy="4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Parts of Speech</a:t>
            </a:r>
          </a:p>
        </p:txBody>
      </p:sp>
      <p:sp>
        <p:nvSpPr>
          <p:cNvPr id="1017" name="Google Shape;1017;p9"/>
          <p:cNvSpPr txBox="1">
            <a:spLocks noGrp="1"/>
          </p:cNvSpPr>
          <p:nvPr>
            <p:ph type="title" idx="13"/>
          </p:nvPr>
        </p:nvSpPr>
        <p:spPr>
          <a:xfrm>
            <a:off x="4936775" y="1340650"/>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4.</a:t>
            </a:r>
          </a:p>
        </p:txBody>
      </p:sp>
      <p:sp>
        <p:nvSpPr>
          <p:cNvPr id="1018" name="Google Shape;1018;p9"/>
          <p:cNvSpPr txBox="1">
            <a:spLocks noGrp="1"/>
          </p:cNvSpPr>
          <p:nvPr>
            <p:ph type="subTitle" idx="15"/>
          </p:nvPr>
        </p:nvSpPr>
        <p:spPr>
          <a:xfrm>
            <a:off x="5838950" y="1427262"/>
            <a:ext cx="3305050" cy="4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Direct Speech and Clauses</a:t>
            </a:r>
          </a:p>
        </p:txBody>
      </p:sp>
      <p:sp>
        <p:nvSpPr>
          <p:cNvPr id="1019" name="Google Shape;1019;p9"/>
          <p:cNvSpPr txBox="1">
            <a:spLocks noGrp="1"/>
          </p:cNvSpPr>
          <p:nvPr>
            <p:ph type="title" idx="16"/>
          </p:nvPr>
        </p:nvSpPr>
        <p:spPr>
          <a:xfrm>
            <a:off x="4936775" y="2514975"/>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5.</a:t>
            </a:r>
          </a:p>
        </p:txBody>
      </p:sp>
      <p:sp>
        <p:nvSpPr>
          <p:cNvPr id="1020" name="Google Shape;1020;p9"/>
          <p:cNvSpPr txBox="1">
            <a:spLocks noGrp="1"/>
          </p:cNvSpPr>
          <p:nvPr>
            <p:ph type="subTitle" idx="18"/>
          </p:nvPr>
        </p:nvSpPr>
        <p:spPr>
          <a:xfrm>
            <a:off x="5820575" y="2757902"/>
            <a:ext cx="3215840" cy="4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Articles, Determiners and Quantifiers</a:t>
            </a:r>
          </a:p>
        </p:txBody>
      </p:sp>
      <p:sp>
        <p:nvSpPr>
          <p:cNvPr id="1021" name="Google Shape;1021;p9"/>
          <p:cNvSpPr txBox="1">
            <a:spLocks noGrp="1"/>
          </p:cNvSpPr>
          <p:nvPr>
            <p:ph type="title" idx="19"/>
          </p:nvPr>
        </p:nvSpPr>
        <p:spPr>
          <a:xfrm>
            <a:off x="4936775" y="3689300"/>
            <a:ext cx="6396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6.</a:t>
            </a:r>
          </a:p>
        </p:txBody>
      </p:sp>
      <p:sp>
        <p:nvSpPr>
          <p:cNvPr id="1022" name="Google Shape;1022;p9"/>
          <p:cNvSpPr txBox="1">
            <a:spLocks noGrp="1"/>
          </p:cNvSpPr>
          <p:nvPr>
            <p:ph type="subTitle" idx="21"/>
          </p:nvPr>
        </p:nvSpPr>
        <p:spPr>
          <a:xfrm>
            <a:off x="5838950" y="4445854"/>
            <a:ext cx="3305049" cy="4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Vocabulary - phrasal verbs, idioms and proverbs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10"/>
          <p:cNvSpPr txBox="1">
            <a:spLocks noGrp="1"/>
          </p:cNvSpPr>
          <p:nvPr>
            <p:ph type="title"/>
          </p:nvPr>
        </p:nvSpPr>
        <p:spPr>
          <a:xfrm>
            <a:off x="747240" y="188495"/>
            <a:ext cx="7704000" cy="67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Course Content</a:t>
            </a:r>
          </a:p>
        </p:txBody>
      </p:sp>
      <p:sp>
        <p:nvSpPr>
          <p:cNvPr id="1028" name="Google Shape;1028;p10"/>
          <p:cNvSpPr txBox="1">
            <a:spLocks noGrp="1"/>
          </p:cNvSpPr>
          <p:nvPr>
            <p:ph type="subTitle" idx="1"/>
          </p:nvPr>
        </p:nvSpPr>
        <p:spPr>
          <a:xfrm>
            <a:off x="1064824" y="1679233"/>
            <a:ext cx="2905249" cy="291507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None/>
            </a:pPr>
            <a:r>
              <a:rPr lang="en-US" b="1"/>
              <a:t>Tenses: </a:t>
            </a:r>
            <a:r>
              <a:rPr lang="en-US" sz="1400">
                <a:latin typeface="Times New Roman" panose="02020603050405020304"/>
                <a:ea typeface="Times New Roman" panose="02020603050405020304"/>
                <a:cs typeface="Times New Roman" panose="02020603050405020304"/>
                <a:sym typeface="Times New Roman" panose="02020603050405020304"/>
              </a:rPr>
              <a:t>difference in simple present and present continuous, present perfect and past simple, past perfect and past simple, past perfect and past perfect continuous, use of future tense, be to + infinitive, future perfect and future perfect continuous, functional application of present continuous tense for the future and going to </a:t>
            </a:r>
            <a:endParaRPr b="1"/>
          </a:p>
        </p:txBody>
      </p:sp>
      <p:sp>
        <p:nvSpPr>
          <p:cNvPr id="1029" name="Google Shape;1029;p10"/>
          <p:cNvSpPr txBox="1">
            <a:spLocks noGrp="1"/>
          </p:cNvSpPr>
          <p:nvPr>
            <p:ph type="subTitle" idx="2"/>
          </p:nvPr>
        </p:nvSpPr>
        <p:spPr>
          <a:xfrm>
            <a:off x="1289041" y="1184229"/>
            <a:ext cx="2811714" cy="484800"/>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sz="2400"/>
              <a:t>UNIT-1</a:t>
            </a:r>
            <a:endParaRPr sz="2400"/>
          </a:p>
        </p:txBody>
      </p:sp>
      <p:sp>
        <p:nvSpPr>
          <p:cNvPr id="1030" name="Google Shape;1030;p10"/>
          <p:cNvSpPr txBox="1">
            <a:spLocks noGrp="1"/>
          </p:cNvSpPr>
          <p:nvPr>
            <p:ph type="subTitle" idx="3"/>
          </p:nvPr>
        </p:nvSpPr>
        <p:spPr>
          <a:xfrm>
            <a:off x="5701568" y="1741243"/>
            <a:ext cx="2422800" cy="2667206"/>
          </a:xfrm>
          <a:prstGeom prst="rect">
            <a:avLst/>
          </a:prstGeom>
          <a:noFill/>
          <a:ln>
            <a:noFill/>
          </a:ln>
        </p:spPr>
        <p:txBody>
          <a:bodyPr spcFirstLastPara="1" wrap="square" lIns="91425" tIns="91425" rIns="91425" bIns="91425" anchor="t" anchorCtr="0">
            <a:noAutofit/>
          </a:bodyPr>
          <a:lstStyle/>
          <a:p>
            <a:pPr marL="457200" lvl="0" indent="-317500" algn="just" rtl="0">
              <a:lnSpc>
                <a:spcPct val="107000"/>
              </a:lnSpc>
              <a:spcBef>
                <a:spcPts val="0"/>
              </a:spcBef>
              <a:spcAft>
                <a:spcPts val="0"/>
              </a:spcAft>
              <a:buSzPts val="1400"/>
              <a:buNone/>
            </a:pPr>
            <a:r>
              <a:rPr lang="en-US" b="1"/>
              <a:t>Modals and Passives: </a:t>
            </a:r>
            <a:r>
              <a:rPr lang="en-US" sz="1400">
                <a:latin typeface="Times New Roman" panose="02020603050405020304"/>
                <a:ea typeface="Times New Roman" panose="02020603050405020304"/>
                <a:cs typeface="Times New Roman" panose="02020603050405020304"/>
                <a:sym typeface="Times New Roman" panose="02020603050405020304"/>
              </a:rPr>
              <a:t>use of modal verbs to represent willingness, likelihood, certainty, habits, ability, permission, and offers, functional application of passives</a:t>
            </a:r>
            <a:endParaRPr sz="20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800"/>
              </a:spcBef>
              <a:spcAft>
                <a:spcPts val="0"/>
              </a:spcAft>
              <a:buSzPts val="1400"/>
              <a:buNone/>
            </a:pPr>
            <a:endParaRPr b="1"/>
          </a:p>
        </p:txBody>
      </p:sp>
      <p:sp>
        <p:nvSpPr>
          <p:cNvPr id="1031" name="Google Shape;1031;p10"/>
          <p:cNvSpPr txBox="1">
            <a:spLocks noGrp="1"/>
          </p:cNvSpPr>
          <p:nvPr>
            <p:ph type="subTitle" idx="4"/>
          </p:nvPr>
        </p:nvSpPr>
        <p:spPr>
          <a:xfrm>
            <a:off x="6148391" y="1214519"/>
            <a:ext cx="2422800" cy="484800"/>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sz="2400"/>
              <a:t>UNIT-2</a:t>
            </a:r>
            <a:endParaRPr sz="2400"/>
          </a:p>
        </p:txBody>
      </p:sp>
      <p:sp>
        <p:nvSpPr>
          <p:cNvPr id="1032" name="Google Shape;1032;p10"/>
          <p:cNvSpPr/>
          <p:nvPr/>
        </p:nvSpPr>
        <p:spPr>
          <a:xfrm>
            <a:off x="603240" y="1061058"/>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3" name="Google Shape;1033;p10"/>
          <p:cNvSpPr/>
          <p:nvPr/>
        </p:nvSpPr>
        <p:spPr>
          <a:xfrm>
            <a:off x="5391035" y="1041229"/>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034" name="Google Shape;1034;p10"/>
          <p:cNvGrpSpPr/>
          <p:nvPr/>
        </p:nvGrpSpPr>
        <p:grpSpPr>
          <a:xfrm rot="-1191639">
            <a:off x="7437428" y="106805"/>
            <a:ext cx="1577093" cy="1001281"/>
            <a:chOff x="4762250" y="3422892"/>
            <a:chExt cx="1060553" cy="673308"/>
          </a:xfrm>
        </p:grpSpPr>
        <p:sp>
          <p:nvSpPr>
            <p:cNvPr id="1035" name="Google Shape;1035;p10"/>
            <p:cNvSpPr/>
            <p:nvPr/>
          </p:nvSpPr>
          <p:spPr>
            <a:xfrm>
              <a:off x="5624831" y="3818711"/>
              <a:ext cx="197972" cy="124770"/>
            </a:xfrm>
            <a:custGeom>
              <a:avLst/>
              <a:gdLst/>
              <a:ahLst/>
              <a:cxnLst/>
              <a:rect l="l" t="t" r="r" b="b"/>
              <a:pathLst>
                <a:path w="6396" h="4031" extrusionOk="0">
                  <a:moveTo>
                    <a:pt x="2176" y="0"/>
                  </a:moveTo>
                  <a:cubicBezTo>
                    <a:pt x="801" y="0"/>
                    <a:pt x="1" y="718"/>
                    <a:pt x="1" y="718"/>
                  </a:cubicBezTo>
                  <a:lnTo>
                    <a:pt x="5723" y="4031"/>
                  </a:lnTo>
                  <a:cubicBezTo>
                    <a:pt x="6395" y="977"/>
                    <a:pt x="3461" y="201"/>
                    <a:pt x="3461" y="201"/>
                  </a:cubicBezTo>
                  <a:cubicBezTo>
                    <a:pt x="2991" y="57"/>
                    <a:pt x="2561" y="0"/>
                    <a:pt x="217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6" name="Google Shape;1036;p10"/>
            <p:cNvSpPr/>
            <p:nvPr/>
          </p:nvSpPr>
          <p:spPr>
            <a:xfrm>
              <a:off x="5544912" y="3836818"/>
              <a:ext cx="259413" cy="259382"/>
            </a:xfrm>
            <a:custGeom>
              <a:avLst/>
              <a:gdLst/>
              <a:ahLst/>
              <a:cxnLst/>
              <a:rect l="l" t="t" r="r" b="b"/>
              <a:pathLst>
                <a:path w="8381" h="8380" extrusionOk="0">
                  <a:moveTo>
                    <a:pt x="2835" y="1"/>
                  </a:moveTo>
                  <a:cubicBezTo>
                    <a:pt x="2835" y="1"/>
                    <a:pt x="770" y="905"/>
                    <a:pt x="385" y="3894"/>
                  </a:cubicBezTo>
                  <a:cubicBezTo>
                    <a:pt x="0" y="6884"/>
                    <a:pt x="1260" y="7892"/>
                    <a:pt x="1260" y="7892"/>
                  </a:cubicBezTo>
                  <a:cubicBezTo>
                    <a:pt x="1260" y="7892"/>
                    <a:pt x="1948" y="8379"/>
                    <a:pt x="2949" y="8379"/>
                  </a:cubicBezTo>
                  <a:cubicBezTo>
                    <a:pt x="3819" y="8379"/>
                    <a:pt x="4925" y="8012"/>
                    <a:pt x="6021" y="6639"/>
                  </a:cubicBezTo>
                  <a:cubicBezTo>
                    <a:pt x="8381" y="3684"/>
                    <a:pt x="6862" y="1632"/>
                    <a:pt x="6121" y="1367"/>
                  </a:cubicBezTo>
                  <a:cubicBezTo>
                    <a:pt x="6121" y="1367"/>
                    <a:pt x="3613" y="463"/>
                    <a:pt x="283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7" name="Google Shape;1037;p10"/>
            <p:cNvSpPr/>
            <p:nvPr/>
          </p:nvSpPr>
          <p:spPr>
            <a:xfrm>
              <a:off x="5555931" y="3836818"/>
              <a:ext cx="178441" cy="138977"/>
            </a:xfrm>
            <a:custGeom>
              <a:avLst/>
              <a:gdLst/>
              <a:ahLst/>
              <a:cxnLst/>
              <a:rect l="l" t="t" r="r" b="b"/>
              <a:pathLst>
                <a:path w="5765" h="4490" extrusionOk="0">
                  <a:moveTo>
                    <a:pt x="5700" y="1340"/>
                  </a:moveTo>
                  <a:lnTo>
                    <a:pt x="5765" y="1367"/>
                  </a:lnTo>
                  <a:cubicBezTo>
                    <a:pt x="5765" y="1367"/>
                    <a:pt x="5742" y="1356"/>
                    <a:pt x="5700" y="1340"/>
                  </a:cubicBezTo>
                  <a:close/>
                  <a:moveTo>
                    <a:pt x="2479" y="1"/>
                  </a:moveTo>
                  <a:cubicBezTo>
                    <a:pt x="520" y="1031"/>
                    <a:pt x="0" y="3474"/>
                    <a:pt x="0" y="3474"/>
                  </a:cubicBezTo>
                  <a:lnTo>
                    <a:pt x="1829" y="4489"/>
                  </a:lnTo>
                  <a:cubicBezTo>
                    <a:pt x="1437" y="3264"/>
                    <a:pt x="2319" y="2249"/>
                    <a:pt x="2319" y="2249"/>
                  </a:cubicBezTo>
                  <a:cubicBezTo>
                    <a:pt x="3052" y="1360"/>
                    <a:pt x="3906" y="1136"/>
                    <a:pt x="4580" y="1136"/>
                  </a:cubicBezTo>
                  <a:cubicBezTo>
                    <a:pt x="5119" y="1136"/>
                    <a:pt x="5544" y="1279"/>
                    <a:pt x="5700" y="1340"/>
                  </a:cubicBezTo>
                  <a:lnTo>
                    <a:pt x="5700" y="1340"/>
                  </a:lnTo>
                  <a:lnTo>
                    <a:pt x="247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8" name="Google Shape;1038;p10"/>
            <p:cNvSpPr/>
            <p:nvPr/>
          </p:nvSpPr>
          <p:spPr>
            <a:xfrm>
              <a:off x="4762250" y="3422892"/>
              <a:ext cx="969742" cy="658236"/>
            </a:xfrm>
            <a:custGeom>
              <a:avLst/>
              <a:gdLst/>
              <a:ahLst/>
              <a:cxnLst/>
              <a:rect l="l" t="t" r="r" b="b"/>
              <a:pathLst>
                <a:path w="31330" h="21266" extrusionOk="0">
                  <a:moveTo>
                    <a:pt x="5308" y="0"/>
                  </a:moveTo>
                  <a:cubicBezTo>
                    <a:pt x="5308" y="0"/>
                    <a:pt x="1" y="1470"/>
                    <a:pt x="1232" y="7162"/>
                  </a:cubicBezTo>
                  <a:cubicBezTo>
                    <a:pt x="1232" y="7162"/>
                    <a:pt x="13095" y="10194"/>
                    <a:pt x="26546" y="21265"/>
                  </a:cubicBezTo>
                  <a:cubicBezTo>
                    <a:pt x="26546" y="21265"/>
                    <a:pt x="24621" y="18548"/>
                    <a:pt x="26308" y="15293"/>
                  </a:cubicBezTo>
                  <a:cubicBezTo>
                    <a:pt x="27372" y="13238"/>
                    <a:pt x="29092" y="12859"/>
                    <a:pt x="30217" y="12859"/>
                  </a:cubicBezTo>
                  <a:cubicBezTo>
                    <a:pt x="30875" y="12859"/>
                    <a:pt x="31329" y="12989"/>
                    <a:pt x="31329" y="12989"/>
                  </a:cubicBezTo>
                  <a:cubicBezTo>
                    <a:pt x="13551" y="7835"/>
                    <a:pt x="5308" y="0"/>
                    <a:pt x="530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9" name="Google Shape;1039;p10"/>
            <p:cNvSpPr/>
            <p:nvPr/>
          </p:nvSpPr>
          <p:spPr>
            <a:xfrm>
              <a:off x="5175774" y="3670573"/>
              <a:ext cx="206825" cy="177667"/>
            </a:xfrm>
            <a:custGeom>
              <a:avLst/>
              <a:gdLst/>
              <a:ahLst/>
              <a:cxnLst/>
              <a:rect l="l" t="t" r="r" b="b"/>
              <a:pathLst>
                <a:path w="6682" h="5740" extrusionOk="0">
                  <a:moveTo>
                    <a:pt x="4705" y="0"/>
                  </a:moveTo>
                  <a:cubicBezTo>
                    <a:pt x="3949" y="0"/>
                    <a:pt x="2834" y="278"/>
                    <a:pt x="1794" y="1597"/>
                  </a:cubicBezTo>
                  <a:cubicBezTo>
                    <a:pt x="1" y="3881"/>
                    <a:pt x="1213" y="5456"/>
                    <a:pt x="1213" y="5456"/>
                  </a:cubicBezTo>
                  <a:cubicBezTo>
                    <a:pt x="1213" y="5456"/>
                    <a:pt x="1470" y="5740"/>
                    <a:pt x="1819" y="5740"/>
                  </a:cubicBezTo>
                  <a:cubicBezTo>
                    <a:pt x="1948" y="5740"/>
                    <a:pt x="2089" y="5701"/>
                    <a:pt x="2234" y="5595"/>
                  </a:cubicBezTo>
                  <a:cubicBezTo>
                    <a:pt x="2234" y="5595"/>
                    <a:pt x="1149" y="3972"/>
                    <a:pt x="2858" y="1982"/>
                  </a:cubicBezTo>
                  <a:cubicBezTo>
                    <a:pt x="3751" y="946"/>
                    <a:pt x="4756" y="699"/>
                    <a:pt x="5511" y="699"/>
                  </a:cubicBezTo>
                  <a:cubicBezTo>
                    <a:pt x="6200" y="699"/>
                    <a:pt x="6681" y="905"/>
                    <a:pt x="6681" y="905"/>
                  </a:cubicBezTo>
                  <a:cubicBezTo>
                    <a:pt x="6681" y="905"/>
                    <a:pt x="6548" y="478"/>
                    <a:pt x="5617" y="149"/>
                  </a:cubicBezTo>
                  <a:cubicBezTo>
                    <a:pt x="5617" y="149"/>
                    <a:pt x="5257" y="0"/>
                    <a:pt x="4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040" name="Google Shape;1040;p10"/>
          <p:cNvGrpSpPr/>
          <p:nvPr/>
        </p:nvGrpSpPr>
        <p:grpSpPr>
          <a:xfrm>
            <a:off x="5590761" y="1193622"/>
            <a:ext cx="278340" cy="345372"/>
            <a:chOff x="7200672" y="3119655"/>
            <a:chExt cx="278340" cy="345372"/>
          </a:xfrm>
        </p:grpSpPr>
        <p:sp>
          <p:nvSpPr>
            <p:cNvPr id="1041" name="Google Shape;1041;p10"/>
            <p:cNvSpPr/>
            <p:nvPr/>
          </p:nvSpPr>
          <p:spPr>
            <a:xfrm>
              <a:off x="7415729" y="3119655"/>
              <a:ext cx="63283" cy="345372"/>
            </a:xfrm>
            <a:custGeom>
              <a:avLst/>
              <a:gdLst/>
              <a:ahLst/>
              <a:cxnLst/>
              <a:rect l="l" t="t" r="r" b="b"/>
              <a:pathLst>
                <a:path w="1757" h="9589" extrusionOk="0">
                  <a:moveTo>
                    <a:pt x="0" y="0"/>
                  </a:moveTo>
                  <a:lnTo>
                    <a:pt x="0" y="9588"/>
                  </a:lnTo>
                  <a:lnTo>
                    <a:pt x="1503" y="9588"/>
                  </a:lnTo>
                  <a:cubicBezTo>
                    <a:pt x="1650" y="9588"/>
                    <a:pt x="1757" y="9474"/>
                    <a:pt x="1757" y="9334"/>
                  </a:cubicBezTo>
                  <a:lnTo>
                    <a:pt x="1757" y="254"/>
                  </a:lnTo>
                  <a:cubicBezTo>
                    <a:pt x="1757" y="114"/>
                    <a:pt x="1650" y="0"/>
                    <a:pt x="150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2" name="Google Shape;1042;p10"/>
            <p:cNvSpPr/>
            <p:nvPr/>
          </p:nvSpPr>
          <p:spPr>
            <a:xfrm>
              <a:off x="7227252" y="3119655"/>
              <a:ext cx="168454" cy="345372"/>
            </a:xfrm>
            <a:custGeom>
              <a:avLst/>
              <a:gdLst/>
              <a:ahLst/>
              <a:cxnLst/>
              <a:rect l="l" t="t" r="r" b="b"/>
              <a:pathLst>
                <a:path w="4677" h="9589" extrusionOk="0">
                  <a:moveTo>
                    <a:pt x="254" y="0"/>
                  </a:moveTo>
                  <a:cubicBezTo>
                    <a:pt x="115" y="0"/>
                    <a:pt x="0" y="114"/>
                    <a:pt x="0" y="254"/>
                  </a:cubicBezTo>
                  <a:lnTo>
                    <a:pt x="0" y="1140"/>
                  </a:lnTo>
                  <a:lnTo>
                    <a:pt x="451" y="1140"/>
                  </a:lnTo>
                  <a:cubicBezTo>
                    <a:pt x="607" y="1140"/>
                    <a:pt x="731" y="1270"/>
                    <a:pt x="731" y="1428"/>
                  </a:cubicBezTo>
                  <a:cubicBezTo>
                    <a:pt x="731" y="1575"/>
                    <a:pt x="607" y="1705"/>
                    <a:pt x="451" y="1705"/>
                  </a:cubicBezTo>
                  <a:lnTo>
                    <a:pt x="0" y="1705"/>
                  </a:lnTo>
                  <a:lnTo>
                    <a:pt x="0" y="2264"/>
                  </a:lnTo>
                  <a:lnTo>
                    <a:pt x="451" y="2264"/>
                  </a:lnTo>
                  <a:cubicBezTo>
                    <a:pt x="607" y="2264"/>
                    <a:pt x="731" y="2394"/>
                    <a:pt x="731" y="2550"/>
                  </a:cubicBezTo>
                  <a:cubicBezTo>
                    <a:pt x="731" y="2698"/>
                    <a:pt x="607" y="2829"/>
                    <a:pt x="451" y="2829"/>
                  </a:cubicBezTo>
                  <a:lnTo>
                    <a:pt x="0" y="2829"/>
                  </a:lnTo>
                  <a:lnTo>
                    <a:pt x="0" y="3387"/>
                  </a:lnTo>
                  <a:lnTo>
                    <a:pt x="451" y="3387"/>
                  </a:lnTo>
                  <a:cubicBezTo>
                    <a:pt x="607" y="3387"/>
                    <a:pt x="731" y="3519"/>
                    <a:pt x="731" y="3674"/>
                  </a:cubicBezTo>
                  <a:cubicBezTo>
                    <a:pt x="731" y="3822"/>
                    <a:pt x="607" y="3954"/>
                    <a:pt x="451" y="3954"/>
                  </a:cubicBezTo>
                  <a:lnTo>
                    <a:pt x="0" y="3954"/>
                  </a:lnTo>
                  <a:lnTo>
                    <a:pt x="0" y="4511"/>
                  </a:lnTo>
                  <a:lnTo>
                    <a:pt x="451" y="4511"/>
                  </a:lnTo>
                  <a:cubicBezTo>
                    <a:pt x="607" y="4511"/>
                    <a:pt x="731" y="4643"/>
                    <a:pt x="731" y="4798"/>
                  </a:cubicBezTo>
                  <a:cubicBezTo>
                    <a:pt x="731" y="4946"/>
                    <a:pt x="607" y="5078"/>
                    <a:pt x="451" y="5078"/>
                  </a:cubicBezTo>
                  <a:lnTo>
                    <a:pt x="0" y="5078"/>
                  </a:lnTo>
                  <a:lnTo>
                    <a:pt x="0" y="5635"/>
                  </a:lnTo>
                  <a:lnTo>
                    <a:pt x="451" y="5635"/>
                  </a:lnTo>
                  <a:cubicBezTo>
                    <a:pt x="607" y="5635"/>
                    <a:pt x="731" y="5767"/>
                    <a:pt x="731" y="5922"/>
                  </a:cubicBezTo>
                  <a:cubicBezTo>
                    <a:pt x="731" y="6070"/>
                    <a:pt x="607" y="6202"/>
                    <a:pt x="451" y="6202"/>
                  </a:cubicBezTo>
                  <a:lnTo>
                    <a:pt x="0" y="6202"/>
                  </a:lnTo>
                  <a:lnTo>
                    <a:pt x="0" y="6759"/>
                  </a:lnTo>
                  <a:lnTo>
                    <a:pt x="451" y="6759"/>
                  </a:lnTo>
                  <a:cubicBezTo>
                    <a:pt x="607" y="6759"/>
                    <a:pt x="731" y="6891"/>
                    <a:pt x="731" y="7047"/>
                  </a:cubicBezTo>
                  <a:cubicBezTo>
                    <a:pt x="731" y="7194"/>
                    <a:pt x="607" y="7324"/>
                    <a:pt x="451" y="7324"/>
                  </a:cubicBezTo>
                  <a:lnTo>
                    <a:pt x="0" y="7324"/>
                  </a:lnTo>
                  <a:lnTo>
                    <a:pt x="0" y="7883"/>
                  </a:lnTo>
                  <a:lnTo>
                    <a:pt x="451" y="7883"/>
                  </a:lnTo>
                  <a:cubicBezTo>
                    <a:pt x="607" y="7883"/>
                    <a:pt x="731" y="8013"/>
                    <a:pt x="731" y="8171"/>
                  </a:cubicBezTo>
                  <a:cubicBezTo>
                    <a:pt x="731" y="8319"/>
                    <a:pt x="607" y="8449"/>
                    <a:pt x="451" y="8449"/>
                  </a:cubicBezTo>
                  <a:lnTo>
                    <a:pt x="0" y="8449"/>
                  </a:lnTo>
                  <a:lnTo>
                    <a:pt x="0" y="9334"/>
                  </a:lnTo>
                  <a:cubicBezTo>
                    <a:pt x="0" y="9474"/>
                    <a:pt x="115" y="9588"/>
                    <a:pt x="254" y="9588"/>
                  </a:cubicBezTo>
                  <a:lnTo>
                    <a:pt x="4676" y="9588"/>
                  </a:lnTo>
                  <a:lnTo>
                    <a:pt x="467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3" name="Google Shape;1043;p10"/>
            <p:cNvSpPr/>
            <p:nvPr/>
          </p:nvSpPr>
          <p:spPr>
            <a:xfrm>
              <a:off x="7200672" y="3403578"/>
              <a:ext cx="26617" cy="20386"/>
            </a:xfrm>
            <a:custGeom>
              <a:avLst/>
              <a:gdLst/>
              <a:ahLst/>
              <a:cxnLst/>
              <a:rect l="l" t="t" r="r" b="b"/>
              <a:pathLst>
                <a:path w="739" h="566" extrusionOk="0">
                  <a:moveTo>
                    <a:pt x="287" y="0"/>
                  </a:moveTo>
                  <a:cubicBezTo>
                    <a:pt x="130" y="0"/>
                    <a:pt x="0" y="130"/>
                    <a:pt x="0" y="288"/>
                  </a:cubicBezTo>
                  <a:cubicBezTo>
                    <a:pt x="0" y="436"/>
                    <a:pt x="130" y="566"/>
                    <a:pt x="287" y="566"/>
                  </a:cubicBezTo>
                  <a:lnTo>
                    <a:pt x="738" y="566"/>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4" name="Google Shape;1044;p10"/>
            <p:cNvSpPr/>
            <p:nvPr/>
          </p:nvSpPr>
          <p:spPr>
            <a:xfrm>
              <a:off x="7200672" y="3363094"/>
              <a:ext cx="26617" cy="20386"/>
            </a:xfrm>
            <a:custGeom>
              <a:avLst/>
              <a:gdLst/>
              <a:ahLst/>
              <a:cxnLst/>
              <a:rect l="l" t="t" r="r" b="b"/>
              <a:pathLst>
                <a:path w="739" h="566" extrusionOk="0">
                  <a:moveTo>
                    <a:pt x="287" y="0"/>
                  </a:moveTo>
                  <a:cubicBezTo>
                    <a:pt x="130" y="0"/>
                    <a:pt x="0" y="132"/>
                    <a:pt x="0" y="288"/>
                  </a:cubicBezTo>
                  <a:cubicBezTo>
                    <a:pt x="0" y="435"/>
                    <a:pt x="130" y="565"/>
                    <a:pt x="287" y="565"/>
                  </a:cubicBezTo>
                  <a:lnTo>
                    <a:pt x="738" y="565"/>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5" name="Google Shape;1045;p10"/>
            <p:cNvSpPr/>
            <p:nvPr/>
          </p:nvSpPr>
          <p:spPr>
            <a:xfrm>
              <a:off x="7200672" y="3322611"/>
              <a:ext cx="26617" cy="20458"/>
            </a:xfrm>
            <a:custGeom>
              <a:avLst/>
              <a:gdLst/>
              <a:ahLst/>
              <a:cxnLst/>
              <a:rect l="l" t="t" r="r" b="b"/>
              <a:pathLst>
                <a:path w="739" h="568" extrusionOk="0">
                  <a:moveTo>
                    <a:pt x="287" y="0"/>
                  </a:moveTo>
                  <a:cubicBezTo>
                    <a:pt x="130" y="0"/>
                    <a:pt x="0" y="132"/>
                    <a:pt x="0" y="287"/>
                  </a:cubicBezTo>
                  <a:cubicBezTo>
                    <a:pt x="0" y="435"/>
                    <a:pt x="130" y="567"/>
                    <a:pt x="287" y="567"/>
                  </a:cubicBezTo>
                  <a:lnTo>
                    <a:pt x="738" y="567"/>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6" name="Google Shape;1046;p10"/>
            <p:cNvSpPr/>
            <p:nvPr/>
          </p:nvSpPr>
          <p:spPr>
            <a:xfrm>
              <a:off x="7200672" y="3282092"/>
              <a:ext cx="26617" cy="20458"/>
            </a:xfrm>
            <a:custGeom>
              <a:avLst/>
              <a:gdLst/>
              <a:ahLst/>
              <a:cxnLst/>
              <a:rect l="l" t="t" r="r" b="b"/>
              <a:pathLst>
                <a:path w="739" h="568" extrusionOk="0">
                  <a:moveTo>
                    <a:pt x="287" y="1"/>
                  </a:moveTo>
                  <a:cubicBezTo>
                    <a:pt x="130" y="1"/>
                    <a:pt x="0" y="133"/>
                    <a:pt x="0" y="288"/>
                  </a:cubicBezTo>
                  <a:cubicBezTo>
                    <a:pt x="0" y="436"/>
                    <a:pt x="130" y="568"/>
                    <a:pt x="287" y="568"/>
                  </a:cubicBezTo>
                  <a:lnTo>
                    <a:pt x="738" y="568"/>
                  </a:lnTo>
                  <a:lnTo>
                    <a:pt x="73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7" name="Google Shape;1047;p10"/>
            <p:cNvSpPr/>
            <p:nvPr/>
          </p:nvSpPr>
          <p:spPr>
            <a:xfrm>
              <a:off x="7200672" y="3241609"/>
              <a:ext cx="26617" cy="20458"/>
            </a:xfrm>
            <a:custGeom>
              <a:avLst/>
              <a:gdLst/>
              <a:ahLst/>
              <a:cxnLst/>
              <a:rect l="l" t="t" r="r" b="b"/>
              <a:pathLst>
                <a:path w="739" h="568" extrusionOk="0">
                  <a:moveTo>
                    <a:pt x="287" y="1"/>
                  </a:moveTo>
                  <a:cubicBezTo>
                    <a:pt x="130" y="1"/>
                    <a:pt x="0" y="133"/>
                    <a:pt x="0" y="288"/>
                  </a:cubicBezTo>
                  <a:cubicBezTo>
                    <a:pt x="0" y="436"/>
                    <a:pt x="130" y="568"/>
                    <a:pt x="287" y="568"/>
                  </a:cubicBezTo>
                  <a:lnTo>
                    <a:pt x="738" y="568"/>
                  </a:lnTo>
                  <a:lnTo>
                    <a:pt x="73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8" name="Google Shape;1048;p10"/>
            <p:cNvSpPr/>
            <p:nvPr/>
          </p:nvSpPr>
          <p:spPr>
            <a:xfrm>
              <a:off x="7200672" y="3201198"/>
              <a:ext cx="26617" cy="20386"/>
            </a:xfrm>
            <a:custGeom>
              <a:avLst/>
              <a:gdLst/>
              <a:ahLst/>
              <a:cxnLst/>
              <a:rect l="l" t="t" r="r" b="b"/>
              <a:pathLst>
                <a:path w="739" h="566" extrusionOk="0">
                  <a:moveTo>
                    <a:pt x="287" y="0"/>
                  </a:moveTo>
                  <a:cubicBezTo>
                    <a:pt x="130" y="0"/>
                    <a:pt x="0" y="130"/>
                    <a:pt x="0" y="286"/>
                  </a:cubicBezTo>
                  <a:cubicBezTo>
                    <a:pt x="0" y="434"/>
                    <a:pt x="130" y="565"/>
                    <a:pt x="287" y="565"/>
                  </a:cubicBezTo>
                  <a:lnTo>
                    <a:pt x="738" y="565"/>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9" name="Google Shape;1049;p10"/>
            <p:cNvSpPr/>
            <p:nvPr/>
          </p:nvSpPr>
          <p:spPr>
            <a:xfrm>
              <a:off x="7200672" y="3160715"/>
              <a:ext cx="26617" cy="20386"/>
            </a:xfrm>
            <a:custGeom>
              <a:avLst/>
              <a:gdLst/>
              <a:ahLst/>
              <a:cxnLst/>
              <a:rect l="l" t="t" r="r" b="b"/>
              <a:pathLst>
                <a:path w="739" h="566" extrusionOk="0">
                  <a:moveTo>
                    <a:pt x="287" y="0"/>
                  </a:moveTo>
                  <a:cubicBezTo>
                    <a:pt x="130" y="0"/>
                    <a:pt x="0" y="130"/>
                    <a:pt x="0" y="288"/>
                  </a:cubicBezTo>
                  <a:cubicBezTo>
                    <a:pt x="0" y="435"/>
                    <a:pt x="130" y="565"/>
                    <a:pt x="287" y="565"/>
                  </a:cubicBezTo>
                  <a:lnTo>
                    <a:pt x="738" y="565"/>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050" name="Google Shape;1050;p10"/>
          <p:cNvGrpSpPr/>
          <p:nvPr/>
        </p:nvGrpSpPr>
        <p:grpSpPr>
          <a:xfrm>
            <a:off x="811987" y="1226735"/>
            <a:ext cx="260298" cy="345732"/>
            <a:chOff x="6418562" y="1941035"/>
            <a:chExt cx="260298" cy="345732"/>
          </a:xfrm>
        </p:grpSpPr>
        <p:sp>
          <p:nvSpPr>
            <p:cNvPr id="1051" name="Google Shape;1051;p10"/>
            <p:cNvSpPr/>
            <p:nvPr/>
          </p:nvSpPr>
          <p:spPr>
            <a:xfrm>
              <a:off x="6517213" y="2171219"/>
              <a:ext cx="20458" cy="20386"/>
            </a:xfrm>
            <a:custGeom>
              <a:avLst/>
              <a:gdLst/>
              <a:ahLst/>
              <a:cxnLst/>
              <a:rect l="l" t="t" r="r" b="b"/>
              <a:pathLst>
                <a:path w="568" h="566" extrusionOk="0">
                  <a:moveTo>
                    <a:pt x="0" y="0"/>
                  </a:moveTo>
                  <a:lnTo>
                    <a:pt x="0" y="565"/>
                  </a:lnTo>
                  <a:lnTo>
                    <a:pt x="567" y="565"/>
                  </a:lnTo>
                  <a:lnTo>
                    <a:pt x="56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2" name="Google Shape;1052;p10"/>
            <p:cNvSpPr/>
            <p:nvPr/>
          </p:nvSpPr>
          <p:spPr>
            <a:xfrm>
              <a:off x="6517213" y="2211991"/>
              <a:ext cx="20458" cy="20386"/>
            </a:xfrm>
            <a:custGeom>
              <a:avLst/>
              <a:gdLst/>
              <a:ahLst/>
              <a:cxnLst/>
              <a:rect l="l" t="t" r="r" b="b"/>
              <a:pathLst>
                <a:path w="568" h="566" extrusionOk="0">
                  <a:moveTo>
                    <a:pt x="0" y="0"/>
                  </a:moveTo>
                  <a:lnTo>
                    <a:pt x="0" y="565"/>
                  </a:lnTo>
                  <a:lnTo>
                    <a:pt x="567" y="565"/>
                  </a:lnTo>
                  <a:lnTo>
                    <a:pt x="56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3" name="Google Shape;1053;p10"/>
            <p:cNvSpPr/>
            <p:nvPr/>
          </p:nvSpPr>
          <p:spPr>
            <a:xfrm>
              <a:off x="6517213" y="2130736"/>
              <a:ext cx="20458" cy="20386"/>
            </a:xfrm>
            <a:custGeom>
              <a:avLst/>
              <a:gdLst/>
              <a:ahLst/>
              <a:cxnLst/>
              <a:rect l="l" t="t" r="r" b="b"/>
              <a:pathLst>
                <a:path w="568" h="566" extrusionOk="0">
                  <a:moveTo>
                    <a:pt x="0" y="0"/>
                  </a:moveTo>
                  <a:lnTo>
                    <a:pt x="0" y="565"/>
                  </a:lnTo>
                  <a:lnTo>
                    <a:pt x="567" y="565"/>
                  </a:lnTo>
                  <a:lnTo>
                    <a:pt x="56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4" name="Google Shape;1054;p10"/>
            <p:cNvSpPr/>
            <p:nvPr/>
          </p:nvSpPr>
          <p:spPr>
            <a:xfrm>
              <a:off x="6476730" y="2211991"/>
              <a:ext cx="20170" cy="20386"/>
            </a:xfrm>
            <a:custGeom>
              <a:avLst/>
              <a:gdLst/>
              <a:ahLst/>
              <a:cxnLst/>
              <a:rect l="l" t="t" r="r" b="b"/>
              <a:pathLst>
                <a:path w="560" h="566" extrusionOk="0">
                  <a:moveTo>
                    <a:pt x="0" y="0"/>
                  </a:moveTo>
                  <a:lnTo>
                    <a:pt x="0" y="565"/>
                  </a:lnTo>
                  <a:lnTo>
                    <a:pt x="559" y="565"/>
                  </a:lnTo>
                  <a:lnTo>
                    <a:pt x="55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5" name="Google Shape;1055;p10"/>
            <p:cNvSpPr/>
            <p:nvPr/>
          </p:nvSpPr>
          <p:spPr>
            <a:xfrm>
              <a:off x="6476730" y="2130736"/>
              <a:ext cx="20170" cy="20386"/>
            </a:xfrm>
            <a:custGeom>
              <a:avLst/>
              <a:gdLst/>
              <a:ahLst/>
              <a:cxnLst/>
              <a:rect l="l" t="t" r="r" b="b"/>
              <a:pathLst>
                <a:path w="560" h="566" extrusionOk="0">
                  <a:moveTo>
                    <a:pt x="0" y="0"/>
                  </a:moveTo>
                  <a:lnTo>
                    <a:pt x="0" y="565"/>
                  </a:lnTo>
                  <a:lnTo>
                    <a:pt x="559" y="565"/>
                  </a:lnTo>
                  <a:lnTo>
                    <a:pt x="55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6" name="Google Shape;1056;p10"/>
            <p:cNvSpPr/>
            <p:nvPr/>
          </p:nvSpPr>
          <p:spPr>
            <a:xfrm>
              <a:off x="6557696" y="2211991"/>
              <a:ext cx="20458" cy="20386"/>
            </a:xfrm>
            <a:custGeom>
              <a:avLst/>
              <a:gdLst/>
              <a:ahLst/>
              <a:cxnLst/>
              <a:rect l="l" t="t" r="r" b="b"/>
              <a:pathLst>
                <a:path w="568" h="566" extrusionOk="0">
                  <a:moveTo>
                    <a:pt x="1" y="0"/>
                  </a:moveTo>
                  <a:lnTo>
                    <a:pt x="1" y="565"/>
                  </a:lnTo>
                  <a:lnTo>
                    <a:pt x="568" y="565"/>
                  </a:lnTo>
                  <a:lnTo>
                    <a:pt x="56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7" name="Google Shape;1057;p10"/>
            <p:cNvSpPr/>
            <p:nvPr/>
          </p:nvSpPr>
          <p:spPr>
            <a:xfrm>
              <a:off x="6476730" y="2171219"/>
              <a:ext cx="20170" cy="20386"/>
            </a:xfrm>
            <a:custGeom>
              <a:avLst/>
              <a:gdLst/>
              <a:ahLst/>
              <a:cxnLst/>
              <a:rect l="l" t="t" r="r" b="b"/>
              <a:pathLst>
                <a:path w="560" h="566" extrusionOk="0">
                  <a:moveTo>
                    <a:pt x="0" y="0"/>
                  </a:moveTo>
                  <a:lnTo>
                    <a:pt x="0" y="565"/>
                  </a:lnTo>
                  <a:lnTo>
                    <a:pt x="559" y="565"/>
                  </a:lnTo>
                  <a:lnTo>
                    <a:pt x="55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8" name="Google Shape;1058;p10"/>
            <p:cNvSpPr/>
            <p:nvPr/>
          </p:nvSpPr>
          <p:spPr>
            <a:xfrm>
              <a:off x="6476730" y="2001579"/>
              <a:ext cx="143962" cy="62094"/>
            </a:xfrm>
            <a:custGeom>
              <a:avLst/>
              <a:gdLst/>
              <a:ahLst/>
              <a:cxnLst/>
              <a:rect l="l" t="t" r="r" b="b"/>
              <a:pathLst>
                <a:path w="3997" h="1724" extrusionOk="0">
                  <a:moveTo>
                    <a:pt x="0" y="1"/>
                  </a:moveTo>
                  <a:lnTo>
                    <a:pt x="0" y="1724"/>
                  </a:lnTo>
                  <a:lnTo>
                    <a:pt x="3997" y="1724"/>
                  </a:lnTo>
                  <a:lnTo>
                    <a:pt x="3997"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9" name="Google Shape;1059;p10"/>
            <p:cNvSpPr/>
            <p:nvPr/>
          </p:nvSpPr>
          <p:spPr>
            <a:xfrm>
              <a:off x="6557696" y="2171219"/>
              <a:ext cx="20458" cy="20386"/>
            </a:xfrm>
            <a:custGeom>
              <a:avLst/>
              <a:gdLst/>
              <a:ahLst/>
              <a:cxnLst/>
              <a:rect l="l" t="t" r="r" b="b"/>
              <a:pathLst>
                <a:path w="568" h="566" extrusionOk="0">
                  <a:moveTo>
                    <a:pt x="1" y="0"/>
                  </a:moveTo>
                  <a:lnTo>
                    <a:pt x="1" y="565"/>
                  </a:lnTo>
                  <a:lnTo>
                    <a:pt x="568" y="565"/>
                  </a:lnTo>
                  <a:lnTo>
                    <a:pt x="56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0" name="Google Shape;1060;p10"/>
            <p:cNvSpPr/>
            <p:nvPr/>
          </p:nvSpPr>
          <p:spPr>
            <a:xfrm>
              <a:off x="6418562" y="1941035"/>
              <a:ext cx="260298" cy="345732"/>
            </a:xfrm>
            <a:custGeom>
              <a:avLst/>
              <a:gdLst/>
              <a:ahLst/>
              <a:cxnLst/>
              <a:rect l="l" t="t" r="r" b="b"/>
              <a:pathLst>
                <a:path w="7227" h="9599" extrusionOk="0">
                  <a:moveTo>
                    <a:pt x="5890" y="1125"/>
                  </a:moveTo>
                  <a:cubicBezTo>
                    <a:pt x="6045" y="1125"/>
                    <a:pt x="6177" y="1247"/>
                    <a:pt x="6177" y="1402"/>
                  </a:cubicBezTo>
                  <a:lnTo>
                    <a:pt x="6177" y="3684"/>
                  </a:lnTo>
                  <a:cubicBezTo>
                    <a:pt x="6177" y="3840"/>
                    <a:pt x="6045" y="3962"/>
                    <a:pt x="5890" y="3962"/>
                  </a:cubicBezTo>
                  <a:lnTo>
                    <a:pt x="1330" y="3962"/>
                  </a:lnTo>
                  <a:cubicBezTo>
                    <a:pt x="1172" y="3962"/>
                    <a:pt x="1050" y="3840"/>
                    <a:pt x="1050" y="3684"/>
                  </a:cubicBezTo>
                  <a:lnTo>
                    <a:pt x="1050" y="1402"/>
                  </a:lnTo>
                  <a:cubicBezTo>
                    <a:pt x="1050" y="1247"/>
                    <a:pt x="1172" y="1125"/>
                    <a:pt x="1330" y="1125"/>
                  </a:cubicBezTo>
                  <a:close/>
                  <a:moveTo>
                    <a:pt x="5890" y="4708"/>
                  </a:moveTo>
                  <a:cubicBezTo>
                    <a:pt x="6045" y="4708"/>
                    <a:pt x="6177" y="4832"/>
                    <a:pt x="6177" y="4987"/>
                  </a:cubicBezTo>
                  <a:lnTo>
                    <a:pt x="6177" y="8368"/>
                  </a:lnTo>
                  <a:cubicBezTo>
                    <a:pt x="6177" y="8523"/>
                    <a:pt x="6045" y="8646"/>
                    <a:pt x="5890" y="8646"/>
                  </a:cubicBezTo>
                  <a:lnTo>
                    <a:pt x="1330" y="8646"/>
                  </a:lnTo>
                  <a:cubicBezTo>
                    <a:pt x="1172" y="8646"/>
                    <a:pt x="1050" y="8523"/>
                    <a:pt x="1050" y="8368"/>
                  </a:cubicBezTo>
                  <a:lnTo>
                    <a:pt x="1050" y="4987"/>
                  </a:lnTo>
                  <a:cubicBezTo>
                    <a:pt x="1050" y="4832"/>
                    <a:pt x="1172" y="4708"/>
                    <a:pt x="1330" y="4708"/>
                  </a:cubicBezTo>
                  <a:close/>
                  <a:moveTo>
                    <a:pt x="286" y="0"/>
                  </a:moveTo>
                  <a:cubicBezTo>
                    <a:pt x="131" y="0"/>
                    <a:pt x="1" y="130"/>
                    <a:pt x="1" y="296"/>
                  </a:cubicBezTo>
                  <a:lnTo>
                    <a:pt x="1" y="9303"/>
                  </a:lnTo>
                  <a:cubicBezTo>
                    <a:pt x="1" y="9467"/>
                    <a:pt x="131" y="9598"/>
                    <a:pt x="286" y="9598"/>
                  </a:cubicBezTo>
                  <a:lnTo>
                    <a:pt x="6941" y="9598"/>
                  </a:lnTo>
                  <a:cubicBezTo>
                    <a:pt x="7096" y="9598"/>
                    <a:pt x="7226" y="9467"/>
                    <a:pt x="7226" y="9303"/>
                  </a:cubicBezTo>
                  <a:lnTo>
                    <a:pt x="7226" y="296"/>
                  </a:lnTo>
                  <a:cubicBezTo>
                    <a:pt x="7226" y="130"/>
                    <a:pt x="7096" y="0"/>
                    <a:pt x="694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1" name="Google Shape;1061;p10"/>
            <p:cNvSpPr/>
            <p:nvPr/>
          </p:nvSpPr>
          <p:spPr>
            <a:xfrm>
              <a:off x="6598179" y="2130736"/>
              <a:ext cx="22511" cy="101641"/>
            </a:xfrm>
            <a:custGeom>
              <a:avLst/>
              <a:gdLst/>
              <a:ahLst/>
              <a:cxnLst/>
              <a:rect l="l" t="t" r="r" b="b"/>
              <a:pathLst>
                <a:path w="625" h="2822" extrusionOk="0">
                  <a:moveTo>
                    <a:pt x="1" y="0"/>
                  </a:moveTo>
                  <a:lnTo>
                    <a:pt x="1" y="2821"/>
                  </a:lnTo>
                  <a:lnTo>
                    <a:pt x="625" y="2821"/>
                  </a:lnTo>
                  <a:lnTo>
                    <a:pt x="62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2" name="Google Shape;1062;p10"/>
            <p:cNvSpPr/>
            <p:nvPr/>
          </p:nvSpPr>
          <p:spPr>
            <a:xfrm>
              <a:off x="6557696" y="2130736"/>
              <a:ext cx="20458" cy="20386"/>
            </a:xfrm>
            <a:custGeom>
              <a:avLst/>
              <a:gdLst/>
              <a:ahLst/>
              <a:cxnLst/>
              <a:rect l="l" t="t" r="r" b="b"/>
              <a:pathLst>
                <a:path w="568" h="566" extrusionOk="0">
                  <a:moveTo>
                    <a:pt x="1" y="0"/>
                  </a:moveTo>
                  <a:lnTo>
                    <a:pt x="1" y="565"/>
                  </a:lnTo>
                  <a:lnTo>
                    <a:pt x="568" y="565"/>
                  </a:lnTo>
                  <a:lnTo>
                    <a:pt x="56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11"/>
          <p:cNvSpPr txBox="1">
            <a:spLocks noGrp="1"/>
          </p:cNvSpPr>
          <p:nvPr>
            <p:ph type="subTitle" idx="3"/>
          </p:nvPr>
        </p:nvSpPr>
        <p:spPr>
          <a:xfrm>
            <a:off x="5614879" y="1470604"/>
            <a:ext cx="2903776" cy="2276027"/>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None/>
            </a:pPr>
            <a:r>
              <a:rPr lang="en-US" sz="1400" b="1"/>
              <a:t>Direct Speech and Clauses: </a:t>
            </a:r>
            <a:r>
              <a:rPr lang="en-US" sz="1400">
                <a:latin typeface="Times New Roman" panose="02020603050405020304"/>
                <a:ea typeface="Times New Roman" panose="02020603050405020304"/>
                <a:cs typeface="Times New Roman" panose="02020603050405020304"/>
                <a:sym typeface="Times New Roman" panose="02020603050405020304"/>
              </a:rPr>
              <a:t>functional application for reporting people’s thoughts and words, reporting statements, functional application for reporting statements using modal verbs, reporting offers, suggestions, orders, and intentions, relative clauses and other types of clause, participle clauses,  participle clauses with adverbial meaning</a:t>
            </a:r>
            <a:endParaRPr sz="1400"/>
          </a:p>
          <a:p>
            <a:pPr marL="457200" lvl="0" indent="-317500" algn="l" rtl="0">
              <a:lnSpc>
                <a:spcPct val="115000"/>
              </a:lnSpc>
              <a:spcBef>
                <a:spcPts val="0"/>
              </a:spcBef>
              <a:spcAft>
                <a:spcPts val="0"/>
              </a:spcAft>
              <a:buSzPts val="1400"/>
              <a:buNone/>
            </a:pPr>
            <a:endParaRPr b="1"/>
          </a:p>
        </p:txBody>
      </p:sp>
      <p:sp>
        <p:nvSpPr>
          <p:cNvPr id="1068" name="Google Shape;1068;p11"/>
          <p:cNvSpPr txBox="1">
            <a:spLocks noGrp="1"/>
          </p:cNvSpPr>
          <p:nvPr>
            <p:ph type="subTitle" idx="4"/>
          </p:nvPr>
        </p:nvSpPr>
        <p:spPr>
          <a:xfrm>
            <a:off x="5918674" y="912070"/>
            <a:ext cx="1338105" cy="484800"/>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sz="2400"/>
              <a:t>UNIT-4</a:t>
            </a:r>
            <a:endParaRPr sz="2400"/>
          </a:p>
        </p:txBody>
      </p:sp>
      <p:sp>
        <p:nvSpPr>
          <p:cNvPr id="1069" name="Google Shape;1069;p11"/>
          <p:cNvSpPr/>
          <p:nvPr/>
        </p:nvSpPr>
        <p:spPr>
          <a:xfrm>
            <a:off x="5136813" y="806466"/>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070" name="Google Shape;1070;p11"/>
          <p:cNvGrpSpPr/>
          <p:nvPr/>
        </p:nvGrpSpPr>
        <p:grpSpPr>
          <a:xfrm rot="-1191639">
            <a:off x="7437428" y="106805"/>
            <a:ext cx="1577093" cy="1001281"/>
            <a:chOff x="4762250" y="3422892"/>
            <a:chExt cx="1060553" cy="673308"/>
          </a:xfrm>
        </p:grpSpPr>
        <p:sp>
          <p:nvSpPr>
            <p:cNvPr id="1071" name="Google Shape;1071;p11"/>
            <p:cNvSpPr/>
            <p:nvPr/>
          </p:nvSpPr>
          <p:spPr>
            <a:xfrm>
              <a:off x="5624831" y="3818711"/>
              <a:ext cx="197972" cy="124770"/>
            </a:xfrm>
            <a:custGeom>
              <a:avLst/>
              <a:gdLst/>
              <a:ahLst/>
              <a:cxnLst/>
              <a:rect l="l" t="t" r="r" b="b"/>
              <a:pathLst>
                <a:path w="6396" h="4031" extrusionOk="0">
                  <a:moveTo>
                    <a:pt x="2176" y="0"/>
                  </a:moveTo>
                  <a:cubicBezTo>
                    <a:pt x="801" y="0"/>
                    <a:pt x="1" y="718"/>
                    <a:pt x="1" y="718"/>
                  </a:cubicBezTo>
                  <a:lnTo>
                    <a:pt x="5723" y="4031"/>
                  </a:lnTo>
                  <a:cubicBezTo>
                    <a:pt x="6395" y="977"/>
                    <a:pt x="3461" y="201"/>
                    <a:pt x="3461" y="201"/>
                  </a:cubicBezTo>
                  <a:cubicBezTo>
                    <a:pt x="2991" y="57"/>
                    <a:pt x="2561" y="0"/>
                    <a:pt x="217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2" name="Google Shape;1072;p11"/>
            <p:cNvSpPr/>
            <p:nvPr/>
          </p:nvSpPr>
          <p:spPr>
            <a:xfrm>
              <a:off x="5544912" y="3836818"/>
              <a:ext cx="259413" cy="259382"/>
            </a:xfrm>
            <a:custGeom>
              <a:avLst/>
              <a:gdLst/>
              <a:ahLst/>
              <a:cxnLst/>
              <a:rect l="l" t="t" r="r" b="b"/>
              <a:pathLst>
                <a:path w="8381" h="8380" extrusionOk="0">
                  <a:moveTo>
                    <a:pt x="2835" y="1"/>
                  </a:moveTo>
                  <a:cubicBezTo>
                    <a:pt x="2835" y="1"/>
                    <a:pt x="770" y="905"/>
                    <a:pt x="385" y="3894"/>
                  </a:cubicBezTo>
                  <a:cubicBezTo>
                    <a:pt x="0" y="6884"/>
                    <a:pt x="1260" y="7892"/>
                    <a:pt x="1260" y="7892"/>
                  </a:cubicBezTo>
                  <a:cubicBezTo>
                    <a:pt x="1260" y="7892"/>
                    <a:pt x="1948" y="8379"/>
                    <a:pt x="2949" y="8379"/>
                  </a:cubicBezTo>
                  <a:cubicBezTo>
                    <a:pt x="3819" y="8379"/>
                    <a:pt x="4925" y="8012"/>
                    <a:pt x="6021" y="6639"/>
                  </a:cubicBezTo>
                  <a:cubicBezTo>
                    <a:pt x="8381" y="3684"/>
                    <a:pt x="6862" y="1632"/>
                    <a:pt x="6121" y="1367"/>
                  </a:cubicBezTo>
                  <a:cubicBezTo>
                    <a:pt x="6121" y="1367"/>
                    <a:pt x="3613" y="463"/>
                    <a:pt x="283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3" name="Google Shape;1073;p11"/>
            <p:cNvSpPr/>
            <p:nvPr/>
          </p:nvSpPr>
          <p:spPr>
            <a:xfrm>
              <a:off x="5555931" y="3836818"/>
              <a:ext cx="178441" cy="138977"/>
            </a:xfrm>
            <a:custGeom>
              <a:avLst/>
              <a:gdLst/>
              <a:ahLst/>
              <a:cxnLst/>
              <a:rect l="l" t="t" r="r" b="b"/>
              <a:pathLst>
                <a:path w="5765" h="4490" extrusionOk="0">
                  <a:moveTo>
                    <a:pt x="5700" y="1340"/>
                  </a:moveTo>
                  <a:lnTo>
                    <a:pt x="5765" y="1367"/>
                  </a:lnTo>
                  <a:cubicBezTo>
                    <a:pt x="5765" y="1367"/>
                    <a:pt x="5742" y="1356"/>
                    <a:pt x="5700" y="1340"/>
                  </a:cubicBezTo>
                  <a:close/>
                  <a:moveTo>
                    <a:pt x="2479" y="1"/>
                  </a:moveTo>
                  <a:cubicBezTo>
                    <a:pt x="520" y="1031"/>
                    <a:pt x="0" y="3474"/>
                    <a:pt x="0" y="3474"/>
                  </a:cubicBezTo>
                  <a:lnTo>
                    <a:pt x="1829" y="4489"/>
                  </a:lnTo>
                  <a:cubicBezTo>
                    <a:pt x="1437" y="3264"/>
                    <a:pt x="2319" y="2249"/>
                    <a:pt x="2319" y="2249"/>
                  </a:cubicBezTo>
                  <a:cubicBezTo>
                    <a:pt x="3052" y="1360"/>
                    <a:pt x="3906" y="1136"/>
                    <a:pt x="4580" y="1136"/>
                  </a:cubicBezTo>
                  <a:cubicBezTo>
                    <a:pt x="5119" y="1136"/>
                    <a:pt x="5544" y="1279"/>
                    <a:pt x="5700" y="1340"/>
                  </a:cubicBezTo>
                  <a:lnTo>
                    <a:pt x="5700" y="1340"/>
                  </a:lnTo>
                  <a:lnTo>
                    <a:pt x="247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4" name="Google Shape;1074;p11"/>
            <p:cNvSpPr/>
            <p:nvPr/>
          </p:nvSpPr>
          <p:spPr>
            <a:xfrm>
              <a:off x="4762250" y="3422892"/>
              <a:ext cx="969742" cy="658236"/>
            </a:xfrm>
            <a:custGeom>
              <a:avLst/>
              <a:gdLst/>
              <a:ahLst/>
              <a:cxnLst/>
              <a:rect l="l" t="t" r="r" b="b"/>
              <a:pathLst>
                <a:path w="31330" h="21266" extrusionOk="0">
                  <a:moveTo>
                    <a:pt x="5308" y="0"/>
                  </a:moveTo>
                  <a:cubicBezTo>
                    <a:pt x="5308" y="0"/>
                    <a:pt x="1" y="1470"/>
                    <a:pt x="1232" y="7162"/>
                  </a:cubicBezTo>
                  <a:cubicBezTo>
                    <a:pt x="1232" y="7162"/>
                    <a:pt x="13095" y="10194"/>
                    <a:pt x="26546" y="21265"/>
                  </a:cubicBezTo>
                  <a:cubicBezTo>
                    <a:pt x="26546" y="21265"/>
                    <a:pt x="24621" y="18548"/>
                    <a:pt x="26308" y="15293"/>
                  </a:cubicBezTo>
                  <a:cubicBezTo>
                    <a:pt x="27372" y="13238"/>
                    <a:pt x="29092" y="12859"/>
                    <a:pt x="30217" y="12859"/>
                  </a:cubicBezTo>
                  <a:cubicBezTo>
                    <a:pt x="30875" y="12859"/>
                    <a:pt x="31329" y="12989"/>
                    <a:pt x="31329" y="12989"/>
                  </a:cubicBezTo>
                  <a:cubicBezTo>
                    <a:pt x="13551" y="7835"/>
                    <a:pt x="5308" y="0"/>
                    <a:pt x="530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5" name="Google Shape;1075;p11"/>
            <p:cNvSpPr/>
            <p:nvPr/>
          </p:nvSpPr>
          <p:spPr>
            <a:xfrm>
              <a:off x="5175774" y="3670573"/>
              <a:ext cx="206825" cy="177667"/>
            </a:xfrm>
            <a:custGeom>
              <a:avLst/>
              <a:gdLst/>
              <a:ahLst/>
              <a:cxnLst/>
              <a:rect l="l" t="t" r="r" b="b"/>
              <a:pathLst>
                <a:path w="6682" h="5740" extrusionOk="0">
                  <a:moveTo>
                    <a:pt x="4705" y="0"/>
                  </a:moveTo>
                  <a:cubicBezTo>
                    <a:pt x="3949" y="0"/>
                    <a:pt x="2834" y="278"/>
                    <a:pt x="1794" y="1597"/>
                  </a:cubicBezTo>
                  <a:cubicBezTo>
                    <a:pt x="1" y="3881"/>
                    <a:pt x="1213" y="5456"/>
                    <a:pt x="1213" y="5456"/>
                  </a:cubicBezTo>
                  <a:cubicBezTo>
                    <a:pt x="1213" y="5456"/>
                    <a:pt x="1470" y="5740"/>
                    <a:pt x="1819" y="5740"/>
                  </a:cubicBezTo>
                  <a:cubicBezTo>
                    <a:pt x="1948" y="5740"/>
                    <a:pt x="2089" y="5701"/>
                    <a:pt x="2234" y="5595"/>
                  </a:cubicBezTo>
                  <a:cubicBezTo>
                    <a:pt x="2234" y="5595"/>
                    <a:pt x="1149" y="3972"/>
                    <a:pt x="2858" y="1982"/>
                  </a:cubicBezTo>
                  <a:cubicBezTo>
                    <a:pt x="3751" y="946"/>
                    <a:pt x="4756" y="699"/>
                    <a:pt x="5511" y="699"/>
                  </a:cubicBezTo>
                  <a:cubicBezTo>
                    <a:pt x="6200" y="699"/>
                    <a:pt x="6681" y="905"/>
                    <a:pt x="6681" y="905"/>
                  </a:cubicBezTo>
                  <a:cubicBezTo>
                    <a:pt x="6681" y="905"/>
                    <a:pt x="6548" y="478"/>
                    <a:pt x="5617" y="149"/>
                  </a:cubicBezTo>
                  <a:cubicBezTo>
                    <a:pt x="5617" y="149"/>
                    <a:pt x="5257" y="0"/>
                    <a:pt x="4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076" name="Google Shape;1076;p11"/>
          <p:cNvGrpSpPr/>
          <p:nvPr/>
        </p:nvGrpSpPr>
        <p:grpSpPr>
          <a:xfrm>
            <a:off x="5336539" y="979752"/>
            <a:ext cx="278340" cy="345372"/>
            <a:chOff x="7200672" y="3119655"/>
            <a:chExt cx="278340" cy="345372"/>
          </a:xfrm>
        </p:grpSpPr>
        <p:sp>
          <p:nvSpPr>
            <p:cNvPr id="1077" name="Google Shape;1077;p11"/>
            <p:cNvSpPr/>
            <p:nvPr/>
          </p:nvSpPr>
          <p:spPr>
            <a:xfrm>
              <a:off x="7415729" y="3119655"/>
              <a:ext cx="63283" cy="345372"/>
            </a:xfrm>
            <a:custGeom>
              <a:avLst/>
              <a:gdLst/>
              <a:ahLst/>
              <a:cxnLst/>
              <a:rect l="l" t="t" r="r" b="b"/>
              <a:pathLst>
                <a:path w="1757" h="9589" extrusionOk="0">
                  <a:moveTo>
                    <a:pt x="0" y="0"/>
                  </a:moveTo>
                  <a:lnTo>
                    <a:pt x="0" y="9588"/>
                  </a:lnTo>
                  <a:lnTo>
                    <a:pt x="1503" y="9588"/>
                  </a:lnTo>
                  <a:cubicBezTo>
                    <a:pt x="1650" y="9588"/>
                    <a:pt x="1757" y="9474"/>
                    <a:pt x="1757" y="9334"/>
                  </a:cubicBezTo>
                  <a:lnTo>
                    <a:pt x="1757" y="254"/>
                  </a:lnTo>
                  <a:cubicBezTo>
                    <a:pt x="1757" y="114"/>
                    <a:pt x="1650" y="0"/>
                    <a:pt x="150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8" name="Google Shape;1078;p11"/>
            <p:cNvSpPr/>
            <p:nvPr/>
          </p:nvSpPr>
          <p:spPr>
            <a:xfrm>
              <a:off x="7227252" y="3119655"/>
              <a:ext cx="168454" cy="345372"/>
            </a:xfrm>
            <a:custGeom>
              <a:avLst/>
              <a:gdLst/>
              <a:ahLst/>
              <a:cxnLst/>
              <a:rect l="l" t="t" r="r" b="b"/>
              <a:pathLst>
                <a:path w="4677" h="9589" extrusionOk="0">
                  <a:moveTo>
                    <a:pt x="254" y="0"/>
                  </a:moveTo>
                  <a:cubicBezTo>
                    <a:pt x="115" y="0"/>
                    <a:pt x="0" y="114"/>
                    <a:pt x="0" y="254"/>
                  </a:cubicBezTo>
                  <a:lnTo>
                    <a:pt x="0" y="1140"/>
                  </a:lnTo>
                  <a:lnTo>
                    <a:pt x="451" y="1140"/>
                  </a:lnTo>
                  <a:cubicBezTo>
                    <a:pt x="607" y="1140"/>
                    <a:pt x="731" y="1270"/>
                    <a:pt x="731" y="1428"/>
                  </a:cubicBezTo>
                  <a:cubicBezTo>
                    <a:pt x="731" y="1575"/>
                    <a:pt x="607" y="1705"/>
                    <a:pt x="451" y="1705"/>
                  </a:cubicBezTo>
                  <a:lnTo>
                    <a:pt x="0" y="1705"/>
                  </a:lnTo>
                  <a:lnTo>
                    <a:pt x="0" y="2264"/>
                  </a:lnTo>
                  <a:lnTo>
                    <a:pt x="451" y="2264"/>
                  </a:lnTo>
                  <a:cubicBezTo>
                    <a:pt x="607" y="2264"/>
                    <a:pt x="731" y="2394"/>
                    <a:pt x="731" y="2550"/>
                  </a:cubicBezTo>
                  <a:cubicBezTo>
                    <a:pt x="731" y="2698"/>
                    <a:pt x="607" y="2829"/>
                    <a:pt x="451" y="2829"/>
                  </a:cubicBezTo>
                  <a:lnTo>
                    <a:pt x="0" y="2829"/>
                  </a:lnTo>
                  <a:lnTo>
                    <a:pt x="0" y="3387"/>
                  </a:lnTo>
                  <a:lnTo>
                    <a:pt x="451" y="3387"/>
                  </a:lnTo>
                  <a:cubicBezTo>
                    <a:pt x="607" y="3387"/>
                    <a:pt x="731" y="3519"/>
                    <a:pt x="731" y="3674"/>
                  </a:cubicBezTo>
                  <a:cubicBezTo>
                    <a:pt x="731" y="3822"/>
                    <a:pt x="607" y="3954"/>
                    <a:pt x="451" y="3954"/>
                  </a:cubicBezTo>
                  <a:lnTo>
                    <a:pt x="0" y="3954"/>
                  </a:lnTo>
                  <a:lnTo>
                    <a:pt x="0" y="4511"/>
                  </a:lnTo>
                  <a:lnTo>
                    <a:pt x="451" y="4511"/>
                  </a:lnTo>
                  <a:cubicBezTo>
                    <a:pt x="607" y="4511"/>
                    <a:pt x="731" y="4643"/>
                    <a:pt x="731" y="4798"/>
                  </a:cubicBezTo>
                  <a:cubicBezTo>
                    <a:pt x="731" y="4946"/>
                    <a:pt x="607" y="5078"/>
                    <a:pt x="451" y="5078"/>
                  </a:cubicBezTo>
                  <a:lnTo>
                    <a:pt x="0" y="5078"/>
                  </a:lnTo>
                  <a:lnTo>
                    <a:pt x="0" y="5635"/>
                  </a:lnTo>
                  <a:lnTo>
                    <a:pt x="451" y="5635"/>
                  </a:lnTo>
                  <a:cubicBezTo>
                    <a:pt x="607" y="5635"/>
                    <a:pt x="731" y="5767"/>
                    <a:pt x="731" y="5922"/>
                  </a:cubicBezTo>
                  <a:cubicBezTo>
                    <a:pt x="731" y="6070"/>
                    <a:pt x="607" y="6202"/>
                    <a:pt x="451" y="6202"/>
                  </a:cubicBezTo>
                  <a:lnTo>
                    <a:pt x="0" y="6202"/>
                  </a:lnTo>
                  <a:lnTo>
                    <a:pt x="0" y="6759"/>
                  </a:lnTo>
                  <a:lnTo>
                    <a:pt x="451" y="6759"/>
                  </a:lnTo>
                  <a:cubicBezTo>
                    <a:pt x="607" y="6759"/>
                    <a:pt x="731" y="6891"/>
                    <a:pt x="731" y="7047"/>
                  </a:cubicBezTo>
                  <a:cubicBezTo>
                    <a:pt x="731" y="7194"/>
                    <a:pt x="607" y="7324"/>
                    <a:pt x="451" y="7324"/>
                  </a:cubicBezTo>
                  <a:lnTo>
                    <a:pt x="0" y="7324"/>
                  </a:lnTo>
                  <a:lnTo>
                    <a:pt x="0" y="7883"/>
                  </a:lnTo>
                  <a:lnTo>
                    <a:pt x="451" y="7883"/>
                  </a:lnTo>
                  <a:cubicBezTo>
                    <a:pt x="607" y="7883"/>
                    <a:pt x="731" y="8013"/>
                    <a:pt x="731" y="8171"/>
                  </a:cubicBezTo>
                  <a:cubicBezTo>
                    <a:pt x="731" y="8319"/>
                    <a:pt x="607" y="8449"/>
                    <a:pt x="451" y="8449"/>
                  </a:cubicBezTo>
                  <a:lnTo>
                    <a:pt x="0" y="8449"/>
                  </a:lnTo>
                  <a:lnTo>
                    <a:pt x="0" y="9334"/>
                  </a:lnTo>
                  <a:cubicBezTo>
                    <a:pt x="0" y="9474"/>
                    <a:pt x="115" y="9588"/>
                    <a:pt x="254" y="9588"/>
                  </a:cubicBezTo>
                  <a:lnTo>
                    <a:pt x="4676" y="9588"/>
                  </a:lnTo>
                  <a:lnTo>
                    <a:pt x="467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9" name="Google Shape;1079;p11"/>
            <p:cNvSpPr/>
            <p:nvPr/>
          </p:nvSpPr>
          <p:spPr>
            <a:xfrm>
              <a:off x="7200672" y="3403578"/>
              <a:ext cx="26617" cy="20386"/>
            </a:xfrm>
            <a:custGeom>
              <a:avLst/>
              <a:gdLst/>
              <a:ahLst/>
              <a:cxnLst/>
              <a:rect l="l" t="t" r="r" b="b"/>
              <a:pathLst>
                <a:path w="739" h="566" extrusionOk="0">
                  <a:moveTo>
                    <a:pt x="287" y="0"/>
                  </a:moveTo>
                  <a:cubicBezTo>
                    <a:pt x="130" y="0"/>
                    <a:pt x="0" y="130"/>
                    <a:pt x="0" y="288"/>
                  </a:cubicBezTo>
                  <a:cubicBezTo>
                    <a:pt x="0" y="436"/>
                    <a:pt x="130" y="566"/>
                    <a:pt x="287" y="566"/>
                  </a:cubicBezTo>
                  <a:lnTo>
                    <a:pt x="738" y="566"/>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0" name="Google Shape;1080;p11"/>
            <p:cNvSpPr/>
            <p:nvPr/>
          </p:nvSpPr>
          <p:spPr>
            <a:xfrm>
              <a:off x="7200672" y="3363094"/>
              <a:ext cx="26617" cy="20386"/>
            </a:xfrm>
            <a:custGeom>
              <a:avLst/>
              <a:gdLst/>
              <a:ahLst/>
              <a:cxnLst/>
              <a:rect l="l" t="t" r="r" b="b"/>
              <a:pathLst>
                <a:path w="739" h="566" extrusionOk="0">
                  <a:moveTo>
                    <a:pt x="287" y="0"/>
                  </a:moveTo>
                  <a:cubicBezTo>
                    <a:pt x="130" y="0"/>
                    <a:pt x="0" y="132"/>
                    <a:pt x="0" y="288"/>
                  </a:cubicBezTo>
                  <a:cubicBezTo>
                    <a:pt x="0" y="435"/>
                    <a:pt x="130" y="565"/>
                    <a:pt x="287" y="565"/>
                  </a:cubicBezTo>
                  <a:lnTo>
                    <a:pt x="738" y="565"/>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1" name="Google Shape;1081;p11"/>
            <p:cNvSpPr/>
            <p:nvPr/>
          </p:nvSpPr>
          <p:spPr>
            <a:xfrm>
              <a:off x="7200672" y="3322611"/>
              <a:ext cx="26617" cy="20458"/>
            </a:xfrm>
            <a:custGeom>
              <a:avLst/>
              <a:gdLst/>
              <a:ahLst/>
              <a:cxnLst/>
              <a:rect l="l" t="t" r="r" b="b"/>
              <a:pathLst>
                <a:path w="739" h="568" extrusionOk="0">
                  <a:moveTo>
                    <a:pt x="287" y="0"/>
                  </a:moveTo>
                  <a:cubicBezTo>
                    <a:pt x="130" y="0"/>
                    <a:pt x="0" y="132"/>
                    <a:pt x="0" y="287"/>
                  </a:cubicBezTo>
                  <a:cubicBezTo>
                    <a:pt x="0" y="435"/>
                    <a:pt x="130" y="567"/>
                    <a:pt x="287" y="567"/>
                  </a:cubicBezTo>
                  <a:lnTo>
                    <a:pt x="738" y="567"/>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2" name="Google Shape;1082;p11"/>
            <p:cNvSpPr/>
            <p:nvPr/>
          </p:nvSpPr>
          <p:spPr>
            <a:xfrm>
              <a:off x="7200672" y="3282092"/>
              <a:ext cx="26617" cy="20458"/>
            </a:xfrm>
            <a:custGeom>
              <a:avLst/>
              <a:gdLst/>
              <a:ahLst/>
              <a:cxnLst/>
              <a:rect l="l" t="t" r="r" b="b"/>
              <a:pathLst>
                <a:path w="739" h="568" extrusionOk="0">
                  <a:moveTo>
                    <a:pt x="287" y="1"/>
                  </a:moveTo>
                  <a:cubicBezTo>
                    <a:pt x="130" y="1"/>
                    <a:pt x="0" y="133"/>
                    <a:pt x="0" y="288"/>
                  </a:cubicBezTo>
                  <a:cubicBezTo>
                    <a:pt x="0" y="436"/>
                    <a:pt x="130" y="568"/>
                    <a:pt x="287" y="568"/>
                  </a:cubicBezTo>
                  <a:lnTo>
                    <a:pt x="738" y="568"/>
                  </a:lnTo>
                  <a:lnTo>
                    <a:pt x="73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3" name="Google Shape;1083;p11"/>
            <p:cNvSpPr/>
            <p:nvPr/>
          </p:nvSpPr>
          <p:spPr>
            <a:xfrm>
              <a:off x="7200672" y="3241609"/>
              <a:ext cx="26617" cy="20458"/>
            </a:xfrm>
            <a:custGeom>
              <a:avLst/>
              <a:gdLst/>
              <a:ahLst/>
              <a:cxnLst/>
              <a:rect l="l" t="t" r="r" b="b"/>
              <a:pathLst>
                <a:path w="739" h="568" extrusionOk="0">
                  <a:moveTo>
                    <a:pt x="287" y="1"/>
                  </a:moveTo>
                  <a:cubicBezTo>
                    <a:pt x="130" y="1"/>
                    <a:pt x="0" y="133"/>
                    <a:pt x="0" y="288"/>
                  </a:cubicBezTo>
                  <a:cubicBezTo>
                    <a:pt x="0" y="436"/>
                    <a:pt x="130" y="568"/>
                    <a:pt x="287" y="568"/>
                  </a:cubicBezTo>
                  <a:lnTo>
                    <a:pt x="738" y="568"/>
                  </a:lnTo>
                  <a:lnTo>
                    <a:pt x="73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4" name="Google Shape;1084;p11"/>
            <p:cNvSpPr/>
            <p:nvPr/>
          </p:nvSpPr>
          <p:spPr>
            <a:xfrm>
              <a:off x="7200672" y="3201198"/>
              <a:ext cx="26617" cy="20386"/>
            </a:xfrm>
            <a:custGeom>
              <a:avLst/>
              <a:gdLst/>
              <a:ahLst/>
              <a:cxnLst/>
              <a:rect l="l" t="t" r="r" b="b"/>
              <a:pathLst>
                <a:path w="739" h="566" extrusionOk="0">
                  <a:moveTo>
                    <a:pt x="287" y="0"/>
                  </a:moveTo>
                  <a:cubicBezTo>
                    <a:pt x="130" y="0"/>
                    <a:pt x="0" y="130"/>
                    <a:pt x="0" y="286"/>
                  </a:cubicBezTo>
                  <a:cubicBezTo>
                    <a:pt x="0" y="434"/>
                    <a:pt x="130" y="565"/>
                    <a:pt x="287" y="565"/>
                  </a:cubicBezTo>
                  <a:lnTo>
                    <a:pt x="738" y="565"/>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5" name="Google Shape;1085;p11"/>
            <p:cNvSpPr/>
            <p:nvPr/>
          </p:nvSpPr>
          <p:spPr>
            <a:xfrm>
              <a:off x="7200672" y="3160715"/>
              <a:ext cx="26617" cy="20386"/>
            </a:xfrm>
            <a:custGeom>
              <a:avLst/>
              <a:gdLst/>
              <a:ahLst/>
              <a:cxnLst/>
              <a:rect l="l" t="t" r="r" b="b"/>
              <a:pathLst>
                <a:path w="739" h="566" extrusionOk="0">
                  <a:moveTo>
                    <a:pt x="287" y="0"/>
                  </a:moveTo>
                  <a:cubicBezTo>
                    <a:pt x="130" y="0"/>
                    <a:pt x="0" y="130"/>
                    <a:pt x="0" y="288"/>
                  </a:cubicBezTo>
                  <a:cubicBezTo>
                    <a:pt x="0" y="435"/>
                    <a:pt x="130" y="565"/>
                    <a:pt x="287" y="565"/>
                  </a:cubicBezTo>
                  <a:lnTo>
                    <a:pt x="738" y="565"/>
                  </a:lnTo>
                  <a:lnTo>
                    <a:pt x="73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86" name="Google Shape;1086;p11"/>
          <p:cNvSpPr/>
          <p:nvPr/>
        </p:nvSpPr>
        <p:spPr>
          <a:xfrm>
            <a:off x="937231" y="807666"/>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087" name="Google Shape;1087;p11"/>
          <p:cNvGrpSpPr/>
          <p:nvPr/>
        </p:nvGrpSpPr>
        <p:grpSpPr>
          <a:xfrm>
            <a:off x="1103531" y="935722"/>
            <a:ext cx="345192" cy="345588"/>
            <a:chOff x="4782850" y="1362061"/>
            <a:chExt cx="345192" cy="345588"/>
          </a:xfrm>
        </p:grpSpPr>
        <p:sp>
          <p:nvSpPr>
            <p:cNvPr id="1088" name="Google Shape;1088;p11"/>
            <p:cNvSpPr/>
            <p:nvPr/>
          </p:nvSpPr>
          <p:spPr>
            <a:xfrm>
              <a:off x="4843142" y="1535915"/>
              <a:ext cx="20386" cy="19521"/>
            </a:xfrm>
            <a:custGeom>
              <a:avLst/>
              <a:gdLst/>
              <a:ahLst/>
              <a:cxnLst/>
              <a:rect l="l" t="t" r="r" b="b"/>
              <a:pathLst>
                <a:path w="566" h="542" extrusionOk="0">
                  <a:moveTo>
                    <a:pt x="0" y="1"/>
                  </a:moveTo>
                  <a:lnTo>
                    <a:pt x="0" y="542"/>
                  </a:lnTo>
                  <a:lnTo>
                    <a:pt x="565" y="542"/>
                  </a:lnTo>
                  <a:lnTo>
                    <a:pt x="565"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9" name="Google Shape;1089;p11"/>
            <p:cNvSpPr/>
            <p:nvPr/>
          </p:nvSpPr>
          <p:spPr>
            <a:xfrm>
              <a:off x="4945683" y="1535627"/>
              <a:ext cx="19521" cy="20458"/>
            </a:xfrm>
            <a:custGeom>
              <a:avLst/>
              <a:gdLst/>
              <a:ahLst/>
              <a:cxnLst/>
              <a:rect l="l" t="t" r="r" b="b"/>
              <a:pathLst>
                <a:path w="542" h="568" extrusionOk="0">
                  <a:moveTo>
                    <a:pt x="0" y="1"/>
                  </a:moveTo>
                  <a:lnTo>
                    <a:pt x="0" y="568"/>
                  </a:lnTo>
                  <a:lnTo>
                    <a:pt x="542" y="568"/>
                  </a:lnTo>
                  <a:lnTo>
                    <a:pt x="54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0" name="Google Shape;1090;p11"/>
            <p:cNvSpPr/>
            <p:nvPr/>
          </p:nvSpPr>
          <p:spPr>
            <a:xfrm>
              <a:off x="4931780" y="1626318"/>
              <a:ext cx="47327" cy="81328"/>
            </a:xfrm>
            <a:custGeom>
              <a:avLst/>
              <a:gdLst/>
              <a:ahLst/>
              <a:cxnLst/>
              <a:rect l="l" t="t" r="r" b="b"/>
              <a:pathLst>
                <a:path w="1314" h="2258" extrusionOk="0">
                  <a:moveTo>
                    <a:pt x="0" y="1"/>
                  </a:moveTo>
                  <a:lnTo>
                    <a:pt x="0" y="2257"/>
                  </a:lnTo>
                  <a:lnTo>
                    <a:pt x="1314" y="2257"/>
                  </a:lnTo>
                  <a:lnTo>
                    <a:pt x="131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1" name="Google Shape;1091;p11"/>
            <p:cNvSpPr/>
            <p:nvPr/>
          </p:nvSpPr>
          <p:spPr>
            <a:xfrm>
              <a:off x="4940064" y="1440470"/>
              <a:ext cx="30759" cy="30795"/>
            </a:xfrm>
            <a:custGeom>
              <a:avLst/>
              <a:gdLst/>
              <a:ahLst/>
              <a:cxnLst/>
              <a:rect l="l" t="t" r="r" b="b"/>
              <a:pathLst>
                <a:path w="854" h="855" extrusionOk="0">
                  <a:moveTo>
                    <a:pt x="426" y="0"/>
                  </a:moveTo>
                  <a:cubicBezTo>
                    <a:pt x="188" y="0"/>
                    <a:pt x="1" y="189"/>
                    <a:pt x="1" y="428"/>
                  </a:cubicBezTo>
                  <a:cubicBezTo>
                    <a:pt x="1" y="666"/>
                    <a:pt x="188" y="855"/>
                    <a:pt x="426" y="855"/>
                  </a:cubicBezTo>
                  <a:cubicBezTo>
                    <a:pt x="664" y="855"/>
                    <a:pt x="853" y="666"/>
                    <a:pt x="853" y="428"/>
                  </a:cubicBezTo>
                  <a:cubicBezTo>
                    <a:pt x="853" y="189"/>
                    <a:pt x="664" y="0"/>
                    <a:pt x="42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2" name="Google Shape;1092;p11"/>
            <p:cNvSpPr/>
            <p:nvPr/>
          </p:nvSpPr>
          <p:spPr>
            <a:xfrm>
              <a:off x="4843142" y="1616881"/>
              <a:ext cx="20386" cy="19558"/>
            </a:xfrm>
            <a:custGeom>
              <a:avLst/>
              <a:gdLst/>
              <a:ahLst/>
              <a:cxnLst/>
              <a:rect l="l" t="t" r="r" b="b"/>
              <a:pathLst>
                <a:path w="566" h="543" extrusionOk="0">
                  <a:moveTo>
                    <a:pt x="0" y="1"/>
                  </a:moveTo>
                  <a:lnTo>
                    <a:pt x="0" y="542"/>
                  </a:lnTo>
                  <a:lnTo>
                    <a:pt x="565" y="542"/>
                  </a:lnTo>
                  <a:lnTo>
                    <a:pt x="565"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3" name="Google Shape;1093;p11"/>
            <p:cNvSpPr/>
            <p:nvPr/>
          </p:nvSpPr>
          <p:spPr>
            <a:xfrm>
              <a:off x="4782850" y="1362061"/>
              <a:ext cx="345192" cy="345588"/>
            </a:xfrm>
            <a:custGeom>
              <a:avLst/>
              <a:gdLst/>
              <a:ahLst/>
              <a:cxnLst/>
              <a:rect l="l" t="t" r="r" b="b"/>
              <a:pathLst>
                <a:path w="9584" h="9595" extrusionOk="0">
                  <a:moveTo>
                    <a:pt x="4791" y="1612"/>
                  </a:moveTo>
                  <a:cubicBezTo>
                    <a:pt x="5332" y="1612"/>
                    <a:pt x="5775" y="2063"/>
                    <a:pt x="5775" y="2605"/>
                  </a:cubicBezTo>
                  <a:cubicBezTo>
                    <a:pt x="5775" y="3154"/>
                    <a:pt x="5332" y="3597"/>
                    <a:pt x="4791" y="3597"/>
                  </a:cubicBezTo>
                  <a:cubicBezTo>
                    <a:pt x="4242" y="3597"/>
                    <a:pt x="3799" y="3154"/>
                    <a:pt x="3799" y="2605"/>
                  </a:cubicBezTo>
                  <a:cubicBezTo>
                    <a:pt x="3799" y="2063"/>
                    <a:pt x="4242" y="1612"/>
                    <a:pt x="4791" y="1612"/>
                  </a:cubicBezTo>
                  <a:close/>
                  <a:moveTo>
                    <a:pt x="2519" y="4270"/>
                  </a:moveTo>
                  <a:cubicBezTo>
                    <a:pt x="2674" y="4270"/>
                    <a:pt x="2806" y="4392"/>
                    <a:pt x="2806" y="4550"/>
                  </a:cubicBezTo>
                  <a:lnTo>
                    <a:pt x="2806" y="5656"/>
                  </a:lnTo>
                  <a:cubicBezTo>
                    <a:pt x="2806" y="5804"/>
                    <a:pt x="2674" y="5936"/>
                    <a:pt x="2519" y="5936"/>
                  </a:cubicBezTo>
                  <a:lnTo>
                    <a:pt x="1395" y="5936"/>
                  </a:lnTo>
                  <a:cubicBezTo>
                    <a:pt x="1239" y="5936"/>
                    <a:pt x="1117" y="5804"/>
                    <a:pt x="1117" y="5656"/>
                  </a:cubicBezTo>
                  <a:lnTo>
                    <a:pt x="1117" y="4550"/>
                  </a:lnTo>
                  <a:cubicBezTo>
                    <a:pt x="1117" y="4392"/>
                    <a:pt x="1239" y="4270"/>
                    <a:pt x="1395" y="4270"/>
                  </a:cubicBezTo>
                  <a:close/>
                  <a:moveTo>
                    <a:pt x="8187" y="4270"/>
                  </a:moveTo>
                  <a:cubicBezTo>
                    <a:pt x="8343" y="4270"/>
                    <a:pt x="8467" y="4392"/>
                    <a:pt x="8467" y="4550"/>
                  </a:cubicBezTo>
                  <a:lnTo>
                    <a:pt x="8467" y="5656"/>
                  </a:lnTo>
                  <a:cubicBezTo>
                    <a:pt x="8467" y="5804"/>
                    <a:pt x="8343" y="5936"/>
                    <a:pt x="8187" y="5936"/>
                  </a:cubicBezTo>
                  <a:lnTo>
                    <a:pt x="7055" y="5936"/>
                  </a:lnTo>
                  <a:cubicBezTo>
                    <a:pt x="6900" y="5936"/>
                    <a:pt x="6778" y="5804"/>
                    <a:pt x="6778" y="5656"/>
                  </a:cubicBezTo>
                  <a:lnTo>
                    <a:pt x="6778" y="4550"/>
                  </a:lnTo>
                  <a:cubicBezTo>
                    <a:pt x="6778" y="4392"/>
                    <a:pt x="6900" y="4270"/>
                    <a:pt x="7055" y="4270"/>
                  </a:cubicBezTo>
                  <a:close/>
                  <a:moveTo>
                    <a:pt x="5340" y="4255"/>
                  </a:moveTo>
                  <a:cubicBezTo>
                    <a:pt x="5498" y="4255"/>
                    <a:pt x="5620" y="4385"/>
                    <a:pt x="5620" y="4532"/>
                  </a:cubicBezTo>
                  <a:lnTo>
                    <a:pt x="5620" y="5664"/>
                  </a:lnTo>
                  <a:cubicBezTo>
                    <a:pt x="5620" y="5820"/>
                    <a:pt x="5498" y="5944"/>
                    <a:pt x="5340" y="5944"/>
                  </a:cubicBezTo>
                  <a:lnTo>
                    <a:pt x="4242" y="5944"/>
                  </a:lnTo>
                  <a:cubicBezTo>
                    <a:pt x="4086" y="5944"/>
                    <a:pt x="3954" y="5820"/>
                    <a:pt x="3954" y="5664"/>
                  </a:cubicBezTo>
                  <a:lnTo>
                    <a:pt x="3954" y="4532"/>
                  </a:lnTo>
                  <a:cubicBezTo>
                    <a:pt x="3954" y="4385"/>
                    <a:pt x="4086" y="4255"/>
                    <a:pt x="4242" y="4255"/>
                  </a:cubicBezTo>
                  <a:close/>
                  <a:moveTo>
                    <a:pt x="2519" y="6519"/>
                  </a:moveTo>
                  <a:cubicBezTo>
                    <a:pt x="2674" y="6519"/>
                    <a:pt x="2806" y="6641"/>
                    <a:pt x="2806" y="6796"/>
                  </a:cubicBezTo>
                  <a:lnTo>
                    <a:pt x="2806" y="7905"/>
                  </a:lnTo>
                  <a:cubicBezTo>
                    <a:pt x="2806" y="8052"/>
                    <a:pt x="2674" y="8182"/>
                    <a:pt x="2519" y="8182"/>
                  </a:cubicBezTo>
                  <a:lnTo>
                    <a:pt x="1395" y="8182"/>
                  </a:lnTo>
                  <a:cubicBezTo>
                    <a:pt x="1239" y="8182"/>
                    <a:pt x="1117" y="8052"/>
                    <a:pt x="1117" y="7905"/>
                  </a:cubicBezTo>
                  <a:lnTo>
                    <a:pt x="1117" y="6796"/>
                  </a:lnTo>
                  <a:cubicBezTo>
                    <a:pt x="1117" y="6641"/>
                    <a:pt x="1239" y="6519"/>
                    <a:pt x="1395" y="6519"/>
                  </a:cubicBezTo>
                  <a:close/>
                  <a:moveTo>
                    <a:pt x="8187" y="6519"/>
                  </a:moveTo>
                  <a:cubicBezTo>
                    <a:pt x="8343" y="6519"/>
                    <a:pt x="8467" y="6641"/>
                    <a:pt x="8467" y="6796"/>
                  </a:cubicBezTo>
                  <a:lnTo>
                    <a:pt x="8467" y="7905"/>
                  </a:lnTo>
                  <a:cubicBezTo>
                    <a:pt x="8467" y="8052"/>
                    <a:pt x="8343" y="8182"/>
                    <a:pt x="8187" y="8182"/>
                  </a:cubicBezTo>
                  <a:lnTo>
                    <a:pt x="7055" y="8182"/>
                  </a:lnTo>
                  <a:cubicBezTo>
                    <a:pt x="6900" y="8182"/>
                    <a:pt x="6778" y="8052"/>
                    <a:pt x="6778" y="7905"/>
                  </a:cubicBezTo>
                  <a:lnTo>
                    <a:pt x="6778" y="6796"/>
                  </a:lnTo>
                  <a:cubicBezTo>
                    <a:pt x="6778" y="6641"/>
                    <a:pt x="6900" y="6519"/>
                    <a:pt x="7055" y="6519"/>
                  </a:cubicBezTo>
                  <a:close/>
                  <a:moveTo>
                    <a:pt x="4779" y="0"/>
                  </a:moveTo>
                  <a:cubicBezTo>
                    <a:pt x="4740" y="0"/>
                    <a:pt x="4701" y="13"/>
                    <a:pt x="4669" y="37"/>
                  </a:cubicBezTo>
                  <a:lnTo>
                    <a:pt x="2265" y="1957"/>
                  </a:lnTo>
                  <a:cubicBezTo>
                    <a:pt x="2224" y="1990"/>
                    <a:pt x="2200" y="2040"/>
                    <a:pt x="2200" y="2097"/>
                  </a:cubicBezTo>
                  <a:lnTo>
                    <a:pt x="2200" y="3343"/>
                  </a:lnTo>
                  <a:lnTo>
                    <a:pt x="182" y="3343"/>
                  </a:lnTo>
                  <a:cubicBezTo>
                    <a:pt x="83" y="3343"/>
                    <a:pt x="1" y="3426"/>
                    <a:pt x="1" y="3524"/>
                  </a:cubicBezTo>
                  <a:lnTo>
                    <a:pt x="1" y="9594"/>
                  </a:lnTo>
                  <a:lnTo>
                    <a:pt x="3568" y="9594"/>
                  </a:lnTo>
                  <a:lnTo>
                    <a:pt x="3568" y="7060"/>
                  </a:lnTo>
                  <a:cubicBezTo>
                    <a:pt x="3568" y="6903"/>
                    <a:pt x="3692" y="6781"/>
                    <a:pt x="3848" y="6781"/>
                  </a:cubicBezTo>
                  <a:lnTo>
                    <a:pt x="5726" y="6781"/>
                  </a:lnTo>
                  <a:cubicBezTo>
                    <a:pt x="5882" y="6781"/>
                    <a:pt x="6006" y="6903"/>
                    <a:pt x="6006" y="7060"/>
                  </a:cubicBezTo>
                  <a:lnTo>
                    <a:pt x="6006" y="9594"/>
                  </a:lnTo>
                  <a:lnTo>
                    <a:pt x="9583" y="9594"/>
                  </a:lnTo>
                  <a:lnTo>
                    <a:pt x="9583" y="3524"/>
                  </a:lnTo>
                  <a:cubicBezTo>
                    <a:pt x="9583" y="3426"/>
                    <a:pt x="9500" y="3343"/>
                    <a:pt x="9402" y="3343"/>
                  </a:cubicBezTo>
                  <a:lnTo>
                    <a:pt x="7384" y="3343"/>
                  </a:lnTo>
                  <a:lnTo>
                    <a:pt x="7384" y="2097"/>
                  </a:lnTo>
                  <a:cubicBezTo>
                    <a:pt x="7384" y="2040"/>
                    <a:pt x="7358" y="1990"/>
                    <a:pt x="7309" y="1957"/>
                  </a:cubicBezTo>
                  <a:lnTo>
                    <a:pt x="4889" y="37"/>
                  </a:lnTo>
                  <a:cubicBezTo>
                    <a:pt x="4857" y="13"/>
                    <a:pt x="4818" y="0"/>
                    <a:pt x="477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4" name="Google Shape;1094;p11"/>
            <p:cNvSpPr/>
            <p:nvPr/>
          </p:nvSpPr>
          <p:spPr>
            <a:xfrm>
              <a:off x="5046999" y="1616881"/>
              <a:ext cx="20386" cy="19558"/>
            </a:xfrm>
            <a:custGeom>
              <a:avLst/>
              <a:gdLst/>
              <a:ahLst/>
              <a:cxnLst/>
              <a:rect l="l" t="t" r="r" b="b"/>
              <a:pathLst>
                <a:path w="566" h="543" extrusionOk="0">
                  <a:moveTo>
                    <a:pt x="1" y="1"/>
                  </a:moveTo>
                  <a:lnTo>
                    <a:pt x="1" y="542"/>
                  </a:lnTo>
                  <a:lnTo>
                    <a:pt x="566" y="542"/>
                  </a:lnTo>
                  <a:lnTo>
                    <a:pt x="56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5" name="Google Shape;1095;p11"/>
            <p:cNvSpPr/>
            <p:nvPr/>
          </p:nvSpPr>
          <p:spPr>
            <a:xfrm>
              <a:off x="5046999" y="1535915"/>
              <a:ext cx="20386" cy="19521"/>
            </a:xfrm>
            <a:custGeom>
              <a:avLst/>
              <a:gdLst/>
              <a:ahLst/>
              <a:cxnLst/>
              <a:rect l="l" t="t" r="r" b="b"/>
              <a:pathLst>
                <a:path w="566" h="542" extrusionOk="0">
                  <a:moveTo>
                    <a:pt x="1" y="1"/>
                  </a:moveTo>
                  <a:lnTo>
                    <a:pt x="1" y="542"/>
                  </a:lnTo>
                  <a:lnTo>
                    <a:pt x="566" y="542"/>
                  </a:lnTo>
                  <a:lnTo>
                    <a:pt x="56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96" name="Google Shape;1096;p11"/>
          <p:cNvSpPr txBox="1"/>
          <p:nvPr/>
        </p:nvSpPr>
        <p:spPr>
          <a:xfrm>
            <a:off x="1571553" y="909518"/>
            <a:ext cx="2539530" cy="484800"/>
          </a:xfrm>
          <a:prstGeom prst="rect">
            <a:avLst/>
          </a:prstGeom>
          <a:noFill/>
          <a:ln>
            <a:noFill/>
          </a:ln>
        </p:spPr>
        <p:txBody>
          <a:bodyPr spcFirstLastPara="1" wrap="square" lIns="91425" tIns="91425" rIns="91425" bIns="91425" anchor="b" anchorCtr="0">
            <a:noAutofit/>
          </a:bodyPr>
          <a:lstStyle/>
          <a:p>
            <a:pPr marL="457200" marR="0" lvl="0" indent="-317500" algn="l" rtl="0">
              <a:lnSpc>
                <a:spcPct val="100000"/>
              </a:lnSpc>
              <a:spcBef>
                <a:spcPts val="0"/>
              </a:spcBef>
              <a:spcAft>
                <a:spcPts val="0"/>
              </a:spcAft>
              <a:buClr>
                <a:schemeClr val="dk1"/>
              </a:buClr>
              <a:buSzPts val="2400"/>
              <a:buFont typeface="Bebas Neue" panose="020B0606020202050201"/>
              <a:buNone/>
            </a:pPr>
            <a:r>
              <a:rPr lang="en-US" sz="2400" b="0" i="0" u="none" strike="noStrike" cap="none">
                <a:solidFill>
                  <a:schemeClr val="dk2"/>
                </a:solidFill>
                <a:latin typeface="Montagu Slab SemiBold"/>
                <a:ea typeface="Montagu Slab SemiBold"/>
                <a:cs typeface="Montagu Slab SemiBold"/>
                <a:sym typeface="Montagu Slab SemiBold"/>
              </a:rPr>
              <a:t>UNIT-3</a:t>
            </a:r>
            <a:endParaRPr sz="2400" b="0" i="0" u="none" strike="noStrike" cap="none">
              <a:solidFill>
                <a:schemeClr val="dk2"/>
              </a:solidFill>
              <a:latin typeface="Montagu Slab SemiBold"/>
              <a:ea typeface="Montagu Slab SemiBold"/>
              <a:cs typeface="Montagu Slab SemiBold"/>
              <a:sym typeface="Montagu Slab SemiBold"/>
            </a:endParaRPr>
          </a:p>
        </p:txBody>
      </p:sp>
      <p:sp>
        <p:nvSpPr>
          <p:cNvPr id="1097" name="Google Shape;1097;p11"/>
          <p:cNvSpPr txBox="1"/>
          <p:nvPr/>
        </p:nvSpPr>
        <p:spPr>
          <a:xfrm>
            <a:off x="1299788" y="1483552"/>
            <a:ext cx="2669507" cy="3060039"/>
          </a:xfrm>
          <a:prstGeom prst="rect">
            <a:avLst/>
          </a:prstGeom>
          <a:noFill/>
          <a:ln>
            <a:noFill/>
          </a:ln>
        </p:spPr>
        <p:txBody>
          <a:bodyPr spcFirstLastPara="1" wrap="square" lIns="91425" tIns="91425" rIns="91425" bIns="91425" anchor="t" anchorCtr="0">
            <a:noAutofit/>
          </a:bodyPr>
          <a:lstStyle/>
          <a:p>
            <a:pPr marL="457200" marR="0" lvl="0" indent="-317500" algn="just" rtl="0">
              <a:lnSpc>
                <a:spcPct val="107000"/>
              </a:lnSpc>
              <a:spcBef>
                <a:spcPts val="0"/>
              </a:spcBef>
              <a:spcAft>
                <a:spcPts val="0"/>
              </a:spcAft>
              <a:buClr>
                <a:schemeClr val="dk1"/>
              </a:buClr>
              <a:buSzPts val="1400"/>
              <a:buFont typeface="Lexend Medium"/>
              <a:buNone/>
            </a:pPr>
            <a:r>
              <a:rPr lang="en-US" sz="1400" b="1" i="0" u="none" strike="noStrike" cap="none">
                <a:solidFill>
                  <a:schemeClr val="dk1"/>
                </a:solidFill>
                <a:latin typeface="Lexend Medium"/>
                <a:ea typeface="Lexend Medium"/>
                <a:cs typeface="Lexend Medium"/>
                <a:sym typeface="Lexend Medium"/>
              </a:rPr>
              <a:t>Parts of Speech: </a:t>
            </a:r>
            <a:r>
              <a:rPr lang="en-US"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use of transitive and intransitive verbs, verbs with to infinitive, application of reflexive pronouns, leaving out words after auxiliary verbs  and to+infinitive, prepositions after adjectives, position of adverbs, use of adverbs of place, indefinite frequency and time, preposition after verbs</a:t>
            </a:r>
            <a:endPara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17500" algn="l" rtl="0">
              <a:lnSpc>
                <a:spcPct val="115000"/>
              </a:lnSpc>
              <a:spcBef>
                <a:spcPts val="800"/>
              </a:spcBef>
              <a:spcAft>
                <a:spcPts val="0"/>
              </a:spcAft>
              <a:buClr>
                <a:schemeClr val="dk1"/>
              </a:buClr>
              <a:buSzPts val="1400"/>
              <a:buFont typeface="Lexend Medium"/>
              <a:buNone/>
            </a:pPr>
            <a:endParaRPr sz="1400" b="0" i="0" u="none" strike="noStrike" cap="none">
              <a:solidFill>
                <a:schemeClr val="dk1"/>
              </a:solidFill>
              <a:latin typeface="Lexend Medium"/>
              <a:ea typeface="Lexend Medium"/>
              <a:cs typeface="Lexend Medium"/>
              <a:sym typeface="Lexend Medium"/>
            </a:endParaRPr>
          </a:p>
          <a:p>
            <a:pPr marL="457200" marR="0" lvl="0" indent="-317500" algn="l" rtl="0">
              <a:lnSpc>
                <a:spcPct val="115000"/>
              </a:lnSpc>
              <a:spcBef>
                <a:spcPts val="0"/>
              </a:spcBef>
              <a:spcAft>
                <a:spcPts val="0"/>
              </a:spcAft>
              <a:buClr>
                <a:schemeClr val="dk1"/>
              </a:buClr>
              <a:buSzPts val="1400"/>
              <a:buFont typeface="Lexend Medium"/>
              <a:buNone/>
            </a:pPr>
            <a:endParaRPr sz="1400" b="1" i="0" u="none" strike="noStrike" cap="none">
              <a:solidFill>
                <a:schemeClr val="dk1"/>
              </a:solidFill>
              <a:latin typeface="Lexend Medium"/>
              <a:ea typeface="Lexend Medium"/>
              <a:cs typeface="Lexend Medium"/>
              <a:sym typeface="Lexend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12"/>
          <p:cNvSpPr txBox="1">
            <a:spLocks noGrp="1"/>
          </p:cNvSpPr>
          <p:nvPr>
            <p:ph type="subTitle" idx="3"/>
          </p:nvPr>
        </p:nvSpPr>
        <p:spPr>
          <a:xfrm>
            <a:off x="1319966" y="1237992"/>
            <a:ext cx="2407045" cy="2921968"/>
          </a:xfrm>
          <a:prstGeom prst="rect">
            <a:avLst/>
          </a:prstGeom>
          <a:noFill/>
          <a:ln>
            <a:noFill/>
          </a:ln>
        </p:spPr>
        <p:txBody>
          <a:bodyPr spcFirstLastPara="1" wrap="square" lIns="91425" tIns="91425" rIns="91425" bIns="91425" anchor="t" anchorCtr="0">
            <a:noAutofit/>
          </a:bodyPr>
          <a:lstStyle/>
          <a:p>
            <a:pPr marL="457200" lvl="0" indent="-317500" algn="just" rtl="0">
              <a:lnSpc>
                <a:spcPct val="107000"/>
              </a:lnSpc>
              <a:spcBef>
                <a:spcPts val="0"/>
              </a:spcBef>
              <a:spcAft>
                <a:spcPts val="0"/>
              </a:spcAft>
              <a:buSzPts val="1400"/>
              <a:buNone/>
            </a:pPr>
            <a:r>
              <a:rPr lang="en-US" sz="1400" b="1"/>
              <a:t>Articles, Determiners and Quantifiers: </a:t>
            </a:r>
            <a:r>
              <a:rPr lang="en-US" sz="1400">
                <a:latin typeface="Times New Roman" panose="02020603050405020304"/>
                <a:ea typeface="Times New Roman" panose="02020603050405020304"/>
                <a:cs typeface="Times New Roman" panose="02020603050405020304"/>
                <a:sym typeface="Times New Roman" panose="02020603050405020304"/>
              </a:rPr>
              <a:t>use of definite and indefinite articles, some and zero articles with plural and uncountable nouns, zero article for things in general, people and places, distinct time frames, meals, use of quantifiers and determiners</a:t>
            </a:r>
            <a:endParaRPr sz="20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800"/>
              </a:spcBef>
              <a:spcAft>
                <a:spcPts val="0"/>
              </a:spcAft>
              <a:buSzPts val="1400"/>
              <a:buNone/>
            </a:pPr>
            <a:endParaRPr sz="1400" b="1"/>
          </a:p>
          <a:p>
            <a:pPr marL="457200" lvl="0" indent="-317500" algn="l" rtl="0">
              <a:lnSpc>
                <a:spcPct val="115000"/>
              </a:lnSpc>
              <a:spcBef>
                <a:spcPts val="0"/>
              </a:spcBef>
              <a:spcAft>
                <a:spcPts val="0"/>
              </a:spcAft>
              <a:buSzPts val="1400"/>
              <a:buNone/>
            </a:pPr>
            <a:endParaRPr sz="1400" b="1"/>
          </a:p>
        </p:txBody>
      </p:sp>
      <p:sp>
        <p:nvSpPr>
          <p:cNvPr id="1103" name="Google Shape;1103;p12"/>
          <p:cNvSpPr txBox="1">
            <a:spLocks noGrp="1"/>
          </p:cNvSpPr>
          <p:nvPr>
            <p:ph type="subTitle" idx="4"/>
          </p:nvPr>
        </p:nvSpPr>
        <p:spPr>
          <a:xfrm>
            <a:off x="1743286" y="777057"/>
            <a:ext cx="2020500" cy="484800"/>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sz="2400"/>
              <a:t>UNIT-5</a:t>
            </a:r>
            <a:endParaRPr sz="2400"/>
          </a:p>
        </p:txBody>
      </p:sp>
      <p:sp>
        <p:nvSpPr>
          <p:cNvPr id="1104" name="Google Shape;1104;p12"/>
          <p:cNvSpPr txBox="1">
            <a:spLocks noGrp="1"/>
          </p:cNvSpPr>
          <p:nvPr>
            <p:ph type="subTitle" idx="5"/>
          </p:nvPr>
        </p:nvSpPr>
        <p:spPr>
          <a:xfrm>
            <a:off x="5709836" y="1263808"/>
            <a:ext cx="2293561" cy="2842767"/>
          </a:xfrm>
          <a:prstGeom prst="rect">
            <a:avLst/>
          </a:prstGeom>
          <a:noFill/>
          <a:ln>
            <a:noFill/>
          </a:ln>
        </p:spPr>
        <p:txBody>
          <a:bodyPr spcFirstLastPara="1" wrap="square" lIns="91425" tIns="91425" rIns="91425" bIns="91425" anchor="t" anchorCtr="0">
            <a:noAutofit/>
          </a:bodyPr>
          <a:lstStyle/>
          <a:p>
            <a:pPr marL="457200" lvl="0" indent="-317500" algn="just" rtl="0">
              <a:lnSpc>
                <a:spcPct val="107000"/>
              </a:lnSpc>
              <a:spcBef>
                <a:spcPts val="0"/>
              </a:spcBef>
              <a:spcAft>
                <a:spcPts val="0"/>
              </a:spcAft>
              <a:buSzPts val="1400"/>
              <a:buNone/>
            </a:pPr>
            <a:r>
              <a:rPr lang="en-US" b="1"/>
              <a:t>Vocabulary - phrasal verbs, idioms and proverbs: </a:t>
            </a:r>
            <a:r>
              <a:rPr lang="en-US" sz="1400">
                <a:latin typeface="Times New Roman" panose="02020603050405020304"/>
                <a:ea typeface="Times New Roman" panose="02020603050405020304"/>
                <a:cs typeface="Times New Roman" panose="02020603050405020304"/>
                <a:sym typeface="Times New Roman" panose="02020603050405020304"/>
              </a:rPr>
              <a:t>two- and three-word verbs: word order, noun suffixes, verb suffixes, adjective suffixes, some common prefixes, negative prefixes, idioms and proverbs</a:t>
            </a:r>
            <a:endParaRPr sz="20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800"/>
              </a:spcBef>
              <a:spcAft>
                <a:spcPts val="0"/>
              </a:spcAft>
              <a:buSzPts val="1400"/>
              <a:buNone/>
            </a:pPr>
            <a:endParaRPr b="1"/>
          </a:p>
        </p:txBody>
      </p:sp>
      <p:sp>
        <p:nvSpPr>
          <p:cNvPr id="1105" name="Google Shape;1105;p12"/>
          <p:cNvSpPr txBox="1">
            <a:spLocks noGrp="1"/>
          </p:cNvSpPr>
          <p:nvPr>
            <p:ph type="subTitle" idx="6"/>
          </p:nvPr>
        </p:nvSpPr>
        <p:spPr>
          <a:xfrm>
            <a:off x="5971677" y="828423"/>
            <a:ext cx="1357763" cy="484800"/>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sz="2400"/>
              <a:t>UNIT-6</a:t>
            </a:r>
            <a:endParaRPr sz="2400"/>
          </a:p>
        </p:txBody>
      </p:sp>
      <p:sp>
        <p:nvSpPr>
          <p:cNvPr id="1106" name="Google Shape;1106;p12"/>
          <p:cNvSpPr/>
          <p:nvPr/>
        </p:nvSpPr>
        <p:spPr>
          <a:xfrm>
            <a:off x="727858" y="706822"/>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7" name="Google Shape;1107;p12"/>
          <p:cNvSpPr/>
          <p:nvPr/>
        </p:nvSpPr>
        <p:spPr>
          <a:xfrm>
            <a:off x="4971305" y="706822"/>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08" name="Google Shape;1108;p12"/>
          <p:cNvGrpSpPr/>
          <p:nvPr/>
        </p:nvGrpSpPr>
        <p:grpSpPr>
          <a:xfrm rot="1598448">
            <a:off x="4629801" y="4150640"/>
            <a:ext cx="1317630" cy="915706"/>
            <a:chOff x="6326862" y="1948322"/>
            <a:chExt cx="973825" cy="676774"/>
          </a:xfrm>
        </p:grpSpPr>
        <p:sp>
          <p:nvSpPr>
            <p:cNvPr id="1109" name="Google Shape;1109;p12"/>
            <p:cNvSpPr/>
            <p:nvPr/>
          </p:nvSpPr>
          <p:spPr>
            <a:xfrm>
              <a:off x="6416593" y="2061979"/>
              <a:ext cx="709215" cy="544888"/>
            </a:xfrm>
            <a:custGeom>
              <a:avLst/>
              <a:gdLst/>
              <a:ahLst/>
              <a:cxnLst/>
              <a:rect l="l" t="t" r="r" b="b"/>
              <a:pathLst>
                <a:path w="22913" h="17604" extrusionOk="0">
                  <a:moveTo>
                    <a:pt x="19837" y="0"/>
                  </a:moveTo>
                  <a:lnTo>
                    <a:pt x="0" y="12934"/>
                  </a:lnTo>
                  <a:lnTo>
                    <a:pt x="3074" y="17604"/>
                  </a:lnTo>
                  <a:lnTo>
                    <a:pt x="22913" y="4671"/>
                  </a:lnTo>
                  <a:lnTo>
                    <a:pt x="19837"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0" name="Google Shape;1110;p12"/>
            <p:cNvSpPr/>
            <p:nvPr/>
          </p:nvSpPr>
          <p:spPr>
            <a:xfrm>
              <a:off x="7030596" y="2028365"/>
              <a:ext cx="146158" cy="178194"/>
            </a:xfrm>
            <a:custGeom>
              <a:avLst/>
              <a:gdLst/>
              <a:ahLst/>
              <a:cxnLst/>
              <a:rect l="l" t="t" r="r" b="b"/>
              <a:pathLst>
                <a:path w="4722" h="5757" extrusionOk="0">
                  <a:moveTo>
                    <a:pt x="1647" y="1"/>
                  </a:moveTo>
                  <a:lnTo>
                    <a:pt x="0" y="1086"/>
                  </a:lnTo>
                  <a:lnTo>
                    <a:pt x="3076" y="5757"/>
                  </a:lnTo>
                  <a:lnTo>
                    <a:pt x="4721" y="4673"/>
                  </a:lnTo>
                  <a:lnTo>
                    <a:pt x="164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1" name="Google Shape;1111;p12"/>
            <p:cNvSpPr/>
            <p:nvPr/>
          </p:nvSpPr>
          <p:spPr>
            <a:xfrm>
              <a:off x="7081574" y="1948322"/>
              <a:ext cx="219113" cy="224684"/>
            </a:xfrm>
            <a:custGeom>
              <a:avLst/>
              <a:gdLst/>
              <a:ahLst/>
              <a:cxnLst/>
              <a:rect l="l" t="t" r="r" b="b"/>
              <a:pathLst>
                <a:path w="7079" h="7259" extrusionOk="0">
                  <a:moveTo>
                    <a:pt x="3993" y="0"/>
                  </a:moveTo>
                  <a:cubicBezTo>
                    <a:pt x="3951" y="0"/>
                    <a:pt x="3909" y="13"/>
                    <a:pt x="3872" y="39"/>
                  </a:cubicBezTo>
                  <a:lnTo>
                    <a:pt x="0" y="2587"/>
                  </a:lnTo>
                  <a:lnTo>
                    <a:pt x="3074" y="7259"/>
                  </a:lnTo>
                  <a:lnTo>
                    <a:pt x="6946" y="4709"/>
                  </a:lnTo>
                  <a:cubicBezTo>
                    <a:pt x="7050" y="4639"/>
                    <a:pt x="7079" y="4499"/>
                    <a:pt x="7008" y="4393"/>
                  </a:cubicBezTo>
                  <a:lnTo>
                    <a:pt x="4180" y="101"/>
                  </a:lnTo>
                  <a:cubicBezTo>
                    <a:pt x="4136" y="36"/>
                    <a:pt x="4064" y="0"/>
                    <a:pt x="39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2" name="Google Shape;1112;p12"/>
            <p:cNvSpPr/>
            <p:nvPr/>
          </p:nvSpPr>
          <p:spPr>
            <a:xfrm>
              <a:off x="6326862" y="2462286"/>
              <a:ext cx="184910" cy="162810"/>
            </a:xfrm>
            <a:custGeom>
              <a:avLst/>
              <a:gdLst/>
              <a:ahLst/>
              <a:cxnLst/>
              <a:rect l="l" t="t" r="r" b="b"/>
              <a:pathLst>
                <a:path w="5974" h="5260" extrusionOk="0">
                  <a:moveTo>
                    <a:pt x="2899" y="1"/>
                  </a:moveTo>
                  <a:lnTo>
                    <a:pt x="1" y="5259"/>
                  </a:lnTo>
                  <a:lnTo>
                    <a:pt x="5973" y="4671"/>
                  </a:lnTo>
                  <a:lnTo>
                    <a:pt x="289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3" name="Google Shape;1113;p12"/>
            <p:cNvSpPr/>
            <p:nvPr/>
          </p:nvSpPr>
          <p:spPr>
            <a:xfrm>
              <a:off x="6326862" y="2566131"/>
              <a:ext cx="67043" cy="58965"/>
            </a:xfrm>
            <a:custGeom>
              <a:avLst/>
              <a:gdLst/>
              <a:ahLst/>
              <a:cxnLst/>
              <a:rect l="l" t="t" r="r" b="b"/>
              <a:pathLst>
                <a:path w="2166" h="1905" extrusionOk="0">
                  <a:moveTo>
                    <a:pt x="1051" y="0"/>
                  </a:moveTo>
                  <a:lnTo>
                    <a:pt x="1" y="1904"/>
                  </a:lnTo>
                  <a:lnTo>
                    <a:pt x="2165" y="1694"/>
                  </a:lnTo>
                  <a:lnTo>
                    <a:pt x="10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4" name="Google Shape;1114;p12"/>
            <p:cNvSpPr/>
            <p:nvPr/>
          </p:nvSpPr>
          <p:spPr>
            <a:xfrm>
              <a:off x="6455810" y="2121593"/>
              <a:ext cx="630750" cy="425690"/>
            </a:xfrm>
            <a:custGeom>
              <a:avLst/>
              <a:gdLst/>
              <a:ahLst/>
              <a:cxnLst/>
              <a:rect l="l" t="t" r="r" b="b"/>
              <a:pathLst>
                <a:path w="20378" h="13753" extrusionOk="0">
                  <a:moveTo>
                    <a:pt x="19839" y="0"/>
                  </a:moveTo>
                  <a:lnTo>
                    <a:pt x="1" y="12934"/>
                  </a:lnTo>
                  <a:lnTo>
                    <a:pt x="533" y="13752"/>
                  </a:lnTo>
                  <a:lnTo>
                    <a:pt x="20377" y="820"/>
                  </a:lnTo>
                  <a:lnTo>
                    <a:pt x="1983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115" name="Google Shape;1115;p12"/>
          <p:cNvSpPr/>
          <p:nvPr/>
        </p:nvSpPr>
        <p:spPr>
          <a:xfrm rot="1455476">
            <a:off x="3216876" y="424873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16" name="Google Shape;1116;p12"/>
          <p:cNvGrpSpPr/>
          <p:nvPr/>
        </p:nvGrpSpPr>
        <p:grpSpPr>
          <a:xfrm>
            <a:off x="900402" y="828423"/>
            <a:ext cx="348902" cy="345296"/>
            <a:chOff x="2413867" y="1941179"/>
            <a:chExt cx="348902" cy="345296"/>
          </a:xfrm>
        </p:grpSpPr>
        <p:sp>
          <p:nvSpPr>
            <p:cNvPr id="1117" name="Google Shape;1117;p12"/>
            <p:cNvSpPr/>
            <p:nvPr/>
          </p:nvSpPr>
          <p:spPr>
            <a:xfrm>
              <a:off x="2462562" y="2132213"/>
              <a:ext cx="43149" cy="70306"/>
            </a:xfrm>
            <a:custGeom>
              <a:avLst/>
              <a:gdLst/>
              <a:ahLst/>
              <a:cxnLst/>
              <a:rect l="l" t="t" r="r" b="b"/>
              <a:pathLst>
                <a:path w="1198" h="1952" extrusionOk="0">
                  <a:moveTo>
                    <a:pt x="568" y="0"/>
                  </a:moveTo>
                  <a:cubicBezTo>
                    <a:pt x="223" y="237"/>
                    <a:pt x="1" y="630"/>
                    <a:pt x="1" y="1083"/>
                  </a:cubicBezTo>
                  <a:cubicBezTo>
                    <a:pt x="1" y="1410"/>
                    <a:pt x="125" y="1713"/>
                    <a:pt x="330" y="1951"/>
                  </a:cubicBezTo>
                  <a:cubicBezTo>
                    <a:pt x="501" y="1879"/>
                    <a:pt x="698" y="1837"/>
                    <a:pt x="895" y="1837"/>
                  </a:cubicBezTo>
                  <a:lnTo>
                    <a:pt x="1198" y="1837"/>
                  </a:lnTo>
                  <a:cubicBezTo>
                    <a:pt x="788" y="1319"/>
                    <a:pt x="568" y="680"/>
                    <a:pt x="568" y="8"/>
                  </a:cubicBezTo>
                  <a:lnTo>
                    <a:pt x="56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8" name="Google Shape;1118;p12"/>
            <p:cNvSpPr/>
            <p:nvPr/>
          </p:nvSpPr>
          <p:spPr>
            <a:xfrm>
              <a:off x="2670920" y="2132213"/>
              <a:ext cx="42861" cy="70306"/>
            </a:xfrm>
            <a:custGeom>
              <a:avLst/>
              <a:gdLst/>
              <a:ahLst/>
              <a:cxnLst/>
              <a:rect l="l" t="t" r="r" b="b"/>
              <a:pathLst>
                <a:path w="1190" h="1952" extrusionOk="0">
                  <a:moveTo>
                    <a:pt x="630" y="0"/>
                  </a:moveTo>
                  <a:lnTo>
                    <a:pt x="630" y="8"/>
                  </a:lnTo>
                  <a:cubicBezTo>
                    <a:pt x="630" y="680"/>
                    <a:pt x="410" y="1319"/>
                    <a:pt x="0" y="1837"/>
                  </a:cubicBezTo>
                  <a:lnTo>
                    <a:pt x="303" y="1837"/>
                  </a:lnTo>
                  <a:cubicBezTo>
                    <a:pt x="500" y="1837"/>
                    <a:pt x="689" y="1879"/>
                    <a:pt x="868" y="1951"/>
                  </a:cubicBezTo>
                  <a:cubicBezTo>
                    <a:pt x="1065" y="1713"/>
                    <a:pt x="1189" y="1410"/>
                    <a:pt x="1189" y="1083"/>
                  </a:cubicBezTo>
                  <a:cubicBezTo>
                    <a:pt x="1189" y="630"/>
                    <a:pt x="967" y="237"/>
                    <a:pt x="63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9" name="Google Shape;1119;p12"/>
            <p:cNvSpPr/>
            <p:nvPr/>
          </p:nvSpPr>
          <p:spPr>
            <a:xfrm>
              <a:off x="2503045" y="2110567"/>
              <a:ext cx="170255" cy="108557"/>
            </a:xfrm>
            <a:custGeom>
              <a:avLst/>
              <a:gdLst/>
              <a:ahLst/>
              <a:cxnLst/>
              <a:rect l="l" t="t" r="r" b="b"/>
              <a:pathLst>
                <a:path w="4727" h="3014" extrusionOk="0">
                  <a:moveTo>
                    <a:pt x="2929" y="788"/>
                  </a:moveTo>
                  <a:cubicBezTo>
                    <a:pt x="3086" y="788"/>
                    <a:pt x="3208" y="912"/>
                    <a:pt x="3208" y="1068"/>
                  </a:cubicBezTo>
                  <a:cubicBezTo>
                    <a:pt x="3208" y="1537"/>
                    <a:pt x="2830" y="1913"/>
                    <a:pt x="2364" y="1913"/>
                  </a:cubicBezTo>
                  <a:cubicBezTo>
                    <a:pt x="1905" y="1913"/>
                    <a:pt x="1527" y="1537"/>
                    <a:pt x="1527" y="1068"/>
                  </a:cubicBezTo>
                  <a:cubicBezTo>
                    <a:pt x="1527" y="912"/>
                    <a:pt x="1649" y="788"/>
                    <a:pt x="1806" y="788"/>
                  </a:cubicBezTo>
                  <a:cubicBezTo>
                    <a:pt x="1962" y="788"/>
                    <a:pt x="2084" y="912"/>
                    <a:pt x="2084" y="1068"/>
                  </a:cubicBezTo>
                  <a:cubicBezTo>
                    <a:pt x="2084" y="1224"/>
                    <a:pt x="2208" y="1348"/>
                    <a:pt x="2364" y="1348"/>
                  </a:cubicBezTo>
                  <a:cubicBezTo>
                    <a:pt x="2519" y="1348"/>
                    <a:pt x="2651" y="1224"/>
                    <a:pt x="2651" y="1068"/>
                  </a:cubicBezTo>
                  <a:cubicBezTo>
                    <a:pt x="2651" y="912"/>
                    <a:pt x="2773" y="788"/>
                    <a:pt x="2929" y="788"/>
                  </a:cubicBezTo>
                  <a:close/>
                  <a:moveTo>
                    <a:pt x="1" y="1"/>
                  </a:moveTo>
                  <a:lnTo>
                    <a:pt x="1" y="609"/>
                  </a:lnTo>
                  <a:cubicBezTo>
                    <a:pt x="1" y="1930"/>
                    <a:pt x="1058" y="2995"/>
                    <a:pt x="2364" y="3013"/>
                  </a:cubicBezTo>
                  <a:lnTo>
                    <a:pt x="2371" y="3013"/>
                  </a:lnTo>
                  <a:cubicBezTo>
                    <a:pt x="3677" y="2995"/>
                    <a:pt x="4726" y="1930"/>
                    <a:pt x="4726" y="609"/>
                  </a:cubicBezTo>
                  <a:lnTo>
                    <a:pt x="472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0" name="Google Shape;1120;p12"/>
            <p:cNvSpPr/>
            <p:nvPr/>
          </p:nvSpPr>
          <p:spPr>
            <a:xfrm>
              <a:off x="2413867" y="1941179"/>
              <a:ext cx="348902" cy="122496"/>
            </a:xfrm>
            <a:custGeom>
              <a:avLst/>
              <a:gdLst/>
              <a:ahLst/>
              <a:cxnLst/>
              <a:rect l="l" t="t" r="r" b="b"/>
              <a:pathLst>
                <a:path w="9687" h="3401" extrusionOk="0">
                  <a:moveTo>
                    <a:pt x="4843" y="0"/>
                  </a:moveTo>
                  <a:cubicBezTo>
                    <a:pt x="4816" y="0"/>
                    <a:pt x="4789" y="4"/>
                    <a:pt x="4765" y="12"/>
                  </a:cubicBezTo>
                  <a:lnTo>
                    <a:pt x="205" y="1603"/>
                  </a:lnTo>
                  <a:cubicBezTo>
                    <a:pt x="0" y="1678"/>
                    <a:pt x="0" y="1973"/>
                    <a:pt x="205" y="2038"/>
                  </a:cubicBezTo>
                  <a:lnTo>
                    <a:pt x="2443" y="2826"/>
                  </a:lnTo>
                  <a:lnTo>
                    <a:pt x="4643" y="2284"/>
                  </a:lnTo>
                  <a:cubicBezTo>
                    <a:pt x="4708" y="2268"/>
                    <a:pt x="4775" y="2261"/>
                    <a:pt x="4840" y="2261"/>
                  </a:cubicBezTo>
                  <a:cubicBezTo>
                    <a:pt x="4912" y="2261"/>
                    <a:pt x="4979" y="2268"/>
                    <a:pt x="5044" y="2284"/>
                  </a:cubicBezTo>
                  <a:lnTo>
                    <a:pt x="7243" y="2826"/>
                  </a:lnTo>
                  <a:lnTo>
                    <a:pt x="8466" y="2400"/>
                  </a:lnTo>
                  <a:lnTo>
                    <a:pt x="8466" y="3121"/>
                  </a:lnTo>
                  <a:cubicBezTo>
                    <a:pt x="8466" y="3276"/>
                    <a:pt x="8588" y="3401"/>
                    <a:pt x="8744" y="3401"/>
                  </a:cubicBezTo>
                  <a:cubicBezTo>
                    <a:pt x="8899" y="3401"/>
                    <a:pt x="9031" y="3276"/>
                    <a:pt x="9031" y="3121"/>
                  </a:cubicBezTo>
                  <a:lnTo>
                    <a:pt x="9031" y="2203"/>
                  </a:lnTo>
                  <a:lnTo>
                    <a:pt x="9482" y="2038"/>
                  </a:lnTo>
                  <a:cubicBezTo>
                    <a:pt x="9687" y="1973"/>
                    <a:pt x="9687" y="1678"/>
                    <a:pt x="9482" y="1603"/>
                  </a:cubicBezTo>
                  <a:lnTo>
                    <a:pt x="4922" y="12"/>
                  </a:lnTo>
                  <a:cubicBezTo>
                    <a:pt x="4898" y="4"/>
                    <a:pt x="4871" y="0"/>
                    <a:pt x="484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1" name="Google Shape;1121;p12"/>
            <p:cNvSpPr/>
            <p:nvPr/>
          </p:nvSpPr>
          <p:spPr>
            <a:xfrm>
              <a:off x="2503045" y="2042783"/>
              <a:ext cx="170255" cy="47759"/>
            </a:xfrm>
            <a:custGeom>
              <a:avLst/>
              <a:gdLst/>
              <a:ahLst/>
              <a:cxnLst/>
              <a:rect l="l" t="t" r="r" b="b"/>
              <a:pathLst>
                <a:path w="4727" h="1326" extrusionOk="0">
                  <a:moveTo>
                    <a:pt x="2367" y="1"/>
                  </a:moveTo>
                  <a:cubicBezTo>
                    <a:pt x="2345" y="1"/>
                    <a:pt x="2323" y="5"/>
                    <a:pt x="2299" y="12"/>
                  </a:cubicBezTo>
                  <a:lnTo>
                    <a:pt x="1" y="572"/>
                  </a:lnTo>
                  <a:lnTo>
                    <a:pt x="1" y="1326"/>
                  </a:lnTo>
                  <a:lnTo>
                    <a:pt x="4726" y="1326"/>
                  </a:lnTo>
                  <a:lnTo>
                    <a:pt x="4726" y="572"/>
                  </a:lnTo>
                  <a:lnTo>
                    <a:pt x="2436" y="12"/>
                  </a:lnTo>
                  <a:cubicBezTo>
                    <a:pt x="2412" y="5"/>
                    <a:pt x="2390" y="1"/>
                    <a:pt x="236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2" name="Google Shape;1122;p12"/>
            <p:cNvSpPr/>
            <p:nvPr/>
          </p:nvSpPr>
          <p:spPr>
            <a:xfrm>
              <a:off x="2459032" y="2218726"/>
              <a:ext cx="258570" cy="67749"/>
            </a:xfrm>
            <a:custGeom>
              <a:avLst/>
              <a:gdLst/>
              <a:ahLst/>
              <a:cxnLst/>
              <a:rect l="l" t="t" r="r" b="b"/>
              <a:pathLst>
                <a:path w="7179" h="1881" extrusionOk="0">
                  <a:moveTo>
                    <a:pt x="993" y="0"/>
                  </a:moveTo>
                  <a:cubicBezTo>
                    <a:pt x="443" y="0"/>
                    <a:pt x="0" y="443"/>
                    <a:pt x="0" y="1002"/>
                  </a:cubicBezTo>
                  <a:lnTo>
                    <a:pt x="0" y="1881"/>
                  </a:lnTo>
                  <a:lnTo>
                    <a:pt x="1050" y="1881"/>
                  </a:lnTo>
                  <a:lnTo>
                    <a:pt x="1050" y="1314"/>
                  </a:lnTo>
                  <a:cubicBezTo>
                    <a:pt x="1050" y="1158"/>
                    <a:pt x="1174" y="1034"/>
                    <a:pt x="1329" y="1034"/>
                  </a:cubicBezTo>
                  <a:cubicBezTo>
                    <a:pt x="1485" y="1034"/>
                    <a:pt x="1609" y="1158"/>
                    <a:pt x="1609" y="1314"/>
                  </a:cubicBezTo>
                  <a:lnTo>
                    <a:pt x="1609" y="1881"/>
                  </a:lnTo>
                  <a:lnTo>
                    <a:pt x="5562" y="1881"/>
                  </a:lnTo>
                  <a:lnTo>
                    <a:pt x="5562" y="1314"/>
                  </a:lnTo>
                  <a:cubicBezTo>
                    <a:pt x="5562" y="1158"/>
                    <a:pt x="5694" y="1034"/>
                    <a:pt x="5850" y="1034"/>
                  </a:cubicBezTo>
                  <a:cubicBezTo>
                    <a:pt x="5997" y="1034"/>
                    <a:pt x="6129" y="1158"/>
                    <a:pt x="6129" y="1314"/>
                  </a:cubicBezTo>
                  <a:lnTo>
                    <a:pt x="6129" y="1881"/>
                  </a:lnTo>
                  <a:lnTo>
                    <a:pt x="7179" y="1881"/>
                  </a:lnTo>
                  <a:lnTo>
                    <a:pt x="7179" y="1002"/>
                  </a:lnTo>
                  <a:cubicBezTo>
                    <a:pt x="7179" y="443"/>
                    <a:pt x="6736" y="0"/>
                    <a:pt x="6186" y="0"/>
                  </a:cubicBezTo>
                  <a:lnTo>
                    <a:pt x="5300" y="0"/>
                  </a:lnTo>
                  <a:cubicBezTo>
                    <a:pt x="4808" y="363"/>
                    <a:pt x="4218" y="559"/>
                    <a:pt x="3601" y="567"/>
                  </a:cubicBezTo>
                  <a:lnTo>
                    <a:pt x="3578" y="567"/>
                  </a:lnTo>
                  <a:cubicBezTo>
                    <a:pt x="2954" y="559"/>
                    <a:pt x="2371" y="363"/>
                    <a:pt x="187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23" name="Google Shape;1123;p12"/>
          <p:cNvGrpSpPr/>
          <p:nvPr/>
        </p:nvGrpSpPr>
        <p:grpSpPr>
          <a:xfrm>
            <a:off x="5137785" y="898741"/>
            <a:ext cx="344832" cy="345477"/>
            <a:chOff x="1623473" y="1362169"/>
            <a:chExt cx="344832" cy="345477"/>
          </a:xfrm>
        </p:grpSpPr>
        <p:sp>
          <p:nvSpPr>
            <p:cNvPr id="1124" name="Google Shape;1124;p12"/>
            <p:cNvSpPr/>
            <p:nvPr/>
          </p:nvSpPr>
          <p:spPr>
            <a:xfrm>
              <a:off x="1696732" y="1579100"/>
              <a:ext cx="198312" cy="128546"/>
            </a:xfrm>
            <a:custGeom>
              <a:avLst/>
              <a:gdLst/>
              <a:ahLst/>
              <a:cxnLst/>
              <a:rect l="l" t="t" r="r" b="b"/>
              <a:pathLst>
                <a:path w="5506" h="3569" extrusionOk="0">
                  <a:moveTo>
                    <a:pt x="1912" y="1"/>
                  </a:moveTo>
                  <a:lnTo>
                    <a:pt x="1912" y="1879"/>
                  </a:lnTo>
                  <a:lnTo>
                    <a:pt x="845" y="1879"/>
                  </a:lnTo>
                  <a:cubicBezTo>
                    <a:pt x="689" y="1879"/>
                    <a:pt x="567" y="2009"/>
                    <a:pt x="567" y="2156"/>
                  </a:cubicBezTo>
                  <a:lnTo>
                    <a:pt x="567" y="3003"/>
                  </a:lnTo>
                  <a:lnTo>
                    <a:pt x="280" y="3003"/>
                  </a:lnTo>
                  <a:cubicBezTo>
                    <a:pt x="132" y="3003"/>
                    <a:pt x="0" y="3125"/>
                    <a:pt x="0" y="3281"/>
                  </a:cubicBezTo>
                  <a:cubicBezTo>
                    <a:pt x="0" y="3436"/>
                    <a:pt x="132" y="3568"/>
                    <a:pt x="280" y="3568"/>
                  </a:cubicBezTo>
                  <a:lnTo>
                    <a:pt x="5218" y="3568"/>
                  </a:lnTo>
                  <a:cubicBezTo>
                    <a:pt x="5373" y="3568"/>
                    <a:pt x="5505" y="3436"/>
                    <a:pt x="5505" y="3281"/>
                  </a:cubicBezTo>
                  <a:cubicBezTo>
                    <a:pt x="5505" y="3125"/>
                    <a:pt x="5373" y="3003"/>
                    <a:pt x="5218" y="3003"/>
                  </a:cubicBezTo>
                  <a:lnTo>
                    <a:pt x="4938" y="3003"/>
                  </a:lnTo>
                  <a:lnTo>
                    <a:pt x="4938" y="2156"/>
                  </a:lnTo>
                  <a:cubicBezTo>
                    <a:pt x="4938" y="2009"/>
                    <a:pt x="4816" y="1879"/>
                    <a:pt x="4661" y="1879"/>
                  </a:cubicBezTo>
                  <a:lnTo>
                    <a:pt x="3593" y="1879"/>
                  </a:lnTo>
                  <a:lnTo>
                    <a:pt x="359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5" name="Google Shape;1125;p12"/>
            <p:cNvSpPr/>
            <p:nvPr/>
          </p:nvSpPr>
          <p:spPr>
            <a:xfrm>
              <a:off x="1780616" y="1441407"/>
              <a:ext cx="30543" cy="28958"/>
            </a:xfrm>
            <a:custGeom>
              <a:avLst/>
              <a:gdLst/>
              <a:ahLst/>
              <a:cxnLst/>
              <a:rect l="l" t="t" r="r" b="b"/>
              <a:pathLst>
                <a:path w="848" h="804" extrusionOk="0">
                  <a:moveTo>
                    <a:pt x="420" y="0"/>
                  </a:moveTo>
                  <a:lnTo>
                    <a:pt x="355" y="132"/>
                  </a:lnTo>
                  <a:cubicBezTo>
                    <a:pt x="314" y="213"/>
                    <a:pt x="239" y="270"/>
                    <a:pt x="148" y="288"/>
                  </a:cubicBezTo>
                  <a:lnTo>
                    <a:pt x="0" y="303"/>
                  </a:lnTo>
                  <a:lnTo>
                    <a:pt x="109" y="410"/>
                  </a:lnTo>
                  <a:cubicBezTo>
                    <a:pt x="174" y="477"/>
                    <a:pt x="207" y="565"/>
                    <a:pt x="190" y="656"/>
                  </a:cubicBezTo>
                  <a:lnTo>
                    <a:pt x="166" y="803"/>
                  </a:lnTo>
                  <a:lnTo>
                    <a:pt x="296" y="738"/>
                  </a:lnTo>
                  <a:cubicBezTo>
                    <a:pt x="337" y="713"/>
                    <a:pt x="379" y="705"/>
                    <a:pt x="420" y="705"/>
                  </a:cubicBezTo>
                  <a:cubicBezTo>
                    <a:pt x="469" y="705"/>
                    <a:pt x="510" y="713"/>
                    <a:pt x="552" y="738"/>
                  </a:cubicBezTo>
                  <a:lnTo>
                    <a:pt x="682" y="803"/>
                  </a:lnTo>
                  <a:lnTo>
                    <a:pt x="682" y="803"/>
                  </a:lnTo>
                  <a:lnTo>
                    <a:pt x="658" y="656"/>
                  </a:lnTo>
                  <a:cubicBezTo>
                    <a:pt x="640" y="565"/>
                    <a:pt x="674" y="477"/>
                    <a:pt x="739" y="410"/>
                  </a:cubicBezTo>
                  <a:lnTo>
                    <a:pt x="847" y="303"/>
                  </a:lnTo>
                  <a:lnTo>
                    <a:pt x="699" y="288"/>
                  </a:lnTo>
                  <a:cubicBezTo>
                    <a:pt x="609" y="270"/>
                    <a:pt x="526" y="213"/>
                    <a:pt x="485" y="132"/>
                  </a:cubicBezTo>
                  <a:lnTo>
                    <a:pt x="42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6" name="Google Shape;1126;p12"/>
            <p:cNvSpPr/>
            <p:nvPr/>
          </p:nvSpPr>
          <p:spPr>
            <a:xfrm>
              <a:off x="1623473" y="1362169"/>
              <a:ext cx="344832" cy="196547"/>
            </a:xfrm>
            <a:custGeom>
              <a:avLst/>
              <a:gdLst/>
              <a:ahLst/>
              <a:cxnLst/>
              <a:rect l="l" t="t" r="r" b="b"/>
              <a:pathLst>
                <a:path w="9574" h="5457" extrusionOk="0">
                  <a:moveTo>
                    <a:pt x="9016" y="560"/>
                  </a:moveTo>
                  <a:lnTo>
                    <a:pt x="9016" y="1659"/>
                  </a:lnTo>
                  <a:cubicBezTo>
                    <a:pt x="9016" y="2340"/>
                    <a:pt x="8532" y="2905"/>
                    <a:pt x="7892" y="3037"/>
                  </a:cubicBezTo>
                  <a:lnTo>
                    <a:pt x="7892" y="560"/>
                  </a:lnTo>
                  <a:close/>
                  <a:moveTo>
                    <a:pt x="1682" y="560"/>
                  </a:moveTo>
                  <a:lnTo>
                    <a:pt x="1682" y="3060"/>
                  </a:lnTo>
                  <a:lnTo>
                    <a:pt x="1395" y="3060"/>
                  </a:lnTo>
                  <a:cubicBezTo>
                    <a:pt x="936" y="3060"/>
                    <a:pt x="558" y="2692"/>
                    <a:pt x="558" y="2234"/>
                  </a:cubicBezTo>
                  <a:lnTo>
                    <a:pt x="558" y="560"/>
                  </a:lnTo>
                  <a:close/>
                  <a:moveTo>
                    <a:pt x="4783" y="1281"/>
                  </a:moveTo>
                  <a:cubicBezTo>
                    <a:pt x="4889" y="1281"/>
                    <a:pt x="4988" y="1348"/>
                    <a:pt x="5037" y="1436"/>
                  </a:cubicBezTo>
                  <a:lnTo>
                    <a:pt x="5291" y="1954"/>
                  </a:lnTo>
                  <a:lnTo>
                    <a:pt x="5858" y="2037"/>
                  </a:lnTo>
                  <a:cubicBezTo>
                    <a:pt x="5956" y="2052"/>
                    <a:pt x="6047" y="2125"/>
                    <a:pt x="6078" y="2224"/>
                  </a:cubicBezTo>
                  <a:cubicBezTo>
                    <a:pt x="6112" y="2322"/>
                    <a:pt x="6086" y="2438"/>
                    <a:pt x="6013" y="2511"/>
                  </a:cubicBezTo>
                  <a:lnTo>
                    <a:pt x="5604" y="2913"/>
                  </a:lnTo>
                  <a:lnTo>
                    <a:pt x="5702" y="3472"/>
                  </a:lnTo>
                  <a:cubicBezTo>
                    <a:pt x="5718" y="3578"/>
                    <a:pt x="5669" y="3685"/>
                    <a:pt x="5586" y="3742"/>
                  </a:cubicBezTo>
                  <a:cubicBezTo>
                    <a:pt x="5534" y="3780"/>
                    <a:pt x="5475" y="3799"/>
                    <a:pt x="5416" y="3799"/>
                  </a:cubicBezTo>
                  <a:cubicBezTo>
                    <a:pt x="5373" y="3799"/>
                    <a:pt x="5330" y="3788"/>
                    <a:pt x="5291" y="3767"/>
                  </a:cubicBezTo>
                  <a:lnTo>
                    <a:pt x="4783" y="3503"/>
                  </a:lnTo>
                  <a:lnTo>
                    <a:pt x="4283" y="3767"/>
                  </a:lnTo>
                  <a:cubicBezTo>
                    <a:pt x="4241" y="3791"/>
                    <a:pt x="4200" y="3799"/>
                    <a:pt x="4151" y="3799"/>
                  </a:cubicBezTo>
                  <a:cubicBezTo>
                    <a:pt x="4094" y="3799"/>
                    <a:pt x="4037" y="3783"/>
                    <a:pt x="3987" y="3742"/>
                  </a:cubicBezTo>
                  <a:cubicBezTo>
                    <a:pt x="3897" y="3685"/>
                    <a:pt x="3856" y="3578"/>
                    <a:pt x="3871" y="3472"/>
                  </a:cubicBezTo>
                  <a:lnTo>
                    <a:pt x="3970" y="2913"/>
                  </a:lnTo>
                  <a:lnTo>
                    <a:pt x="3560" y="2511"/>
                  </a:lnTo>
                  <a:cubicBezTo>
                    <a:pt x="3487" y="2438"/>
                    <a:pt x="3462" y="2322"/>
                    <a:pt x="3495" y="2224"/>
                  </a:cubicBezTo>
                  <a:cubicBezTo>
                    <a:pt x="3527" y="2125"/>
                    <a:pt x="3609" y="2052"/>
                    <a:pt x="3716" y="2037"/>
                  </a:cubicBezTo>
                  <a:lnTo>
                    <a:pt x="4283" y="1954"/>
                  </a:lnTo>
                  <a:lnTo>
                    <a:pt x="4537" y="1436"/>
                  </a:lnTo>
                  <a:cubicBezTo>
                    <a:pt x="4586" y="1348"/>
                    <a:pt x="4677" y="1281"/>
                    <a:pt x="4783" y="1281"/>
                  </a:cubicBezTo>
                  <a:close/>
                  <a:moveTo>
                    <a:pt x="278" y="1"/>
                  </a:moveTo>
                  <a:cubicBezTo>
                    <a:pt x="123" y="1"/>
                    <a:pt x="1" y="125"/>
                    <a:pt x="1" y="280"/>
                  </a:cubicBezTo>
                  <a:lnTo>
                    <a:pt x="1" y="2234"/>
                  </a:lnTo>
                  <a:cubicBezTo>
                    <a:pt x="1" y="2995"/>
                    <a:pt x="623" y="3620"/>
                    <a:pt x="1395" y="3620"/>
                  </a:cubicBezTo>
                  <a:lnTo>
                    <a:pt x="1706" y="3620"/>
                  </a:lnTo>
                  <a:cubicBezTo>
                    <a:pt x="1853" y="4661"/>
                    <a:pt x="2749" y="5456"/>
                    <a:pt x="3822" y="5456"/>
                  </a:cubicBezTo>
                  <a:lnTo>
                    <a:pt x="5752" y="5456"/>
                  </a:lnTo>
                  <a:cubicBezTo>
                    <a:pt x="6834" y="5456"/>
                    <a:pt x="7728" y="4653"/>
                    <a:pt x="7876" y="3602"/>
                  </a:cubicBezTo>
                  <a:cubicBezTo>
                    <a:pt x="8835" y="3480"/>
                    <a:pt x="9573" y="2651"/>
                    <a:pt x="9573" y="1659"/>
                  </a:cubicBezTo>
                  <a:lnTo>
                    <a:pt x="9573" y="280"/>
                  </a:lnTo>
                  <a:cubicBezTo>
                    <a:pt x="9573" y="125"/>
                    <a:pt x="9451" y="1"/>
                    <a:pt x="929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13"/>
          <p:cNvSpPr txBox="1">
            <a:spLocks noGrp="1"/>
          </p:cNvSpPr>
          <p:nvPr>
            <p:ph type="title"/>
          </p:nvPr>
        </p:nvSpPr>
        <p:spPr>
          <a:xfrm>
            <a:off x="175116" y="108986"/>
            <a:ext cx="8637205" cy="67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latin typeface="Overlock" panose="02000506030000020004"/>
                <a:ea typeface="Overlock" panose="02000506030000020004"/>
                <a:cs typeface="Overlock" panose="02000506030000020004"/>
                <a:sym typeface="Overlock" panose="02000506030000020004"/>
              </a:rPr>
              <a:t>Unit VII : Practicals - Practice worksheets on Grammar topics</a:t>
            </a:r>
          </a:p>
        </p:txBody>
      </p:sp>
      <p:sp>
        <p:nvSpPr>
          <p:cNvPr id="1132" name="Google Shape;1132;p13"/>
          <p:cNvSpPr txBox="1">
            <a:spLocks noGrp="1"/>
          </p:cNvSpPr>
          <p:nvPr>
            <p:ph type="subTitle" idx="2"/>
          </p:nvPr>
        </p:nvSpPr>
        <p:spPr>
          <a:xfrm>
            <a:off x="5407804" y="2732845"/>
            <a:ext cx="2887257" cy="484800"/>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sz="2400"/>
              <a:t>Parts of Speech </a:t>
            </a:r>
            <a:endParaRPr sz="2400"/>
          </a:p>
        </p:txBody>
      </p:sp>
      <p:sp>
        <p:nvSpPr>
          <p:cNvPr id="1133" name="Google Shape;1133;p13"/>
          <p:cNvSpPr txBox="1">
            <a:spLocks noGrp="1"/>
          </p:cNvSpPr>
          <p:nvPr>
            <p:ph type="subTitle" idx="4"/>
          </p:nvPr>
        </p:nvSpPr>
        <p:spPr>
          <a:xfrm>
            <a:off x="877229" y="3257453"/>
            <a:ext cx="2104535" cy="4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Vocabulary</a:t>
            </a:r>
          </a:p>
        </p:txBody>
      </p:sp>
      <p:sp>
        <p:nvSpPr>
          <p:cNvPr id="1134" name="Google Shape;1134;p13"/>
          <p:cNvSpPr txBox="1">
            <a:spLocks noGrp="1"/>
          </p:cNvSpPr>
          <p:nvPr>
            <p:ph type="subTitle" idx="6"/>
          </p:nvPr>
        </p:nvSpPr>
        <p:spPr>
          <a:xfrm>
            <a:off x="-172005" y="2576146"/>
            <a:ext cx="3396265" cy="484800"/>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sz="2400"/>
              <a:t>   Articles, Determiners &amp; Quantifiers </a:t>
            </a:r>
            <a:endParaRPr sz="2400"/>
          </a:p>
        </p:txBody>
      </p:sp>
      <p:sp>
        <p:nvSpPr>
          <p:cNvPr id="1135" name="Google Shape;1135;p13"/>
          <p:cNvSpPr txBox="1">
            <a:spLocks noGrp="1"/>
          </p:cNvSpPr>
          <p:nvPr>
            <p:ph type="subTitle" idx="8"/>
          </p:nvPr>
        </p:nvSpPr>
        <p:spPr>
          <a:xfrm>
            <a:off x="4888974" y="3624207"/>
            <a:ext cx="3455370" cy="462957"/>
          </a:xfrm>
          <a:prstGeom prst="rect">
            <a:avLst/>
          </a:prstGeom>
          <a:noFill/>
          <a:ln>
            <a:noFill/>
          </a:ln>
        </p:spPr>
        <p:txBody>
          <a:bodyPr spcFirstLastPara="1" wrap="square" lIns="91425" tIns="91425" rIns="91425" bIns="91425" anchor="b" anchorCtr="0">
            <a:noAutofit/>
          </a:bodyPr>
          <a:lstStyle/>
          <a:p>
            <a:pPr marL="457200" lvl="0" indent="-317500" algn="l" rtl="0">
              <a:lnSpc>
                <a:spcPct val="100000"/>
              </a:lnSpc>
              <a:spcBef>
                <a:spcPts val="0"/>
              </a:spcBef>
              <a:spcAft>
                <a:spcPts val="0"/>
              </a:spcAft>
              <a:buSzPts val="2400"/>
              <a:buNone/>
            </a:pPr>
            <a:r>
              <a:rPr lang="en-US" sz="2400"/>
              <a:t>   Direct speech &amp; Clauses</a:t>
            </a:r>
            <a:endParaRPr sz="2400"/>
          </a:p>
        </p:txBody>
      </p:sp>
      <p:sp>
        <p:nvSpPr>
          <p:cNvPr id="1136" name="Google Shape;1136;p13"/>
          <p:cNvSpPr/>
          <p:nvPr/>
        </p:nvSpPr>
        <p:spPr>
          <a:xfrm>
            <a:off x="3004578" y="2171774"/>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7" name="Google Shape;1137;p13"/>
          <p:cNvSpPr/>
          <p:nvPr/>
        </p:nvSpPr>
        <p:spPr>
          <a:xfrm>
            <a:off x="4539016" y="1853623"/>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8" name="Google Shape;1138;p13"/>
          <p:cNvSpPr/>
          <p:nvPr/>
        </p:nvSpPr>
        <p:spPr>
          <a:xfrm>
            <a:off x="4070836" y="333596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39" name="Google Shape;1139;p13"/>
          <p:cNvGrpSpPr/>
          <p:nvPr/>
        </p:nvGrpSpPr>
        <p:grpSpPr>
          <a:xfrm>
            <a:off x="4716288" y="2068816"/>
            <a:ext cx="345372" cy="295521"/>
            <a:chOff x="5585381" y="2551451"/>
            <a:chExt cx="345372" cy="295521"/>
          </a:xfrm>
        </p:grpSpPr>
        <p:sp>
          <p:nvSpPr>
            <p:cNvPr id="1140" name="Google Shape;1140;p13"/>
            <p:cNvSpPr/>
            <p:nvPr/>
          </p:nvSpPr>
          <p:spPr>
            <a:xfrm>
              <a:off x="5585381" y="2551451"/>
              <a:ext cx="345372" cy="230188"/>
            </a:xfrm>
            <a:custGeom>
              <a:avLst/>
              <a:gdLst/>
              <a:ahLst/>
              <a:cxnLst/>
              <a:rect l="l" t="t" r="r" b="b"/>
              <a:pathLst>
                <a:path w="9589" h="6391" extrusionOk="0">
                  <a:moveTo>
                    <a:pt x="286" y="0"/>
                  </a:moveTo>
                  <a:cubicBezTo>
                    <a:pt x="122" y="0"/>
                    <a:pt x="0" y="132"/>
                    <a:pt x="0" y="288"/>
                  </a:cubicBezTo>
                  <a:lnTo>
                    <a:pt x="0" y="6096"/>
                  </a:lnTo>
                  <a:cubicBezTo>
                    <a:pt x="0" y="6259"/>
                    <a:pt x="122" y="6391"/>
                    <a:pt x="286" y="6391"/>
                  </a:cubicBezTo>
                  <a:lnTo>
                    <a:pt x="1337" y="6391"/>
                  </a:lnTo>
                  <a:lnTo>
                    <a:pt x="1337" y="5627"/>
                  </a:lnTo>
                  <a:cubicBezTo>
                    <a:pt x="1213" y="5430"/>
                    <a:pt x="1197" y="5210"/>
                    <a:pt x="1181" y="5054"/>
                  </a:cubicBezTo>
                  <a:cubicBezTo>
                    <a:pt x="1172" y="5013"/>
                    <a:pt x="1164" y="4948"/>
                    <a:pt x="1156" y="4922"/>
                  </a:cubicBezTo>
                  <a:cubicBezTo>
                    <a:pt x="1148" y="4899"/>
                    <a:pt x="1107" y="4849"/>
                    <a:pt x="1083" y="4816"/>
                  </a:cubicBezTo>
                  <a:cubicBezTo>
                    <a:pt x="951" y="4660"/>
                    <a:pt x="754" y="4422"/>
                    <a:pt x="754" y="4078"/>
                  </a:cubicBezTo>
                  <a:cubicBezTo>
                    <a:pt x="754" y="3733"/>
                    <a:pt x="951" y="3487"/>
                    <a:pt x="1083" y="3331"/>
                  </a:cubicBezTo>
                  <a:cubicBezTo>
                    <a:pt x="1107" y="3298"/>
                    <a:pt x="1148" y="3257"/>
                    <a:pt x="1156" y="3233"/>
                  </a:cubicBezTo>
                  <a:cubicBezTo>
                    <a:pt x="1164" y="3199"/>
                    <a:pt x="1172" y="3134"/>
                    <a:pt x="1181" y="3093"/>
                  </a:cubicBezTo>
                  <a:cubicBezTo>
                    <a:pt x="1197" y="2888"/>
                    <a:pt x="1231" y="2585"/>
                    <a:pt x="1467" y="2347"/>
                  </a:cubicBezTo>
                  <a:cubicBezTo>
                    <a:pt x="1705" y="2117"/>
                    <a:pt x="2008" y="2083"/>
                    <a:pt x="2215" y="2059"/>
                  </a:cubicBezTo>
                  <a:cubicBezTo>
                    <a:pt x="2254" y="2052"/>
                    <a:pt x="2321" y="2052"/>
                    <a:pt x="2345" y="2044"/>
                  </a:cubicBezTo>
                  <a:cubicBezTo>
                    <a:pt x="2371" y="2026"/>
                    <a:pt x="2420" y="1985"/>
                    <a:pt x="2451" y="1961"/>
                  </a:cubicBezTo>
                  <a:cubicBezTo>
                    <a:pt x="2609" y="1829"/>
                    <a:pt x="2845" y="1632"/>
                    <a:pt x="3190" y="1632"/>
                  </a:cubicBezTo>
                  <a:cubicBezTo>
                    <a:pt x="3534" y="1632"/>
                    <a:pt x="3780" y="1829"/>
                    <a:pt x="3938" y="1961"/>
                  </a:cubicBezTo>
                  <a:cubicBezTo>
                    <a:pt x="3969" y="1985"/>
                    <a:pt x="4011" y="2026"/>
                    <a:pt x="4036" y="2044"/>
                  </a:cubicBezTo>
                  <a:cubicBezTo>
                    <a:pt x="4068" y="2052"/>
                    <a:pt x="4135" y="2052"/>
                    <a:pt x="4174" y="2059"/>
                  </a:cubicBezTo>
                  <a:cubicBezTo>
                    <a:pt x="4381" y="2083"/>
                    <a:pt x="4684" y="2117"/>
                    <a:pt x="4922" y="2347"/>
                  </a:cubicBezTo>
                  <a:cubicBezTo>
                    <a:pt x="5158" y="2585"/>
                    <a:pt x="5184" y="2888"/>
                    <a:pt x="5208" y="3093"/>
                  </a:cubicBezTo>
                  <a:cubicBezTo>
                    <a:pt x="5217" y="3134"/>
                    <a:pt x="5217" y="3199"/>
                    <a:pt x="5225" y="3233"/>
                  </a:cubicBezTo>
                  <a:cubicBezTo>
                    <a:pt x="5241" y="3257"/>
                    <a:pt x="5282" y="3298"/>
                    <a:pt x="5306" y="3331"/>
                  </a:cubicBezTo>
                  <a:cubicBezTo>
                    <a:pt x="5438" y="3487"/>
                    <a:pt x="5635" y="3733"/>
                    <a:pt x="5635" y="4078"/>
                  </a:cubicBezTo>
                  <a:cubicBezTo>
                    <a:pt x="5635" y="4422"/>
                    <a:pt x="5438" y="4660"/>
                    <a:pt x="5306" y="4816"/>
                  </a:cubicBezTo>
                  <a:cubicBezTo>
                    <a:pt x="5282" y="4849"/>
                    <a:pt x="5241" y="4899"/>
                    <a:pt x="5225" y="4922"/>
                  </a:cubicBezTo>
                  <a:cubicBezTo>
                    <a:pt x="5217" y="4948"/>
                    <a:pt x="5217" y="5013"/>
                    <a:pt x="5208" y="5054"/>
                  </a:cubicBezTo>
                  <a:cubicBezTo>
                    <a:pt x="5192" y="5210"/>
                    <a:pt x="5168" y="5430"/>
                    <a:pt x="5052" y="5627"/>
                  </a:cubicBezTo>
                  <a:lnTo>
                    <a:pt x="5052" y="6391"/>
                  </a:lnTo>
                  <a:lnTo>
                    <a:pt x="9293" y="6391"/>
                  </a:lnTo>
                  <a:cubicBezTo>
                    <a:pt x="9458" y="6391"/>
                    <a:pt x="9588" y="6259"/>
                    <a:pt x="9588" y="6096"/>
                  </a:cubicBezTo>
                  <a:lnTo>
                    <a:pt x="9588" y="288"/>
                  </a:lnTo>
                  <a:cubicBezTo>
                    <a:pt x="9588" y="132"/>
                    <a:pt x="9458" y="0"/>
                    <a:pt x="929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1" name="Google Shape;1141;p13"/>
            <p:cNvSpPr/>
            <p:nvPr/>
          </p:nvSpPr>
          <p:spPr>
            <a:xfrm>
              <a:off x="5653597" y="2768922"/>
              <a:ext cx="36666" cy="78050"/>
            </a:xfrm>
            <a:custGeom>
              <a:avLst/>
              <a:gdLst/>
              <a:ahLst/>
              <a:cxnLst/>
              <a:rect l="l" t="t" r="r" b="b"/>
              <a:pathLst>
                <a:path w="1018" h="2167" extrusionOk="0">
                  <a:moveTo>
                    <a:pt x="0" y="0"/>
                  </a:moveTo>
                  <a:lnTo>
                    <a:pt x="0" y="1993"/>
                  </a:lnTo>
                  <a:cubicBezTo>
                    <a:pt x="0" y="2090"/>
                    <a:pt x="81" y="2167"/>
                    <a:pt x="171" y="2167"/>
                  </a:cubicBezTo>
                  <a:cubicBezTo>
                    <a:pt x="196" y="2167"/>
                    <a:pt x="222" y="2161"/>
                    <a:pt x="246" y="2148"/>
                  </a:cubicBezTo>
                  <a:lnTo>
                    <a:pt x="1018" y="1796"/>
                  </a:lnTo>
                  <a:lnTo>
                    <a:pt x="1018" y="436"/>
                  </a:lnTo>
                  <a:cubicBezTo>
                    <a:pt x="821" y="369"/>
                    <a:pt x="666" y="239"/>
                    <a:pt x="557" y="148"/>
                  </a:cubicBezTo>
                  <a:cubicBezTo>
                    <a:pt x="526" y="123"/>
                    <a:pt x="477" y="91"/>
                    <a:pt x="451" y="73"/>
                  </a:cubicBezTo>
                  <a:cubicBezTo>
                    <a:pt x="427" y="65"/>
                    <a:pt x="360" y="58"/>
                    <a:pt x="321" y="50"/>
                  </a:cubicBezTo>
                  <a:cubicBezTo>
                    <a:pt x="230" y="42"/>
                    <a:pt x="114" y="32"/>
                    <a:pt x="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2" name="Google Shape;1142;p13"/>
            <p:cNvSpPr/>
            <p:nvPr/>
          </p:nvSpPr>
          <p:spPr>
            <a:xfrm>
              <a:off x="5710612" y="2768922"/>
              <a:ext cx="36666" cy="78050"/>
            </a:xfrm>
            <a:custGeom>
              <a:avLst/>
              <a:gdLst/>
              <a:ahLst/>
              <a:cxnLst/>
              <a:rect l="l" t="t" r="r" b="b"/>
              <a:pathLst>
                <a:path w="1018" h="2167" extrusionOk="0">
                  <a:moveTo>
                    <a:pt x="1018" y="0"/>
                  </a:moveTo>
                  <a:cubicBezTo>
                    <a:pt x="894" y="32"/>
                    <a:pt x="788" y="42"/>
                    <a:pt x="697" y="50"/>
                  </a:cubicBezTo>
                  <a:cubicBezTo>
                    <a:pt x="658" y="58"/>
                    <a:pt x="591" y="65"/>
                    <a:pt x="559" y="73"/>
                  </a:cubicBezTo>
                  <a:cubicBezTo>
                    <a:pt x="534" y="91"/>
                    <a:pt x="492" y="123"/>
                    <a:pt x="461" y="148"/>
                  </a:cubicBezTo>
                  <a:cubicBezTo>
                    <a:pt x="345" y="239"/>
                    <a:pt x="197" y="369"/>
                    <a:pt x="0" y="436"/>
                  </a:cubicBezTo>
                  <a:lnTo>
                    <a:pt x="0" y="1796"/>
                  </a:lnTo>
                  <a:lnTo>
                    <a:pt x="764" y="2148"/>
                  </a:lnTo>
                  <a:cubicBezTo>
                    <a:pt x="789" y="2161"/>
                    <a:pt x="814" y="2167"/>
                    <a:pt x="840" y="2167"/>
                  </a:cubicBezTo>
                  <a:cubicBezTo>
                    <a:pt x="932" y="2167"/>
                    <a:pt x="1018" y="2090"/>
                    <a:pt x="1018" y="1993"/>
                  </a:cubicBezTo>
                  <a:lnTo>
                    <a:pt x="101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3" name="Google Shape;1143;p13"/>
            <p:cNvSpPr/>
            <p:nvPr/>
          </p:nvSpPr>
          <p:spPr>
            <a:xfrm>
              <a:off x="5632599" y="2630652"/>
              <a:ext cx="135390" cy="135318"/>
            </a:xfrm>
            <a:custGeom>
              <a:avLst/>
              <a:gdLst/>
              <a:ahLst/>
              <a:cxnLst/>
              <a:rect l="l" t="t" r="r" b="b"/>
              <a:pathLst>
                <a:path w="3759" h="3757" extrusionOk="0">
                  <a:moveTo>
                    <a:pt x="1879" y="0"/>
                  </a:moveTo>
                  <a:cubicBezTo>
                    <a:pt x="1642" y="0"/>
                    <a:pt x="1461" y="278"/>
                    <a:pt x="1256" y="361"/>
                  </a:cubicBezTo>
                  <a:cubicBezTo>
                    <a:pt x="1042" y="451"/>
                    <a:pt x="715" y="386"/>
                    <a:pt x="550" y="550"/>
                  </a:cubicBezTo>
                  <a:cubicBezTo>
                    <a:pt x="394" y="713"/>
                    <a:pt x="461" y="1034"/>
                    <a:pt x="370" y="1247"/>
                  </a:cubicBezTo>
                  <a:cubicBezTo>
                    <a:pt x="280" y="1459"/>
                    <a:pt x="0" y="1640"/>
                    <a:pt x="0" y="1879"/>
                  </a:cubicBezTo>
                  <a:cubicBezTo>
                    <a:pt x="0" y="2117"/>
                    <a:pt x="280" y="2296"/>
                    <a:pt x="370" y="2503"/>
                  </a:cubicBezTo>
                  <a:cubicBezTo>
                    <a:pt x="461" y="2715"/>
                    <a:pt x="394" y="3044"/>
                    <a:pt x="550" y="3207"/>
                  </a:cubicBezTo>
                  <a:cubicBezTo>
                    <a:pt x="715" y="3363"/>
                    <a:pt x="1042" y="3306"/>
                    <a:pt x="1256" y="3389"/>
                  </a:cubicBezTo>
                  <a:cubicBezTo>
                    <a:pt x="1461" y="3477"/>
                    <a:pt x="1642" y="3757"/>
                    <a:pt x="1879" y="3757"/>
                  </a:cubicBezTo>
                  <a:cubicBezTo>
                    <a:pt x="2117" y="3757"/>
                    <a:pt x="2306" y="3477"/>
                    <a:pt x="2511" y="3389"/>
                  </a:cubicBezTo>
                  <a:cubicBezTo>
                    <a:pt x="2725" y="3306"/>
                    <a:pt x="3044" y="3363"/>
                    <a:pt x="3208" y="3207"/>
                  </a:cubicBezTo>
                  <a:cubicBezTo>
                    <a:pt x="3373" y="3044"/>
                    <a:pt x="3306" y="2715"/>
                    <a:pt x="3397" y="2503"/>
                  </a:cubicBezTo>
                  <a:cubicBezTo>
                    <a:pt x="3479" y="2296"/>
                    <a:pt x="3759" y="2117"/>
                    <a:pt x="3759" y="1879"/>
                  </a:cubicBezTo>
                  <a:cubicBezTo>
                    <a:pt x="3759" y="1640"/>
                    <a:pt x="3479" y="1459"/>
                    <a:pt x="3397" y="1247"/>
                  </a:cubicBezTo>
                  <a:cubicBezTo>
                    <a:pt x="3306" y="1034"/>
                    <a:pt x="3373" y="713"/>
                    <a:pt x="3208" y="550"/>
                  </a:cubicBezTo>
                  <a:cubicBezTo>
                    <a:pt x="3044" y="386"/>
                    <a:pt x="2725" y="451"/>
                    <a:pt x="2511" y="361"/>
                  </a:cubicBezTo>
                  <a:cubicBezTo>
                    <a:pt x="2306" y="278"/>
                    <a:pt x="2117" y="0"/>
                    <a:pt x="187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44" name="Google Shape;1144;p13"/>
          <p:cNvGrpSpPr/>
          <p:nvPr/>
        </p:nvGrpSpPr>
        <p:grpSpPr>
          <a:xfrm>
            <a:off x="3169023" y="2330280"/>
            <a:ext cx="348902" cy="345620"/>
            <a:chOff x="2413867" y="1362025"/>
            <a:chExt cx="348902" cy="345620"/>
          </a:xfrm>
        </p:grpSpPr>
        <p:sp>
          <p:nvSpPr>
            <p:cNvPr id="1145" name="Google Shape;1145;p13"/>
            <p:cNvSpPr/>
            <p:nvPr/>
          </p:nvSpPr>
          <p:spPr>
            <a:xfrm>
              <a:off x="2503045" y="1531809"/>
              <a:ext cx="170255" cy="108161"/>
            </a:xfrm>
            <a:custGeom>
              <a:avLst/>
              <a:gdLst/>
              <a:ahLst/>
              <a:cxnLst/>
              <a:rect l="l" t="t" r="r" b="b"/>
              <a:pathLst>
                <a:path w="4727" h="3003" extrusionOk="0">
                  <a:moveTo>
                    <a:pt x="2929" y="780"/>
                  </a:moveTo>
                  <a:cubicBezTo>
                    <a:pt x="3086" y="780"/>
                    <a:pt x="3208" y="902"/>
                    <a:pt x="3208" y="1058"/>
                  </a:cubicBezTo>
                  <a:cubicBezTo>
                    <a:pt x="3208" y="1526"/>
                    <a:pt x="2830" y="1904"/>
                    <a:pt x="2364" y="1904"/>
                  </a:cubicBezTo>
                  <a:cubicBezTo>
                    <a:pt x="1905" y="1904"/>
                    <a:pt x="1527" y="1526"/>
                    <a:pt x="1527" y="1058"/>
                  </a:cubicBezTo>
                  <a:cubicBezTo>
                    <a:pt x="1527" y="902"/>
                    <a:pt x="1649" y="780"/>
                    <a:pt x="1806" y="780"/>
                  </a:cubicBezTo>
                  <a:cubicBezTo>
                    <a:pt x="1962" y="780"/>
                    <a:pt x="2084" y="902"/>
                    <a:pt x="2084" y="1058"/>
                  </a:cubicBezTo>
                  <a:cubicBezTo>
                    <a:pt x="2084" y="1215"/>
                    <a:pt x="2208" y="1337"/>
                    <a:pt x="2364" y="1337"/>
                  </a:cubicBezTo>
                  <a:cubicBezTo>
                    <a:pt x="2519" y="1337"/>
                    <a:pt x="2651" y="1215"/>
                    <a:pt x="2651" y="1058"/>
                  </a:cubicBezTo>
                  <a:cubicBezTo>
                    <a:pt x="2651" y="902"/>
                    <a:pt x="2773" y="780"/>
                    <a:pt x="2929" y="780"/>
                  </a:cubicBezTo>
                  <a:close/>
                  <a:moveTo>
                    <a:pt x="1" y="0"/>
                  </a:moveTo>
                  <a:lnTo>
                    <a:pt x="1" y="607"/>
                  </a:lnTo>
                  <a:cubicBezTo>
                    <a:pt x="1" y="1920"/>
                    <a:pt x="1058" y="2987"/>
                    <a:pt x="2364" y="3003"/>
                  </a:cubicBezTo>
                  <a:lnTo>
                    <a:pt x="2371" y="3003"/>
                  </a:lnTo>
                  <a:cubicBezTo>
                    <a:pt x="3677" y="2987"/>
                    <a:pt x="4726" y="1920"/>
                    <a:pt x="4726" y="607"/>
                  </a:cubicBezTo>
                  <a:lnTo>
                    <a:pt x="472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6" name="Google Shape;1146;p13"/>
            <p:cNvSpPr/>
            <p:nvPr/>
          </p:nvSpPr>
          <p:spPr>
            <a:xfrm>
              <a:off x="2413867" y="1362025"/>
              <a:ext cx="348902" cy="122532"/>
            </a:xfrm>
            <a:custGeom>
              <a:avLst/>
              <a:gdLst/>
              <a:ahLst/>
              <a:cxnLst/>
              <a:rect l="l" t="t" r="r" b="b"/>
              <a:pathLst>
                <a:path w="9687" h="3402" extrusionOk="0">
                  <a:moveTo>
                    <a:pt x="4843" y="1"/>
                  </a:moveTo>
                  <a:cubicBezTo>
                    <a:pt x="4816" y="1"/>
                    <a:pt x="4789" y="5"/>
                    <a:pt x="4765" y="13"/>
                  </a:cubicBezTo>
                  <a:lnTo>
                    <a:pt x="205" y="1606"/>
                  </a:lnTo>
                  <a:cubicBezTo>
                    <a:pt x="0" y="1678"/>
                    <a:pt x="0" y="1974"/>
                    <a:pt x="205" y="2049"/>
                  </a:cubicBezTo>
                  <a:lnTo>
                    <a:pt x="2443" y="2828"/>
                  </a:lnTo>
                  <a:lnTo>
                    <a:pt x="4643" y="2287"/>
                  </a:lnTo>
                  <a:cubicBezTo>
                    <a:pt x="4708" y="2269"/>
                    <a:pt x="4775" y="2261"/>
                    <a:pt x="4840" y="2261"/>
                  </a:cubicBezTo>
                  <a:cubicBezTo>
                    <a:pt x="4912" y="2261"/>
                    <a:pt x="4979" y="2269"/>
                    <a:pt x="5044" y="2287"/>
                  </a:cubicBezTo>
                  <a:lnTo>
                    <a:pt x="7243" y="2828"/>
                  </a:lnTo>
                  <a:lnTo>
                    <a:pt x="8466" y="2401"/>
                  </a:lnTo>
                  <a:lnTo>
                    <a:pt x="8466" y="3123"/>
                  </a:lnTo>
                  <a:cubicBezTo>
                    <a:pt x="8466" y="3279"/>
                    <a:pt x="8588" y="3401"/>
                    <a:pt x="8744" y="3401"/>
                  </a:cubicBezTo>
                  <a:cubicBezTo>
                    <a:pt x="8899" y="3401"/>
                    <a:pt x="9031" y="3279"/>
                    <a:pt x="9031" y="3123"/>
                  </a:cubicBezTo>
                  <a:lnTo>
                    <a:pt x="9031" y="2204"/>
                  </a:lnTo>
                  <a:lnTo>
                    <a:pt x="9482" y="2049"/>
                  </a:lnTo>
                  <a:cubicBezTo>
                    <a:pt x="9687" y="1974"/>
                    <a:pt x="9687" y="1678"/>
                    <a:pt x="9482" y="1606"/>
                  </a:cubicBezTo>
                  <a:lnTo>
                    <a:pt x="4922" y="13"/>
                  </a:lnTo>
                  <a:cubicBezTo>
                    <a:pt x="4898" y="5"/>
                    <a:pt x="4871" y="1"/>
                    <a:pt x="484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7" name="Google Shape;1147;p13"/>
            <p:cNvSpPr/>
            <p:nvPr/>
          </p:nvSpPr>
          <p:spPr>
            <a:xfrm>
              <a:off x="2503045" y="1463665"/>
              <a:ext cx="170255" cy="47759"/>
            </a:xfrm>
            <a:custGeom>
              <a:avLst/>
              <a:gdLst/>
              <a:ahLst/>
              <a:cxnLst/>
              <a:rect l="l" t="t" r="r" b="b"/>
              <a:pathLst>
                <a:path w="4727" h="1326" extrusionOk="0">
                  <a:moveTo>
                    <a:pt x="2367" y="1"/>
                  </a:moveTo>
                  <a:cubicBezTo>
                    <a:pt x="2345" y="1"/>
                    <a:pt x="2323" y="5"/>
                    <a:pt x="2299" y="14"/>
                  </a:cubicBezTo>
                  <a:lnTo>
                    <a:pt x="1" y="571"/>
                  </a:lnTo>
                  <a:lnTo>
                    <a:pt x="1" y="1325"/>
                  </a:lnTo>
                  <a:lnTo>
                    <a:pt x="4726" y="1325"/>
                  </a:lnTo>
                  <a:lnTo>
                    <a:pt x="4726" y="571"/>
                  </a:lnTo>
                  <a:lnTo>
                    <a:pt x="2436" y="14"/>
                  </a:lnTo>
                  <a:cubicBezTo>
                    <a:pt x="2412" y="5"/>
                    <a:pt x="2390" y="1"/>
                    <a:pt x="236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48" name="Google Shape;1148;p13"/>
            <p:cNvSpPr/>
            <p:nvPr/>
          </p:nvSpPr>
          <p:spPr>
            <a:xfrm>
              <a:off x="2459032" y="1639644"/>
              <a:ext cx="258570" cy="68001"/>
            </a:xfrm>
            <a:custGeom>
              <a:avLst/>
              <a:gdLst/>
              <a:ahLst/>
              <a:cxnLst/>
              <a:rect l="l" t="t" r="r" b="b"/>
              <a:pathLst>
                <a:path w="7179" h="1888" extrusionOk="0">
                  <a:moveTo>
                    <a:pt x="993" y="1"/>
                  </a:moveTo>
                  <a:cubicBezTo>
                    <a:pt x="443" y="1"/>
                    <a:pt x="0" y="452"/>
                    <a:pt x="0" y="1001"/>
                  </a:cubicBezTo>
                  <a:lnTo>
                    <a:pt x="0" y="1887"/>
                  </a:lnTo>
                  <a:lnTo>
                    <a:pt x="1050" y="1887"/>
                  </a:lnTo>
                  <a:lnTo>
                    <a:pt x="1050" y="1312"/>
                  </a:lnTo>
                  <a:cubicBezTo>
                    <a:pt x="1050" y="1157"/>
                    <a:pt x="1174" y="1035"/>
                    <a:pt x="1329" y="1035"/>
                  </a:cubicBezTo>
                  <a:cubicBezTo>
                    <a:pt x="1485" y="1035"/>
                    <a:pt x="1609" y="1157"/>
                    <a:pt x="1609" y="1312"/>
                  </a:cubicBezTo>
                  <a:lnTo>
                    <a:pt x="1609" y="1887"/>
                  </a:lnTo>
                  <a:lnTo>
                    <a:pt x="5562" y="1887"/>
                  </a:lnTo>
                  <a:lnTo>
                    <a:pt x="5562" y="1312"/>
                  </a:lnTo>
                  <a:cubicBezTo>
                    <a:pt x="5562" y="1157"/>
                    <a:pt x="5694" y="1035"/>
                    <a:pt x="5850" y="1035"/>
                  </a:cubicBezTo>
                  <a:cubicBezTo>
                    <a:pt x="5997" y="1035"/>
                    <a:pt x="6129" y="1157"/>
                    <a:pt x="6129" y="1312"/>
                  </a:cubicBezTo>
                  <a:lnTo>
                    <a:pt x="6129" y="1887"/>
                  </a:lnTo>
                  <a:lnTo>
                    <a:pt x="7179" y="1887"/>
                  </a:lnTo>
                  <a:lnTo>
                    <a:pt x="7179" y="1001"/>
                  </a:lnTo>
                  <a:cubicBezTo>
                    <a:pt x="7179" y="452"/>
                    <a:pt x="6736" y="1"/>
                    <a:pt x="6186" y="1"/>
                  </a:cubicBezTo>
                  <a:lnTo>
                    <a:pt x="5300" y="1"/>
                  </a:lnTo>
                  <a:cubicBezTo>
                    <a:pt x="4808" y="361"/>
                    <a:pt x="4218" y="558"/>
                    <a:pt x="3601" y="566"/>
                  </a:cubicBezTo>
                  <a:lnTo>
                    <a:pt x="3578" y="566"/>
                  </a:lnTo>
                  <a:cubicBezTo>
                    <a:pt x="2954" y="558"/>
                    <a:pt x="2371" y="361"/>
                    <a:pt x="187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149" name="Google Shape;1149;p13"/>
          <p:cNvSpPr/>
          <p:nvPr/>
        </p:nvSpPr>
        <p:spPr>
          <a:xfrm>
            <a:off x="3668341" y="1585755"/>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0" name="Google Shape;1150;p13"/>
          <p:cNvSpPr/>
          <p:nvPr/>
        </p:nvSpPr>
        <p:spPr>
          <a:xfrm>
            <a:off x="3155892" y="3071479"/>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1" name="Google Shape;1151;p13"/>
          <p:cNvSpPr/>
          <p:nvPr/>
        </p:nvSpPr>
        <p:spPr>
          <a:xfrm>
            <a:off x="4697226" y="2678085"/>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52" name="Google Shape;1152;p13"/>
          <p:cNvGrpSpPr/>
          <p:nvPr/>
        </p:nvGrpSpPr>
        <p:grpSpPr>
          <a:xfrm>
            <a:off x="4235281" y="3474808"/>
            <a:ext cx="348902" cy="345620"/>
            <a:chOff x="2413867" y="1362025"/>
            <a:chExt cx="348902" cy="345620"/>
          </a:xfrm>
        </p:grpSpPr>
        <p:sp>
          <p:nvSpPr>
            <p:cNvPr id="1153" name="Google Shape;1153;p13"/>
            <p:cNvSpPr/>
            <p:nvPr/>
          </p:nvSpPr>
          <p:spPr>
            <a:xfrm>
              <a:off x="2503045" y="1531809"/>
              <a:ext cx="170255" cy="108161"/>
            </a:xfrm>
            <a:custGeom>
              <a:avLst/>
              <a:gdLst/>
              <a:ahLst/>
              <a:cxnLst/>
              <a:rect l="l" t="t" r="r" b="b"/>
              <a:pathLst>
                <a:path w="4727" h="3003" extrusionOk="0">
                  <a:moveTo>
                    <a:pt x="2929" y="780"/>
                  </a:moveTo>
                  <a:cubicBezTo>
                    <a:pt x="3086" y="780"/>
                    <a:pt x="3208" y="902"/>
                    <a:pt x="3208" y="1058"/>
                  </a:cubicBezTo>
                  <a:cubicBezTo>
                    <a:pt x="3208" y="1526"/>
                    <a:pt x="2830" y="1904"/>
                    <a:pt x="2364" y="1904"/>
                  </a:cubicBezTo>
                  <a:cubicBezTo>
                    <a:pt x="1905" y="1904"/>
                    <a:pt x="1527" y="1526"/>
                    <a:pt x="1527" y="1058"/>
                  </a:cubicBezTo>
                  <a:cubicBezTo>
                    <a:pt x="1527" y="902"/>
                    <a:pt x="1649" y="780"/>
                    <a:pt x="1806" y="780"/>
                  </a:cubicBezTo>
                  <a:cubicBezTo>
                    <a:pt x="1962" y="780"/>
                    <a:pt x="2084" y="902"/>
                    <a:pt x="2084" y="1058"/>
                  </a:cubicBezTo>
                  <a:cubicBezTo>
                    <a:pt x="2084" y="1215"/>
                    <a:pt x="2208" y="1337"/>
                    <a:pt x="2364" y="1337"/>
                  </a:cubicBezTo>
                  <a:cubicBezTo>
                    <a:pt x="2519" y="1337"/>
                    <a:pt x="2651" y="1215"/>
                    <a:pt x="2651" y="1058"/>
                  </a:cubicBezTo>
                  <a:cubicBezTo>
                    <a:pt x="2651" y="902"/>
                    <a:pt x="2773" y="780"/>
                    <a:pt x="2929" y="780"/>
                  </a:cubicBezTo>
                  <a:close/>
                  <a:moveTo>
                    <a:pt x="1" y="0"/>
                  </a:moveTo>
                  <a:lnTo>
                    <a:pt x="1" y="607"/>
                  </a:lnTo>
                  <a:cubicBezTo>
                    <a:pt x="1" y="1920"/>
                    <a:pt x="1058" y="2987"/>
                    <a:pt x="2364" y="3003"/>
                  </a:cubicBezTo>
                  <a:lnTo>
                    <a:pt x="2371" y="3003"/>
                  </a:lnTo>
                  <a:cubicBezTo>
                    <a:pt x="3677" y="2987"/>
                    <a:pt x="4726" y="1920"/>
                    <a:pt x="4726" y="607"/>
                  </a:cubicBezTo>
                  <a:lnTo>
                    <a:pt x="472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4" name="Google Shape;1154;p13"/>
            <p:cNvSpPr/>
            <p:nvPr/>
          </p:nvSpPr>
          <p:spPr>
            <a:xfrm>
              <a:off x="2413867" y="1362025"/>
              <a:ext cx="348902" cy="122532"/>
            </a:xfrm>
            <a:custGeom>
              <a:avLst/>
              <a:gdLst/>
              <a:ahLst/>
              <a:cxnLst/>
              <a:rect l="l" t="t" r="r" b="b"/>
              <a:pathLst>
                <a:path w="9687" h="3402" extrusionOk="0">
                  <a:moveTo>
                    <a:pt x="4843" y="1"/>
                  </a:moveTo>
                  <a:cubicBezTo>
                    <a:pt x="4816" y="1"/>
                    <a:pt x="4789" y="5"/>
                    <a:pt x="4765" y="13"/>
                  </a:cubicBezTo>
                  <a:lnTo>
                    <a:pt x="205" y="1606"/>
                  </a:lnTo>
                  <a:cubicBezTo>
                    <a:pt x="0" y="1678"/>
                    <a:pt x="0" y="1974"/>
                    <a:pt x="205" y="2049"/>
                  </a:cubicBezTo>
                  <a:lnTo>
                    <a:pt x="2443" y="2828"/>
                  </a:lnTo>
                  <a:lnTo>
                    <a:pt x="4643" y="2287"/>
                  </a:lnTo>
                  <a:cubicBezTo>
                    <a:pt x="4708" y="2269"/>
                    <a:pt x="4775" y="2261"/>
                    <a:pt x="4840" y="2261"/>
                  </a:cubicBezTo>
                  <a:cubicBezTo>
                    <a:pt x="4912" y="2261"/>
                    <a:pt x="4979" y="2269"/>
                    <a:pt x="5044" y="2287"/>
                  </a:cubicBezTo>
                  <a:lnTo>
                    <a:pt x="7243" y="2828"/>
                  </a:lnTo>
                  <a:lnTo>
                    <a:pt x="8466" y="2401"/>
                  </a:lnTo>
                  <a:lnTo>
                    <a:pt x="8466" y="3123"/>
                  </a:lnTo>
                  <a:cubicBezTo>
                    <a:pt x="8466" y="3279"/>
                    <a:pt x="8588" y="3401"/>
                    <a:pt x="8744" y="3401"/>
                  </a:cubicBezTo>
                  <a:cubicBezTo>
                    <a:pt x="8899" y="3401"/>
                    <a:pt x="9031" y="3279"/>
                    <a:pt x="9031" y="3123"/>
                  </a:cubicBezTo>
                  <a:lnTo>
                    <a:pt x="9031" y="2204"/>
                  </a:lnTo>
                  <a:lnTo>
                    <a:pt x="9482" y="2049"/>
                  </a:lnTo>
                  <a:cubicBezTo>
                    <a:pt x="9687" y="1974"/>
                    <a:pt x="9687" y="1678"/>
                    <a:pt x="9482" y="1606"/>
                  </a:cubicBezTo>
                  <a:lnTo>
                    <a:pt x="4922" y="13"/>
                  </a:lnTo>
                  <a:cubicBezTo>
                    <a:pt x="4898" y="5"/>
                    <a:pt x="4871" y="1"/>
                    <a:pt x="484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5" name="Google Shape;1155;p13"/>
            <p:cNvSpPr/>
            <p:nvPr/>
          </p:nvSpPr>
          <p:spPr>
            <a:xfrm>
              <a:off x="2503045" y="1463665"/>
              <a:ext cx="170255" cy="47759"/>
            </a:xfrm>
            <a:custGeom>
              <a:avLst/>
              <a:gdLst/>
              <a:ahLst/>
              <a:cxnLst/>
              <a:rect l="l" t="t" r="r" b="b"/>
              <a:pathLst>
                <a:path w="4727" h="1326" extrusionOk="0">
                  <a:moveTo>
                    <a:pt x="2367" y="1"/>
                  </a:moveTo>
                  <a:cubicBezTo>
                    <a:pt x="2345" y="1"/>
                    <a:pt x="2323" y="5"/>
                    <a:pt x="2299" y="14"/>
                  </a:cubicBezTo>
                  <a:lnTo>
                    <a:pt x="1" y="571"/>
                  </a:lnTo>
                  <a:lnTo>
                    <a:pt x="1" y="1325"/>
                  </a:lnTo>
                  <a:lnTo>
                    <a:pt x="4726" y="1325"/>
                  </a:lnTo>
                  <a:lnTo>
                    <a:pt x="4726" y="571"/>
                  </a:lnTo>
                  <a:lnTo>
                    <a:pt x="2436" y="14"/>
                  </a:lnTo>
                  <a:cubicBezTo>
                    <a:pt x="2412" y="5"/>
                    <a:pt x="2390" y="1"/>
                    <a:pt x="236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6" name="Google Shape;1156;p13"/>
            <p:cNvSpPr/>
            <p:nvPr/>
          </p:nvSpPr>
          <p:spPr>
            <a:xfrm>
              <a:off x="2459032" y="1639644"/>
              <a:ext cx="258570" cy="68001"/>
            </a:xfrm>
            <a:custGeom>
              <a:avLst/>
              <a:gdLst/>
              <a:ahLst/>
              <a:cxnLst/>
              <a:rect l="l" t="t" r="r" b="b"/>
              <a:pathLst>
                <a:path w="7179" h="1888" extrusionOk="0">
                  <a:moveTo>
                    <a:pt x="993" y="1"/>
                  </a:moveTo>
                  <a:cubicBezTo>
                    <a:pt x="443" y="1"/>
                    <a:pt x="0" y="452"/>
                    <a:pt x="0" y="1001"/>
                  </a:cubicBezTo>
                  <a:lnTo>
                    <a:pt x="0" y="1887"/>
                  </a:lnTo>
                  <a:lnTo>
                    <a:pt x="1050" y="1887"/>
                  </a:lnTo>
                  <a:lnTo>
                    <a:pt x="1050" y="1312"/>
                  </a:lnTo>
                  <a:cubicBezTo>
                    <a:pt x="1050" y="1157"/>
                    <a:pt x="1174" y="1035"/>
                    <a:pt x="1329" y="1035"/>
                  </a:cubicBezTo>
                  <a:cubicBezTo>
                    <a:pt x="1485" y="1035"/>
                    <a:pt x="1609" y="1157"/>
                    <a:pt x="1609" y="1312"/>
                  </a:cubicBezTo>
                  <a:lnTo>
                    <a:pt x="1609" y="1887"/>
                  </a:lnTo>
                  <a:lnTo>
                    <a:pt x="5562" y="1887"/>
                  </a:lnTo>
                  <a:lnTo>
                    <a:pt x="5562" y="1312"/>
                  </a:lnTo>
                  <a:cubicBezTo>
                    <a:pt x="5562" y="1157"/>
                    <a:pt x="5694" y="1035"/>
                    <a:pt x="5850" y="1035"/>
                  </a:cubicBezTo>
                  <a:cubicBezTo>
                    <a:pt x="5997" y="1035"/>
                    <a:pt x="6129" y="1157"/>
                    <a:pt x="6129" y="1312"/>
                  </a:cubicBezTo>
                  <a:lnTo>
                    <a:pt x="6129" y="1887"/>
                  </a:lnTo>
                  <a:lnTo>
                    <a:pt x="7179" y="1887"/>
                  </a:lnTo>
                  <a:lnTo>
                    <a:pt x="7179" y="1001"/>
                  </a:lnTo>
                  <a:cubicBezTo>
                    <a:pt x="7179" y="452"/>
                    <a:pt x="6736" y="1"/>
                    <a:pt x="6186" y="1"/>
                  </a:cubicBezTo>
                  <a:lnTo>
                    <a:pt x="5300" y="1"/>
                  </a:lnTo>
                  <a:cubicBezTo>
                    <a:pt x="4808" y="361"/>
                    <a:pt x="4218" y="558"/>
                    <a:pt x="3601" y="566"/>
                  </a:cubicBezTo>
                  <a:lnTo>
                    <a:pt x="3578" y="566"/>
                  </a:lnTo>
                  <a:cubicBezTo>
                    <a:pt x="2954" y="558"/>
                    <a:pt x="2371" y="361"/>
                    <a:pt x="187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57" name="Google Shape;1157;p13"/>
          <p:cNvGrpSpPr/>
          <p:nvPr/>
        </p:nvGrpSpPr>
        <p:grpSpPr>
          <a:xfrm>
            <a:off x="3902106" y="1730374"/>
            <a:ext cx="252411" cy="345444"/>
            <a:chOff x="4021414" y="2520080"/>
            <a:chExt cx="252411" cy="345444"/>
          </a:xfrm>
        </p:grpSpPr>
        <p:sp>
          <p:nvSpPr>
            <p:cNvPr id="1158" name="Google Shape;1158;p13"/>
            <p:cNvSpPr/>
            <p:nvPr/>
          </p:nvSpPr>
          <p:spPr>
            <a:xfrm>
              <a:off x="4216122" y="2520440"/>
              <a:ext cx="57412" cy="57340"/>
            </a:xfrm>
            <a:custGeom>
              <a:avLst/>
              <a:gdLst/>
              <a:ahLst/>
              <a:cxnLst/>
              <a:rect l="l" t="t" r="r" b="b"/>
              <a:pathLst>
                <a:path w="1594" h="1592" extrusionOk="0">
                  <a:moveTo>
                    <a:pt x="1" y="1"/>
                  </a:moveTo>
                  <a:lnTo>
                    <a:pt x="1" y="1312"/>
                  </a:lnTo>
                  <a:cubicBezTo>
                    <a:pt x="1" y="1467"/>
                    <a:pt x="125" y="1591"/>
                    <a:pt x="280" y="1591"/>
                  </a:cubicBezTo>
                  <a:lnTo>
                    <a:pt x="1594" y="1591"/>
                  </a:lnTo>
                  <a:lnTo>
                    <a:pt x="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9" name="Google Shape;1159;p13"/>
            <p:cNvSpPr/>
            <p:nvPr/>
          </p:nvSpPr>
          <p:spPr>
            <a:xfrm>
              <a:off x="4106846" y="2676466"/>
              <a:ext cx="40844" cy="45490"/>
            </a:xfrm>
            <a:custGeom>
              <a:avLst/>
              <a:gdLst/>
              <a:ahLst/>
              <a:cxnLst/>
              <a:rect l="l" t="t" r="r" b="b"/>
              <a:pathLst>
                <a:path w="1134" h="1263" extrusionOk="0">
                  <a:moveTo>
                    <a:pt x="566" y="0"/>
                  </a:moveTo>
                  <a:lnTo>
                    <a:pt x="1" y="1262"/>
                  </a:lnTo>
                  <a:lnTo>
                    <a:pt x="1133" y="1262"/>
                  </a:lnTo>
                  <a:lnTo>
                    <a:pt x="56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0" name="Google Shape;1160;p13"/>
            <p:cNvSpPr/>
            <p:nvPr/>
          </p:nvSpPr>
          <p:spPr>
            <a:xfrm>
              <a:off x="4021414" y="2520080"/>
              <a:ext cx="252411" cy="345444"/>
            </a:xfrm>
            <a:custGeom>
              <a:avLst/>
              <a:gdLst/>
              <a:ahLst/>
              <a:cxnLst/>
              <a:rect l="l" t="t" r="r" b="b"/>
              <a:pathLst>
                <a:path w="7008" h="9591" extrusionOk="0">
                  <a:moveTo>
                    <a:pt x="4940" y="3373"/>
                  </a:moveTo>
                  <a:cubicBezTo>
                    <a:pt x="5104" y="3373"/>
                    <a:pt x="5236" y="3496"/>
                    <a:pt x="5236" y="3661"/>
                  </a:cubicBezTo>
                  <a:lnTo>
                    <a:pt x="5236" y="4055"/>
                  </a:lnTo>
                  <a:lnTo>
                    <a:pt x="5629" y="4055"/>
                  </a:lnTo>
                  <a:cubicBezTo>
                    <a:pt x="5793" y="4055"/>
                    <a:pt x="5917" y="4185"/>
                    <a:pt x="5917" y="4350"/>
                  </a:cubicBezTo>
                  <a:cubicBezTo>
                    <a:pt x="5907" y="4498"/>
                    <a:pt x="5777" y="4620"/>
                    <a:pt x="5622" y="4620"/>
                  </a:cubicBezTo>
                  <a:lnTo>
                    <a:pt x="5236" y="4620"/>
                  </a:lnTo>
                  <a:lnTo>
                    <a:pt x="5236" y="5006"/>
                  </a:lnTo>
                  <a:cubicBezTo>
                    <a:pt x="5236" y="5153"/>
                    <a:pt x="5119" y="5285"/>
                    <a:pt x="4964" y="5293"/>
                  </a:cubicBezTo>
                  <a:cubicBezTo>
                    <a:pt x="4959" y="5293"/>
                    <a:pt x="4955" y="5293"/>
                    <a:pt x="4951" y="5293"/>
                  </a:cubicBezTo>
                  <a:cubicBezTo>
                    <a:pt x="4801" y="5293"/>
                    <a:pt x="4669" y="5165"/>
                    <a:pt x="4669" y="5013"/>
                  </a:cubicBezTo>
                  <a:lnTo>
                    <a:pt x="4669" y="4620"/>
                  </a:lnTo>
                  <a:lnTo>
                    <a:pt x="4283" y="4620"/>
                  </a:lnTo>
                  <a:cubicBezTo>
                    <a:pt x="4127" y="4620"/>
                    <a:pt x="4005" y="4498"/>
                    <a:pt x="3997" y="4350"/>
                  </a:cubicBezTo>
                  <a:cubicBezTo>
                    <a:pt x="3987" y="4185"/>
                    <a:pt x="4111" y="4055"/>
                    <a:pt x="4275" y="4055"/>
                  </a:cubicBezTo>
                  <a:lnTo>
                    <a:pt x="4669" y="4055"/>
                  </a:lnTo>
                  <a:lnTo>
                    <a:pt x="4669" y="3669"/>
                  </a:lnTo>
                  <a:cubicBezTo>
                    <a:pt x="4669" y="3513"/>
                    <a:pt x="4793" y="3381"/>
                    <a:pt x="4940" y="3373"/>
                  </a:cubicBezTo>
                  <a:close/>
                  <a:moveTo>
                    <a:pt x="2938" y="3373"/>
                  </a:moveTo>
                  <a:cubicBezTo>
                    <a:pt x="3052" y="3373"/>
                    <a:pt x="3151" y="3438"/>
                    <a:pt x="3192" y="3545"/>
                  </a:cubicBezTo>
                  <a:lnTo>
                    <a:pt x="4521" y="6482"/>
                  </a:lnTo>
                  <a:cubicBezTo>
                    <a:pt x="4578" y="6622"/>
                    <a:pt x="4521" y="6785"/>
                    <a:pt x="4373" y="6852"/>
                  </a:cubicBezTo>
                  <a:cubicBezTo>
                    <a:pt x="4342" y="6868"/>
                    <a:pt x="4300" y="6876"/>
                    <a:pt x="4259" y="6876"/>
                  </a:cubicBezTo>
                  <a:cubicBezTo>
                    <a:pt x="4153" y="6876"/>
                    <a:pt x="4054" y="6819"/>
                    <a:pt x="4005" y="6713"/>
                  </a:cubicBezTo>
                  <a:lnTo>
                    <a:pt x="3759" y="6163"/>
                  </a:lnTo>
                  <a:lnTo>
                    <a:pt x="2117" y="6163"/>
                  </a:lnTo>
                  <a:lnTo>
                    <a:pt x="1871" y="6713"/>
                  </a:lnTo>
                  <a:cubicBezTo>
                    <a:pt x="1823" y="6815"/>
                    <a:pt x="1722" y="6878"/>
                    <a:pt x="1617" y="6878"/>
                  </a:cubicBezTo>
                  <a:cubicBezTo>
                    <a:pt x="1578" y="6878"/>
                    <a:pt x="1540" y="6870"/>
                    <a:pt x="1503" y="6852"/>
                  </a:cubicBezTo>
                  <a:cubicBezTo>
                    <a:pt x="1363" y="6785"/>
                    <a:pt x="1298" y="6622"/>
                    <a:pt x="1363" y="6482"/>
                  </a:cubicBezTo>
                  <a:lnTo>
                    <a:pt x="2684" y="3545"/>
                  </a:lnTo>
                  <a:cubicBezTo>
                    <a:pt x="2725" y="3438"/>
                    <a:pt x="2832" y="3373"/>
                    <a:pt x="2938" y="3373"/>
                  </a:cubicBezTo>
                  <a:close/>
                  <a:moveTo>
                    <a:pt x="280" y="1"/>
                  </a:moveTo>
                  <a:cubicBezTo>
                    <a:pt x="125" y="1"/>
                    <a:pt x="1" y="133"/>
                    <a:pt x="1" y="288"/>
                  </a:cubicBezTo>
                  <a:lnTo>
                    <a:pt x="1" y="9313"/>
                  </a:lnTo>
                  <a:cubicBezTo>
                    <a:pt x="1" y="9469"/>
                    <a:pt x="125" y="9591"/>
                    <a:pt x="280" y="9591"/>
                  </a:cubicBezTo>
                  <a:lnTo>
                    <a:pt x="6720" y="9591"/>
                  </a:lnTo>
                  <a:cubicBezTo>
                    <a:pt x="6876" y="9591"/>
                    <a:pt x="7008" y="9469"/>
                    <a:pt x="7008" y="9313"/>
                  </a:cubicBezTo>
                  <a:lnTo>
                    <a:pt x="7008" y="2167"/>
                  </a:lnTo>
                  <a:lnTo>
                    <a:pt x="5686" y="2167"/>
                  </a:lnTo>
                  <a:cubicBezTo>
                    <a:pt x="5218" y="2167"/>
                    <a:pt x="4842" y="1791"/>
                    <a:pt x="4842" y="1322"/>
                  </a:cubicBezTo>
                  <a:lnTo>
                    <a:pt x="484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61" name="Google Shape;1161;p13"/>
          <p:cNvGrpSpPr/>
          <p:nvPr/>
        </p:nvGrpSpPr>
        <p:grpSpPr>
          <a:xfrm>
            <a:off x="3348121" y="3285334"/>
            <a:ext cx="345372" cy="295521"/>
            <a:chOff x="5585381" y="2551451"/>
            <a:chExt cx="345372" cy="295521"/>
          </a:xfrm>
        </p:grpSpPr>
        <p:sp>
          <p:nvSpPr>
            <p:cNvPr id="1162" name="Google Shape;1162;p13"/>
            <p:cNvSpPr/>
            <p:nvPr/>
          </p:nvSpPr>
          <p:spPr>
            <a:xfrm>
              <a:off x="5585381" y="2551451"/>
              <a:ext cx="345372" cy="230188"/>
            </a:xfrm>
            <a:custGeom>
              <a:avLst/>
              <a:gdLst/>
              <a:ahLst/>
              <a:cxnLst/>
              <a:rect l="l" t="t" r="r" b="b"/>
              <a:pathLst>
                <a:path w="9589" h="6391" extrusionOk="0">
                  <a:moveTo>
                    <a:pt x="286" y="0"/>
                  </a:moveTo>
                  <a:cubicBezTo>
                    <a:pt x="122" y="0"/>
                    <a:pt x="0" y="132"/>
                    <a:pt x="0" y="288"/>
                  </a:cubicBezTo>
                  <a:lnTo>
                    <a:pt x="0" y="6096"/>
                  </a:lnTo>
                  <a:cubicBezTo>
                    <a:pt x="0" y="6259"/>
                    <a:pt x="122" y="6391"/>
                    <a:pt x="286" y="6391"/>
                  </a:cubicBezTo>
                  <a:lnTo>
                    <a:pt x="1337" y="6391"/>
                  </a:lnTo>
                  <a:lnTo>
                    <a:pt x="1337" y="5627"/>
                  </a:lnTo>
                  <a:cubicBezTo>
                    <a:pt x="1213" y="5430"/>
                    <a:pt x="1197" y="5210"/>
                    <a:pt x="1181" y="5054"/>
                  </a:cubicBezTo>
                  <a:cubicBezTo>
                    <a:pt x="1172" y="5013"/>
                    <a:pt x="1164" y="4948"/>
                    <a:pt x="1156" y="4922"/>
                  </a:cubicBezTo>
                  <a:cubicBezTo>
                    <a:pt x="1148" y="4899"/>
                    <a:pt x="1107" y="4849"/>
                    <a:pt x="1083" y="4816"/>
                  </a:cubicBezTo>
                  <a:cubicBezTo>
                    <a:pt x="951" y="4660"/>
                    <a:pt x="754" y="4422"/>
                    <a:pt x="754" y="4078"/>
                  </a:cubicBezTo>
                  <a:cubicBezTo>
                    <a:pt x="754" y="3733"/>
                    <a:pt x="951" y="3487"/>
                    <a:pt x="1083" y="3331"/>
                  </a:cubicBezTo>
                  <a:cubicBezTo>
                    <a:pt x="1107" y="3298"/>
                    <a:pt x="1148" y="3257"/>
                    <a:pt x="1156" y="3233"/>
                  </a:cubicBezTo>
                  <a:cubicBezTo>
                    <a:pt x="1164" y="3199"/>
                    <a:pt x="1172" y="3134"/>
                    <a:pt x="1181" y="3093"/>
                  </a:cubicBezTo>
                  <a:cubicBezTo>
                    <a:pt x="1197" y="2888"/>
                    <a:pt x="1231" y="2585"/>
                    <a:pt x="1467" y="2347"/>
                  </a:cubicBezTo>
                  <a:cubicBezTo>
                    <a:pt x="1705" y="2117"/>
                    <a:pt x="2008" y="2083"/>
                    <a:pt x="2215" y="2059"/>
                  </a:cubicBezTo>
                  <a:cubicBezTo>
                    <a:pt x="2254" y="2052"/>
                    <a:pt x="2321" y="2052"/>
                    <a:pt x="2345" y="2044"/>
                  </a:cubicBezTo>
                  <a:cubicBezTo>
                    <a:pt x="2371" y="2026"/>
                    <a:pt x="2420" y="1985"/>
                    <a:pt x="2451" y="1961"/>
                  </a:cubicBezTo>
                  <a:cubicBezTo>
                    <a:pt x="2609" y="1829"/>
                    <a:pt x="2845" y="1632"/>
                    <a:pt x="3190" y="1632"/>
                  </a:cubicBezTo>
                  <a:cubicBezTo>
                    <a:pt x="3534" y="1632"/>
                    <a:pt x="3780" y="1829"/>
                    <a:pt x="3938" y="1961"/>
                  </a:cubicBezTo>
                  <a:cubicBezTo>
                    <a:pt x="3969" y="1985"/>
                    <a:pt x="4011" y="2026"/>
                    <a:pt x="4036" y="2044"/>
                  </a:cubicBezTo>
                  <a:cubicBezTo>
                    <a:pt x="4068" y="2052"/>
                    <a:pt x="4135" y="2052"/>
                    <a:pt x="4174" y="2059"/>
                  </a:cubicBezTo>
                  <a:cubicBezTo>
                    <a:pt x="4381" y="2083"/>
                    <a:pt x="4684" y="2117"/>
                    <a:pt x="4922" y="2347"/>
                  </a:cubicBezTo>
                  <a:cubicBezTo>
                    <a:pt x="5158" y="2585"/>
                    <a:pt x="5184" y="2888"/>
                    <a:pt x="5208" y="3093"/>
                  </a:cubicBezTo>
                  <a:cubicBezTo>
                    <a:pt x="5217" y="3134"/>
                    <a:pt x="5217" y="3199"/>
                    <a:pt x="5225" y="3233"/>
                  </a:cubicBezTo>
                  <a:cubicBezTo>
                    <a:pt x="5241" y="3257"/>
                    <a:pt x="5282" y="3298"/>
                    <a:pt x="5306" y="3331"/>
                  </a:cubicBezTo>
                  <a:cubicBezTo>
                    <a:pt x="5438" y="3487"/>
                    <a:pt x="5635" y="3733"/>
                    <a:pt x="5635" y="4078"/>
                  </a:cubicBezTo>
                  <a:cubicBezTo>
                    <a:pt x="5635" y="4422"/>
                    <a:pt x="5438" y="4660"/>
                    <a:pt x="5306" y="4816"/>
                  </a:cubicBezTo>
                  <a:cubicBezTo>
                    <a:pt x="5282" y="4849"/>
                    <a:pt x="5241" y="4899"/>
                    <a:pt x="5225" y="4922"/>
                  </a:cubicBezTo>
                  <a:cubicBezTo>
                    <a:pt x="5217" y="4948"/>
                    <a:pt x="5217" y="5013"/>
                    <a:pt x="5208" y="5054"/>
                  </a:cubicBezTo>
                  <a:cubicBezTo>
                    <a:pt x="5192" y="5210"/>
                    <a:pt x="5168" y="5430"/>
                    <a:pt x="5052" y="5627"/>
                  </a:cubicBezTo>
                  <a:lnTo>
                    <a:pt x="5052" y="6391"/>
                  </a:lnTo>
                  <a:lnTo>
                    <a:pt x="9293" y="6391"/>
                  </a:lnTo>
                  <a:cubicBezTo>
                    <a:pt x="9458" y="6391"/>
                    <a:pt x="9588" y="6259"/>
                    <a:pt x="9588" y="6096"/>
                  </a:cubicBezTo>
                  <a:lnTo>
                    <a:pt x="9588" y="288"/>
                  </a:lnTo>
                  <a:cubicBezTo>
                    <a:pt x="9588" y="132"/>
                    <a:pt x="9458" y="0"/>
                    <a:pt x="929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3" name="Google Shape;1163;p13"/>
            <p:cNvSpPr/>
            <p:nvPr/>
          </p:nvSpPr>
          <p:spPr>
            <a:xfrm>
              <a:off x="5653597" y="2768922"/>
              <a:ext cx="36666" cy="78050"/>
            </a:xfrm>
            <a:custGeom>
              <a:avLst/>
              <a:gdLst/>
              <a:ahLst/>
              <a:cxnLst/>
              <a:rect l="l" t="t" r="r" b="b"/>
              <a:pathLst>
                <a:path w="1018" h="2167" extrusionOk="0">
                  <a:moveTo>
                    <a:pt x="0" y="0"/>
                  </a:moveTo>
                  <a:lnTo>
                    <a:pt x="0" y="1993"/>
                  </a:lnTo>
                  <a:cubicBezTo>
                    <a:pt x="0" y="2090"/>
                    <a:pt x="81" y="2167"/>
                    <a:pt x="171" y="2167"/>
                  </a:cubicBezTo>
                  <a:cubicBezTo>
                    <a:pt x="196" y="2167"/>
                    <a:pt x="222" y="2161"/>
                    <a:pt x="246" y="2148"/>
                  </a:cubicBezTo>
                  <a:lnTo>
                    <a:pt x="1018" y="1796"/>
                  </a:lnTo>
                  <a:lnTo>
                    <a:pt x="1018" y="436"/>
                  </a:lnTo>
                  <a:cubicBezTo>
                    <a:pt x="821" y="369"/>
                    <a:pt x="666" y="239"/>
                    <a:pt x="557" y="148"/>
                  </a:cubicBezTo>
                  <a:cubicBezTo>
                    <a:pt x="526" y="123"/>
                    <a:pt x="477" y="91"/>
                    <a:pt x="451" y="73"/>
                  </a:cubicBezTo>
                  <a:cubicBezTo>
                    <a:pt x="427" y="65"/>
                    <a:pt x="360" y="58"/>
                    <a:pt x="321" y="50"/>
                  </a:cubicBezTo>
                  <a:cubicBezTo>
                    <a:pt x="230" y="42"/>
                    <a:pt x="114" y="32"/>
                    <a:pt x="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4" name="Google Shape;1164;p13"/>
            <p:cNvSpPr/>
            <p:nvPr/>
          </p:nvSpPr>
          <p:spPr>
            <a:xfrm>
              <a:off x="5710612" y="2768922"/>
              <a:ext cx="36666" cy="78050"/>
            </a:xfrm>
            <a:custGeom>
              <a:avLst/>
              <a:gdLst/>
              <a:ahLst/>
              <a:cxnLst/>
              <a:rect l="l" t="t" r="r" b="b"/>
              <a:pathLst>
                <a:path w="1018" h="2167" extrusionOk="0">
                  <a:moveTo>
                    <a:pt x="1018" y="0"/>
                  </a:moveTo>
                  <a:cubicBezTo>
                    <a:pt x="894" y="32"/>
                    <a:pt x="788" y="42"/>
                    <a:pt x="697" y="50"/>
                  </a:cubicBezTo>
                  <a:cubicBezTo>
                    <a:pt x="658" y="58"/>
                    <a:pt x="591" y="65"/>
                    <a:pt x="559" y="73"/>
                  </a:cubicBezTo>
                  <a:cubicBezTo>
                    <a:pt x="534" y="91"/>
                    <a:pt x="492" y="123"/>
                    <a:pt x="461" y="148"/>
                  </a:cubicBezTo>
                  <a:cubicBezTo>
                    <a:pt x="345" y="239"/>
                    <a:pt x="197" y="369"/>
                    <a:pt x="0" y="436"/>
                  </a:cubicBezTo>
                  <a:lnTo>
                    <a:pt x="0" y="1796"/>
                  </a:lnTo>
                  <a:lnTo>
                    <a:pt x="764" y="2148"/>
                  </a:lnTo>
                  <a:cubicBezTo>
                    <a:pt x="789" y="2161"/>
                    <a:pt x="814" y="2167"/>
                    <a:pt x="840" y="2167"/>
                  </a:cubicBezTo>
                  <a:cubicBezTo>
                    <a:pt x="932" y="2167"/>
                    <a:pt x="1018" y="2090"/>
                    <a:pt x="1018" y="1993"/>
                  </a:cubicBezTo>
                  <a:lnTo>
                    <a:pt x="101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5" name="Google Shape;1165;p13"/>
            <p:cNvSpPr/>
            <p:nvPr/>
          </p:nvSpPr>
          <p:spPr>
            <a:xfrm>
              <a:off x="5632599" y="2630652"/>
              <a:ext cx="135390" cy="135318"/>
            </a:xfrm>
            <a:custGeom>
              <a:avLst/>
              <a:gdLst/>
              <a:ahLst/>
              <a:cxnLst/>
              <a:rect l="l" t="t" r="r" b="b"/>
              <a:pathLst>
                <a:path w="3759" h="3757" extrusionOk="0">
                  <a:moveTo>
                    <a:pt x="1879" y="0"/>
                  </a:moveTo>
                  <a:cubicBezTo>
                    <a:pt x="1642" y="0"/>
                    <a:pt x="1461" y="278"/>
                    <a:pt x="1256" y="361"/>
                  </a:cubicBezTo>
                  <a:cubicBezTo>
                    <a:pt x="1042" y="451"/>
                    <a:pt x="715" y="386"/>
                    <a:pt x="550" y="550"/>
                  </a:cubicBezTo>
                  <a:cubicBezTo>
                    <a:pt x="394" y="713"/>
                    <a:pt x="461" y="1034"/>
                    <a:pt x="370" y="1247"/>
                  </a:cubicBezTo>
                  <a:cubicBezTo>
                    <a:pt x="280" y="1459"/>
                    <a:pt x="0" y="1640"/>
                    <a:pt x="0" y="1879"/>
                  </a:cubicBezTo>
                  <a:cubicBezTo>
                    <a:pt x="0" y="2117"/>
                    <a:pt x="280" y="2296"/>
                    <a:pt x="370" y="2503"/>
                  </a:cubicBezTo>
                  <a:cubicBezTo>
                    <a:pt x="461" y="2715"/>
                    <a:pt x="394" y="3044"/>
                    <a:pt x="550" y="3207"/>
                  </a:cubicBezTo>
                  <a:cubicBezTo>
                    <a:pt x="715" y="3363"/>
                    <a:pt x="1042" y="3306"/>
                    <a:pt x="1256" y="3389"/>
                  </a:cubicBezTo>
                  <a:cubicBezTo>
                    <a:pt x="1461" y="3477"/>
                    <a:pt x="1642" y="3757"/>
                    <a:pt x="1879" y="3757"/>
                  </a:cubicBezTo>
                  <a:cubicBezTo>
                    <a:pt x="2117" y="3757"/>
                    <a:pt x="2306" y="3477"/>
                    <a:pt x="2511" y="3389"/>
                  </a:cubicBezTo>
                  <a:cubicBezTo>
                    <a:pt x="2725" y="3306"/>
                    <a:pt x="3044" y="3363"/>
                    <a:pt x="3208" y="3207"/>
                  </a:cubicBezTo>
                  <a:cubicBezTo>
                    <a:pt x="3373" y="3044"/>
                    <a:pt x="3306" y="2715"/>
                    <a:pt x="3397" y="2503"/>
                  </a:cubicBezTo>
                  <a:cubicBezTo>
                    <a:pt x="3479" y="2296"/>
                    <a:pt x="3759" y="2117"/>
                    <a:pt x="3759" y="1879"/>
                  </a:cubicBezTo>
                  <a:cubicBezTo>
                    <a:pt x="3759" y="1640"/>
                    <a:pt x="3479" y="1459"/>
                    <a:pt x="3397" y="1247"/>
                  </a:cubicBezTo>
                  <a:cubicBezTo>
                    <a:pt x="3306" y="1034"/>
                    <a:pt x="3373" y="713"/>
                    <a:pt x="3208" y="550"/>
                  </a:cubicBezTo>
                  <a:cubicBezTo>
                    <a:pt x="3044" y="386"/>
                    <a:pt x="2725" y="451"/>
                    <a:pt x="2511" y="361"/>
                  </a:cubicBezTo>
                  <a:cubicBezTo>
                    <a:pt x="2306" y="278"/>
                    <a:pt x="2117" y="0"/>
                    <a:pt x="187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66" name="Google Shape;1166;p13"/>
          <p:cNvGrpSpPr/>
          <p:nvPr/>
        </p:nvGrpSpPr>
        <p:grpSpPr>
          <a:xfrm>
            <a:off x="4862303" y="2818227"/>
            <a:ext cx="347637" cy="345404"/>
            <a:chOff x="4781517" y="3698665"/>
            <a:chExt cx="347637" cy="345404"/>
          </a:xfrm>
        </p:grpSpPr>
        <p:sp>
          <p:nvSpPr>
            <p:cNvPr id="1167" name="Google Shape;1167;p13"/>
            <p:cNvSpPr/>
            <p:nvPr/>
          </p:nvSpPr>
          <p:spPr>
            <a:xfrm>
              <a:off x="4954543" y="3731080"/>
              <a:ext cx="164888" cy="250574"/>
            </a:xfrm>
            <a:custGeom>
              <a:avLst/>
              <a:gdLst/>
              <a:ahLst/>
              <a:cxnLst/>
              <a:rect l="l" t="t" r="r" b="b"/>
              <a:pathLst>
                <a:path w="4578" h="6957" extrusionOk="0">
                  <a:moveTo>
                    <a:pt x="2288" y="0"/>
                  </a:moveTo>
                  <a:cubicBezTo>
                    <a:pt x="2210" y="0"/>
                    <a:pt x="2133" y="29"/>
                    <a:pt x="2075" y="86"/>
                  </a:cubicBezTo>
                  <a:lnTo>
                    <a:pt x="1428" y="744"/>
                  </a:lnTo>
                  <a:lnTo>
                    <a:pt x="3182" y="2498"/>
                  </a:lnTo>
                  <a:lnTo>
                    <a:pt x="3397" y="2277"/>
                  </a:lnTo>
                  <a:lnTo>
                    <a:pt x="3840" y="2720"/>
                  </a:lnTo>
                  <a:lnTo>
                    <a:pt x="122" y="6436"/>
                  </a:lnTo>
                  <a:cubicBezTo>
                    <a:pt x="0" y="6560"/>
                    <a:pt x="0" y="6749"/>
                    <a:pt x="122" y="6871"/>
                  </a:cubicBezTo>
                  <a:cubicBezTo>
                    <a:pt x="180" y="6928"/>
                    <a:pt x="259" y="6956"/>
                    <a:pt x="337" y="6956"/>
                  </a:cubicBezTo>
                  <a:cubicBezTo>
                    <a:pt x="415" y="6956"/>
                    <a:pt x="493" y="6928"/>
                    <a:pt x="550" y="6871"/>
                  </a:cubicBezTo>
                  <a:lnTo>
                    <a:pt x="4487" y="2933"/>
                  </a:lnTo>
                  <a:cubicBezTo>
                    <a:pt x="4544" y="2876"/>
                    <a:pt x="4578" y="2801"/>
                    <a:pt x="4578" y="2720"/>
                  </a:cubicBezTo>
                  <a:cubicBezTo>
                    <a:pt x="4578" y="2638"/>
                    <a:pt x="4544" y="2565"/>
                    <a:pt x="4487" y="2506"/>
                  </a:cubicBezTo>
                  <a:lnTo>
                    <a:pt x="3832" y="1842"/>
                  </a:lnTo>
                  <a:cubicBezTo>
                    <a:pt x="3946" y="1728"/>
                    <a:pt x="3946" y="1531"/>
                    <a:pt x="3832" y="1415"/>
                  </a:cubicBezTo>
                  <a:lnTo>
                    <a:pt x="2503" y="86"/>
                  </a:lnTo>
                  <a:cubicBezTo>
                    <a:pt x="2445" y="29"/>
                    <a:pt x="2366" y="0"/>
                    <a:pt x="228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8" name="Google Shape;1168;p13"/>
            <p:cNvSpPr/>
            <p:nvPr/>
          </p:nvSpPr>
          <p:spPr>
            <a:xfrm>
              <a:off x="4795276" y="3772032"/>
              <a:ext cx="259434" cy="258858"/>
            </a:xfrm>
            <a:custGeom>
              <a:avLst/>
              <a:gdLst/>
              <a:ahLst/>
              <a:cxnLst/>
              <a:rect l="l" t="t" r="r" b="b"/>
              <a:pathLst>
                <a:path w="7203" h="7187" extrusionOk="0">
                  <a:moveTo>
                    <a:pt x="5448" y="0"/>
                  </a:moveTo>
                  <a:lnTo>
                    <a:pt x="0" y="5438"/>
                  </a:lnTo>
                  <a:lnTo>
                    <a:pt x="1757" y="7187"/>
                  </a:lnTo>
                  <a:lnTo>
                    <a:pt x="7202" y="1755"/>
                  </a:lnTo>
                  <a:lnTo>
                    <a:pt x="544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9" name="Google Shape;1169;p13"/>
            <p:cNvSpPr/>
            <p:nvPr/>
          </p:nvSpPr>
          <p:spPr>
            <a:xfrm>
              <a:off x="4781517" y="3991483"/>
              <a:ext cx="53342" cy="52586"/>
            </a:xfrm>
            <a:custGeom>
              <a:avLst/>
              <a:gdLst/>
              <a:ahLst/>
              <a:cxnLst/>
              <a:rect l="l" t="t" r="r" b="b"/>
              <a:pathLst>
                <a:path w="1481" h="1460" extrusionOk="0">
                  <a:moveTo>
                    <a:pt x="250" y="1"/>
                  </a:moveTo>
                  <a:lnTo>
                    <a:pt x="38" y="1094"/>
                  </a:lnTo>
                  <a:cubicBezTo>
                    <a:pt x="0" y="1286"/>
                    <a:pt x="152" y="1460"/>
                    <a:pt x="339" y="1460"/>
                  </a:cubicBezTo>
                  <a:cubicBezTo>
                    <a:pt x="358" y="1460"/>
                    <a:pt x="378" y="1458"/>
                    <a:pt x="398" y="1454"/>
                  </a:cubicBezTo>
                  <a:lnTo>
                    <a:pt x="1481" y="1232"/>
                  </a:lnTo>
                  <a:lnTo>
                    <a:pt x="25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0" name="Google Shape;1170;p13"/>
            <p:cNvSpPr/>
            <p:nvPr/>
          </p:nvSpPr>
          <p:spPr>
            <a:xfrm>
              <a:off x="5066772" y="3698665"/>
              <a:ext cx="62382" cy="61266"/>
            </a:xfrm>
            <a:custGeom>
              <a:avLst/>
              <a:gdLst/>
              <a:ahLst/>
              <a:cxnLst/>
              <a:rect l="l" t="t" r="r" b="b"/>
              <a:pathLst>
                <a:path w="1732" h="1701" extrusionOk="0">
                  <a:moveTo>
                    <a:pt x="940" y="1"/>
                  </a:moveTo>
                  <a:cubicBezTo>
                    <a:pt x="862" y="1"/>
                    <a:pt x="785" y="31"/>
                    <a:pt x="724" y="92"/>
                  </a:cubicBezTo>
                  <a:lnTo>
                    <a:pt x="1" y="807"/>
                  </a:lnTo>
                  <a:lnTo>
                    <a:pt x="895" y="1701"/>
                  </a:lnTo>
                  <a:lnTo>
                    <a:pt x="1610" y="978"/>
                  </a:lnTo>
                  <a:cubicBezTo>
                    <a:pt x="1732" y="864"/>
                    <a:pt x="1732" y="667"/>
                    <a:pt x="1610" y="551"/>
                  </a:cubicBezTo>
                  <a:lnTo>
                    <a:pt x="1159" y="92"/>
                  </a:lnTo>
                  <a:cubicBezTo>
                    <a:pt x="1097" y="31"/>
                    <a:pt x="1018" y="1"/>
                    <a:pt x="94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171" name="Google Shape;1171;p13"/>
          <p:cNvSpPr txBox="1"/>
          <p:nvPr/>
        </p:nvSpPr>
        <p:spPr>
          <a:xfrm>
            <a:off x="3293648" y="1120166"/>
            <a:ext cx="2735445" cy="484800"/>
          </a:xfrm>
          <a:prstGeom prst="rect">
            <a:avLst/>
          </a:prstGeom>
          <a:noFill/>
          <a:ln>
            <a:noFill/>
          </a:ln>
        </p:spPr>
        <p:txBody>
          <a:bodyPr spcFirstLastPara="1" wrap="square" lIns="91425" tIns="91425" rIns="91425" bIns="91425" anchor="b" anchorCtr="0">
            <a:noAutofit/>
          </a:bodyPr>
          <a:lstStyle/>
          <a:p>
            <a:pPr marL="457200" marR="0" lvl="0" indent="-317500" algn="l" rtl="0">
              <a:lnSpc>
                <a:spcPct val="100000"/>
              </a:lnSpc>
              <a:spcBef>
                <a:spcPts val="0"/>
              </a:spcBef>
              <a:spcAft>
                <a:spcPts val="0"/>
              </a:spcAft>
              <a:buClr>
                <a:schemeClr val="dk1"/>
              </a:buClr>
              <a:buSzPts val="2400"/>
              <a:buFont typeface="Bebas Neue" panose="020B0606020202050201"/>
              <a:buNone/>
            </a:pPr>
            <a:r>
              <a:rPr lang="en-US" sz="2400" b="0" i="0" u="none" strike="noStrike" cap="none">
                <a:solidFill>
                  <a:schemeClr val="dk2"/>
                </a:solidFill>
                <a:latin typeface="Montagu Slab SemiBold"/>
                <a:ea typeface="Montagu Slab SemiBold"/>
                <a:cs typeface="Montagu Slab SemiBold"/>
                <a:sym typeface="Montagu Slab SemiBold"/>
              </a:rPr>
              <a:t>Tenses</a:t>
            </a:r>
            <a:endParaRPr sz="2400" b="0" i="0" u="none" strike="noStrike" cap="none">
              <a:solidFill>
                <a:schemeClr val="dk2"/>
              </a:solidFill>
              <a:latin typeface="Montagu Slab SemiBold"/>
              <a:ea typeface="Montagu Slab SemiBold"/>
              <a:cs typeface="Montagu Slab SemiBold"/>
              <a:sym typeface="Montagu Slab SemiBold"/>
            </a:endParaRPr>
          </a:p>
        </p:txBody>
      </p:sp>
      <p:sp>
        <p:nvSpPr>
          <p:cNvPr id="1172" name="Google Shape;1172;p13"/>
          <p:cNvSpPr txBox="1"/>
          <p:nvPr/>
        </p:nvSpPr>
        <p:spPr>
          <a:xfrm>
            <a:off x="5144384" y="1861627"/>
            <a:ext cx="3455370" cy="519919"/>
          </a:xfrm>
          <a:prstGeom prst="rect">
            <a:avLst/>
          </a:prstGeom>
          <a:noFill/>
          <a:ln>
            <a:noFill/>
          </a:ln>
        </p:spPr>
        <p:txBody>
          <a:bodyPr spcFirstLastPara="1" wrap="square" lIns="91425" tIns="91425" rIns="91425" bIns="91425" anchor="b" anchorCtr="0">
            <a:noAutofit/>
          </a:bodyPr>
          <a:lstStyle/>
          <a:p>
            <a:pPr marL="457200" marR="0" lvl="0" indent="-317500" algn="l" rtl="0">
              <a:lnSpc>
                <a:spcPct val="100000"/>
              </a:lnSpc>
              <a:spcBef>
                <a:spcPts val="0"/>
              </a:spcBef>
              <a:spcAft>
                <a:spcPts val="0"/>
              </a:spcAft>
              <a:buClr>
                <a:schemeClr val="dk1"/>
              </a:buClr>
              <a:buSzPts val="2400"/>
              <a:buFont typeface="Bebas Neue" panose="020B0606020202050201"/>
              <a:buNone/>
            </a:pPr>
            <a:r>
              <a:rPr lang="en-US" sz="2400" b="0" i="0" u="none" strike="noStrike" cap="none">
                <a:solidFill>
                  <a:schemeClr val="dk2"/>
                </a:solidFill>
                <a:latin typeface="Montagu Slab SemiBold"/>
                <a:ea typeface="Montagu Slab SemiBold"/>
                <a:cs typeface="Montagu Slab SemiBold"/>
                <a:sym typeface="Montagu Slab SemiBold"/>
              </a:rPr>
              <a:t>Modals &amp; Passives </a:t>
            </a:r>
            <a:endParaRPr sz="2400" b="0" i="0" u="none" strike="noStrike" cap="none">
              <a:solidFill>
                <a:schemeClr val="dk2"/>
              </a:solidFill>
              <a:latin typeface="Montagu Slab SemiBold"/>
              <a:ea typeface="Montagu Slab SemiBold"/>
              <a:cs typeface="Montagu Slab SemiBold"/>
              <a:sym typeface="Montagu Slab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sp>
        <p:nvSpPr>
          <p:cNvPr id="1177" name="Google Shape;1177;p14"/>
          <p:cNvSpPr txBox="1">
            <a:spLocks noGrp="1"/>
          </p:cNvSpPr>
          <p:nvPr>
            <p:ph type="title"/>
          </p:nvPr>
        </p:nvSpPr>
        <p:spPr>
          <a:xfrm>
            <a:off x="643712" y="414853"/>
            <a:ext cx="3348425" cy="677100"/>
          </a:xfrm>
          <a:prstGeom prst="rect">
            <a:avLst/>
          </a:prstGeom>
          <a:noFill/>
          <a:ln>
            <a:noFill/>
          </a:ln>
        </p:spPr>
        <p:txBody>
          <a:bodyPr spcFirstLastPara="1" wrap="square" lIns="91425" tIns="91425" rIns="91425" bIns="91425" anchor="t" anchorCtr="0">
            <a:noAutofit/>
          </a:bodyPr>
          <a:lstStyle/>
          <a:p>
            <a:pPr marL="342900" lvl="0" indent="-342900" algn="l" rtl="0">
              <a:lnSpc>
                <a:spcPct val="107000"/>
              </a:lnSpc>
              <a:spcBef>
                <a:spcPts val="0"/>
              </a:spcBef>
              <a:spcAft>
                <a:spcPts val="800"/>
              </a:spcAft>
              <a:buSzPts val="3500"/>
              <a:buFont typeface="Noto Sans Symbols"/>
              <a:buChar char="⮚"/>
            </a:pPr>
            <a:r>
              <a:rPr lang="en-US" sz="2400">
                <a:latin typeface="Times New Roman" panose="02020603050405020304"/>
                <a:ea typeface="Times New Roman" panose="02020603050405020304"/>
                <a:cs typeface="Times New Roman" panose="02020603050405020304"/>
                <a:sym typeface="Times New Roman" panose="02020603050405020304"/>
              </a:rPr>
              <a:t>Speaking skills: </a:t>
            </a: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178" name="Google Shape;1178;p14"/>
          <p:cNvSpPr txBox="1">
            <a:spLocks noGrp="1"/>
          </p:cNvSpPr>
          <p:nvPr>
            <p:ph type="subTitle" idx="2"/>
          </p:nvPr>
        </p:nvSpPr>
        <p:spPr>
          <a:xfrm>
            <a:off x="1804229" y="1409764"/>
            <a:ext cx="2789991" cy="484800"/>
          </a:xfrm>
          <a:prstGeom prst="rect">
            <a:avLst/>
          </a:prstGeom>
          <a:noFill/>
          <a:ln>
            <a:noFill/>
          </a:ln>
        </p:spPr>
        <p:txBody>
          <a:bodyPr spcFirstLastPara="1" wrap="square" lIns="91425" tIns="91425" rIns="91425" bIns="91425" anchor="b" anchorCtr="0">
            <a:noAutofit/>
          </a:bodyPr>
          <a:lstStyle/>
          <a:p>
            <a:pPr marL="0" lvl="0" indent="0" algn="l" rtl="0">
              <a:lnSpc>
                <a:spcPct val="107000"/>
              </a:lnSpc>
              <a:spcBef>
                <a:spcPts val="0"/>
              </a:spcBef>
              <a:spcAft>
                <a:spcPts val="800"/>
              </a:spcAft>
              <a:buSzPts val="2400"/>
              <a:buNone/>
            </a:pPr>
            <a:r>
              <a:rPr lang="en-US" sz="2000">
                <a:latin typeface="Times New Roman" panose="02020603050405020304"/>
                <a:ea typeface="Times New Roman" panose="02020603050405020304"/>
                <a:cs typeface="Times New Roman" panose="02020603050405020304"/>
                <a:sym typeface="Times New Roman" panose="02020603050405020304"/>
              </a:rPr>
              <a:t>individual presentation</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179" name="Google Shape;1179;p14"/>
          <p:cNvSpPr txBox="1">
            <a:spLocks noGrp="1"/>
          </p:cNvSpPr>
          <p:nvPr>
            <p:ph type="subTitle" idx="4"/>
          </p:nvPr>
        </p:nvSpPr>
        <p:spPr>
          <a:xfrm>
            <a:off x="1861000" y="2543742"/>
            <a:ext cx="2270700" cy="484800"/>
          </a:xfrm>
          <a:prstGeom prst="rect">
            <a:avLst/>
          </a:prstGeom>
          <a:noFill/>
          <a:ln>
            <a:noFill/>
          </a:ln>
        </p:spPr>
        <p:txBody>
          <a:bodyPr spcFirstLastPara="1" wrap="square" lIns="91425" tIns="91425" rIns="91425" bIns="91425" anchor="b" anchorCtr="0">
            <a:noAutofit/>
          </a:bodyPr>
          <a:lstStyle/>
          <a:p>
            <a:pPr marL="0" lvl="0" indent="0" algn="l" rtl="0">
              <a:lnSpc>
                <a:spcPct val="107000"/>
              </a:lnSpc>
              <a:spcBef>
                <a:spcPts val="0"/>
              </a:spcBef>
              <a:spcAft>
                <a:spcPts val="800"/>
              </a:spcAft>
              <a:buSzPts val="2400"/>
              <a:buNone/>
            </a:pPr>
            <a:r>
              <a:rPr lang="en-US" sz="2000">
                <a:latin typeface="Times New Roman" panose="02020603050405020304"/>
                <a:ea typeface="Times New Roman" panose="02020603050405020304"/>
                <a:cs typeface="Times New Roman" panose="02020603050405020304"/>
                <a:sym typeface="Times New Roman" panose="02020603050405020304"/>
              </a:rPr>
              <a:t>debate</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180" name="Google Shape;1180;p14"/>
          <p:cNvSpPr txBox="1">
            <a:spLocks noGrp="1"/>
          </p:cNvSpPr>
          <p:nvPr>
            <p:ph type="subTitle" idx="6"/>
          </p:nvPr>
        </p:nvSpPr>
        <p:spPr>
          <a:xfrm>
            <a:off x="1860369" y="3648780"/>
            <a:ext cx="2270700" cy="484800"/>
          </a:xfrm>
          <a:prstGeom prst="rect">
            <a:avLst/>
          </a:prstGeom>
          <a:noFill/>
          <a:ln>
            <a:noFill/>
          </a:ln>
        </p:spPr>
        <p:txBody>
          <a:bodyPr spcFirstLastPara="1" wrap="square" lIns="91425" tIns="91425" rIns="91425" bIns="91425" anchor="b" anchorCtr="0">
            <a:noAutofit/>
          </a:bodyPr>
          <a:lstStyle/>
          <a:p>
            <a:pPr marL="0" lvl="0" indent="0" algn="l" rtl="0">
              <a:lnSpc>
                <a:spcPct val="107000"/>
              </a:lnSpc>
              <a:spcBef>
                <a:spcPts val="0"/>
              </a:spcBef>
              <a:spcAft>
                <a:spcPts val="800"/>
              </a:spcAft>
              <a:buSzPts val="2400"/>
              <a:buNone/>
            </a:pPr>
            <a:r>
              <a:rPr lang="en-US" sz="2000">
                <a:latin typeface="Times New Roman" panose="02020603050405020304"/>
                <a:ea typeface="Times New Roman" panose="02020603050405020304"/>
                <a:cs typeface="Times New Roman" panose="02020603050405020304"/>
                <a:sym typeface="Times New Roman" panose="02020603050405020304"/>
              </a:rPr>
              <a:t>just a minute </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181" name="Google Shape;1181;p14"/>
          <p:cNvSpPr txBox="1">
            <a:spLocks noGrp="1"/>
          </p:cNvSpPr>
          <p:nvPr>
            <p:ph type="subTitle" idx="8"/>
          </p:nvPr>
        </p:nvSpPr>
        <p:spPr>
          <a:xfrm>
            <a:off x="4502195" y="1409764"/>
            <a:ext cx="2837576" cy="484800"/>
          </a:xfrm>
          <a:prstGeom prst="rect">
            <a:avLst/>
          </a:prstGeom>
          <a:noFill/>
          <a:ln>
            <a:noFill/>
          </a:ln>
        </p:spPr>
        <p:txBody>
          <a:bodyPr spcFirstLastPara="1" wrap="square" lIns="91425" tIns="91425" rIns="91425" bIns="91425" anchor="b" anchorCtr="0">
            <a:noAutofit/>
          </a:bodyPr>
          <a:lstStyle/>
          <a:p>
            <a:pPr marL="0" lvl="0" indent="0" algn="r" rtl="0">
              <a:lnSpc>
                <a:spcPct val="107000"/>
              </a:lnSpc>
              <a:spcBef>
                <a:spcPts val="0"/>
              </a:spcBef>
              <a:spcAft>
                <a:spcPts val="800"/>
              </a:spcAft>
              <a:buSzPts val="2400"/>
              <a:buNone/>
            </a:pPr>
            <a:r>
              <a:rPr lang="en-US" sz="2000">
                <a:latin typeface="Times New Roman" panose="02020603050405020304"/>
                <a:ea typeface="Times New Roman" panose="02020603050405020304"/>
                <a:cs typeface="Times New Roman" panose="02020603050405020304"/>
                <a:sym typeface="Times New Roman" panose="02020603050405020304"/>
              </a:rPr>
              <a:t>fill-in the gaps with hints</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182" name="Google Shape;1182;p14"/>
          <p:cNvSpPr txBox="1">
            <a:spLocks noGrp="1"/>
          </p:cNvSpPr>
          <p:nvPr>
            <p:ph type="subTitle" idx="13"/>
          </p:nvPr>
        </p:nvSpPr>
        <p:spPr>
          <a:xfrm>
            <a:off x="5023037" y="2544296"/>
            <a:ext cx="2270700" cy="484800"/>
          </a:xfrm>
          <a:prstGeom prst="rect">
            <a:avLst/>
          </a:prstGeom>
          <a:noFill/>
          <a:ln>
            <a:noFill/>
          </a:ln>
        </p:spPr>
        <p:txBody>
          <a:bodyPr spcFirstLastPara="1" wrap="square" lIns="91425" tIns="91425" rIns="91425" bIns="91425" anchor="b" anchorCtr="0">
            <a:noAutofit/>
          </a:bodyPr>
          <a:lstStyle/>
          <a:p>
            <a:pPr marL="0" lvl="0" indent="0" algn="r" rtl="0">
              <a:lnSpc>
                <a:spcPct val="107000"/>
              </a:lnSpc>
              <a:spcBef>
                <a:spcPts val="0"/>
              </a:spcBef>
              <a:spcAft>
                <a:spcPts val="800"/>
              </a:spcAft>
              <a:buSzPts val="2400"/>
              <a:buNone/>
            </a:pPr>
            <a:r>
              <a:rPr lang="en-US" sz="2000">
                <a:latin typeface="Times New Roman" panose="02020603050405020304"/>
                <a:ea typeface="Times New Roman" panose="02020603050405020304"/>
                <a:cs typeface="Times New Roman" panose="02020603050405020304"/>
                <a:sym typeface="Times New Roman" panose="02020603050405020304"/>
              </a:rPr>
              <a:t>dialogue writing</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183" name="Google Shape;1183;p14"/>
          <p:cNvSpPr txBox="1">
            <a:spLocks noGrp="1"/>
          </p:cNvSpPr>
          <p:nvPr>
            <p:ph type="subTitle" idx="15"/>
          </p:nvPr>
        </p:nvSpPr>
        <p:spPr>
          <a:xfrm>
            <a:off x="5023037" y="3603361"/>
            <a:ext cx="2270700" cy="484800"/>
          </a:xfrm>
          <a:prstGeom prst="rect">
            <a:avLst/>
          </a:prstGeom>
          <a:noFill/>
          <a:ln>
            <a:noFill/>
          </a:ln>
        </p:spPr>
        <p:txBody>
          <a:bodyPr spcFirstLastPara="1" wrap="square" lIns="91425" tIns="91425" rIns="91425" bIns="91425" anchor="b" anchorCtr="0">
            <a:noAutofit/>
          </a:bodyPr>
          <a:lstStyle/>
          <a:p>
            <a:pPr marL="0" lvl="0" indent="0" algn="r" rtl="0">
              <a:lnSpc>
                <a:spcPct val="107000"/>
              </a:lnSpc>
              <a:spcBef>
                <a:spcPts val="0"/>
              </a:spcBef>
              <a:spcAft>
                <a:spcPts val="800"/>
              </a:spcAft>
              <a:buSzPts val="2400"/>
              <a:buNone/>
            </a:pPr>
            <a:r>
              <a:rPr lang="en-US" sz="2000">
                <a:latin typeface="Times New Roman" panose="02020603050405020304"/>
                <a:ea typeface="Times New Roman" panose="02020603050405020304"/>
                <a:cs typeface="Times New Roman" panose="02020603050405020304"/>
                <a:sym typeface="Times New Roman" panose="02020603050405020304"/>
              </a:rPr>
              <a:t>paragraph writing</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184" name="Google Shape;1184;p14"/>
          <p:cNvSpPr/>
          <p:nvPr/>
        </p:nvSpPr>
        <p:spPr>
          <a:xfrm>
            <a:off x="1059913" y="1207188"/>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5" name="Google Shape;1185;p14"/>
          <p:cNvSpPr/>
          <p:nvPr/>
        </p:nvSpPr>
        <p:spPr>
          <a:xfrm>
            <a:off x="1059913" y="2309613"/>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6" name="Google Shape;1186;p14"/>
          <p:cNvSpPr/>
          <p:nvPr/>
        </p:nvSpPr>
        <p:spPr>
          <a:xfrm>
            <a:off x="1059913" y="3412038"/>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7" name="Google Shape;1187;p14"/>
          <p:cNvSpPr/>
          <p:nvPr/>
        </p:nvSpPr>
        <p:spPr>
          <a:xfrm>
            <a:off x="7406288" y="1207188"/>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8" name="Google Shape;1188;p14"/>
          <p:cNvSpPr/>
          <p:nvPr/>
        </p:nvSpPr>
        <p:spPr>
          <a:xfrm>
            <a:off x="7406288" y="2309613"/>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9" name="Google Shape;1189;p14"/>
          <p:cNvSpPr/>
          <p:nvPr/>
        </p:nvSpPr>
        <p:spPr>
          <a:xfrm>
            <a:off x="7406288" y="3412038"/>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90" name="Google Shape;1190;p14"/>
          <p:cNvGrpSpPr/>
          <p:nvPr/>
        </p:nvGrpSpPr>
        <p:grpSpPr>
          <a:xfrm rot="-2085477">
            <a:off x="4030622" y="4313783"/>
            <a:ext cx="1303669" cy="827654"/>
            <a:chOff x="4762250" y="3422892"/>
            <a:chExt cx="1060553" cy="673308"/>
          </a:xfrm>
        </p:grpSpPr>
        <p:sp>
          <p:nvSpPr>
            <p:cNvPr id="1191" name="Google Shape;1191;p14"/>
            <p:cNvSpPr/>
            <p:nvPr/>
          </p:nvSpPr>
          <p:spPr>
            <a:xfrm>
              <a:off x="5624831" y="3818711"/>
              <a:ext cx="197972" cy="124770"/>
            </a:xfrm>
            <a:custGeom>
              <a:avLst/>
              <a:gdLst/>
              <a:ahLst/>
              <a:cxnLst/>
              <a:rect l="l" t="t" r="r" b="b"/>
              <a:pathLst>
                <a:path w="6396" h="4031" extrusionOk="0">
                  <a:moveTo>
                    <a:pt x="2176" y="0"/>
                  </a:moveTo>
                  <a:cubicBezTo>
                    <a:pt x="801" y="0"/>
                    <a:pt x="1" y="718"/>
                    <a:pt x="1" y="718"/>
                  </a:cubicBezTo>
                  <a:lnTo>
                    <a:pt x="5723" y="4031"/>
                  </a:lnTo>
                  <a:cubicBezTo>
                    <a:pt x="6395" y="977"/>
                    <a:pt x="3461" y="201"/>
                    <a:pt x="3461" y="201"/>
                  </a:cubicBezTo>
                  <a:cubicBezTo>
                    <a:pt x="2991" y="57"/>
                    <a:pt x="2561" y="0"/>
                    <a:pt x="217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2" name="Google Shape;1192;p14"/>
            <p:cNvSpPr/>
            <p:nvPr/>
          </p:nvSpPr>
          <p:spPr>
            <a:xfrm>
              <a:off x="5544912" y="3836818"/>
              <a:ext cx="259413" cy="259382"/>
            </a:xfrm>
            <a:custGeom>
              <a:avLst/>
              <a:gdLst/>
              <a:ahLst/>
              <a:cxnLst/>
              <a:rect l="l" t="t" r="r" b="b"/>
              <a:pathLst>
                <a:path w="8381" h="8380" extrusionOk="0">
                  <a:moveTo>
                    <a:pt x="2835" y="1"/>
                  </a:moveTo>
                  <a:cubicBezTo>
                    <a:pt x="2835" y="1"/>
                    <a:pt x="770" y="905"/>
                    <a:pt x="385" y="3894"/>
                  </a:cubicBezTo>
                  <a:cubicBezTo>
                    <a:pt x="0" y="6884"/>
                    <a:pt x="1260" y="7892"/>
                    <a:pt x="1260" y="7892"/>
                  </a:cubicBezTo>
                  <a:cubicBezTo>
                    <a:pt x="1260" y="7892"/>
                    <a:pt x="1948" y="8379"/>
                    <a:pt x="2949" y="8379"/>
                  </a:cubicBezTo>
                  <a:cubicBezTo>
                    <a:pt x="3819" y="8379"/>
                    <a:pt x="4925" y="8012"/>
                    <a:pt x="6021" y="6639"/>
                  </a:cubicBezTo>
                  <a:cubicBezTo>
                    <a:pt x="8381" y="3684"/>
                    <a:pt x="6862" y="1632"/>
                    <a:pt x="6121" y="1367"/>
                  </a:cubicBezTo>
                  <a:cubicBezTo>
                    <a:pt x="6121" y="1367"/>
                    <a:pt x="3613" y="463"/>
                    <a:pt x="283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3" name="Google Shape;1193;p14"/>
            <p:cNvSpPr/>
            <p:nvPr/>
          </p:nvSpPr>
          <p:spPr>
            <a:xfrm>
              <a:off x="5555931" y="3836818"/>
              <a:ext cx="178441" cy="138977"/>
            </a:xfrm>
            <a:custGeom>
              <a:avLst/>
              <a:gdLst/>
              <a:ahLst/>
              <a:cxnLst/>
              <a:rect l="l" t="t" r="r" b="b"/>
              <a:pathLst>
                <a:path w="5765" h="4490" extrusionOk="0">
                  <a:moveTo>
                    <a:pt x="5700" y="1340"/>
                  </a:moveTo>
                  <a:lnTo>
                    <a:pt x="5765" y="1367"/>
                  </a:lnTo>
                  <a:cubicBezTo>
                    <a:pt x="5765" y="1367"/>
                    <a:pt x="5742" y="1356"/>
                    <a:pt x="5700" y="1340"/>
                  </a:cubicBezTo>
                  <a:close/>
                  <a:moveTo>
                    <a:pt x="2479" y="1"/>
                  </a:moveTo>
                  <a:cubicBezTo>
                    <a:pt x="520" y="1031"/>
                    <a:pt x="0" y="3474"/>
                    <a:pt x="0" y="3474"/>
                  </a:cubicBezTo>
                  <a:lnTo>
                    <a:pt x="1829" y="4489"/>
                  </a:lnTo>
                  <a:cubicBezTo>
                    <a:pt x="1437" y="3264"/>
                    <a:pt x="2319" y="2249"/>
                    <a:pt x="2319" y="2249"/>
                  </a:cubicBezTo>
                  <a:cubicBezTo>
                    <a:pt x="3052" y="1360"/>
                    <a:pt x="3906" y="1136"/>
                    <a:pt x="4580" y="1136"/>
                  </a:cubicBezTo>
                  <a:cubicBezTo>
                    <a:pt x="5119" y="1136"/>
                    <a:pt x="5544" y="1279"/>
                    <a:pt x="5700" y="1340"/>
                  </a:cubicBezTo>
                  <a:lnTo>
                    <a:pt x="5700" y="1340"/>
                  </a:lnTo>
                  <a:lnTo>
                    <a:pt x="247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4" name="Google Shape;1194;p14"/>
            <p:cNvSpPr/>
            <p:nvPr/>
          </p:nvSpPr>
          <p:spPr>
            <a:xfrm>
              <a:off x="4762250" y="3422892"/>
              <a:ext cx="969742" cy="658236"/>
            </a:xfrm>
            <a:custGeom>
              <a:avLst/>
              <a:gdLst/>
              <a:ahLst/>
              <a:cxnLst/>
              <a:rect l="l" t="t" r="r" b="b"/>
              <a:pathLst>
                <a:path w="31330" h="21266" extrusionOk="0">
                  <a:moveTo>
                    <a:pt x="5308" y="0"/>
                  </a:moveTo>
                  <a:cubicBezTo>
                    <a:pt x="5308" y="0"/>
                    <a:pt x="1" y="1470"/>
                    <a:pt x="1232" y="7162"/>
                  </a:cubicBezTo>
                  <a:cubicBezTo>
                    <a:pt x="1232" y="7162"/>
                    <a:pt x="13095" y="10194"/>
                    <a:pt x="26546" y="21265"/>
                  </a:cubicBezTo>
                  <a:cubicBezTo>
                    <a:pt x="26546" y="21265"/>
                    <a:pt x="24621" y="18548"/>
                    <a:pt x="26308" y="15293"/>
                  </a:cubicBezTo>
                  <a:cubicBezTo>
                    <a:pt x="27372" y="13238"/>
                    <a:pt x="29092" y="12859"/>
                    <a:pt x="30217" y="12859"/>
                  </a:cubicBezTo>
                  <a:cubicBezTo>
                    <a:pt x="30875" y="12859"/>
                    <a:pt x="31329" y="12989"/>
                    <a:pt x="31329" y="12989"/>
                  </a:cubicBezTo>
                  <a:cubicBezTo>
                    <a:pt x="13551" y="7835"/>
                    <a:pt x="5308" y="0"/>
                    <a:pt x="530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5" name="Google Shape;1195;p14"/>
            <p:cNvSpPr/>
            <p:nvPr/>
          </p:nvSpPr>
          <p:spPr>
            <a:xfrm>
              <a:off x="5175774" y="3670573"/>
              <a:ext cx="206825" cy="177667"/>
            </a:xfrm>
            <a:custGeom>
              <a:avLst/>
              <a:gdLst/>
              <a:ahLst/>
              <a:cxnLst/>
              <a:rect l="l" t="t" r="r" b="b"/>
              <a:pathLst>
                <a:path w="6682" h="5740" extrusionOk="0">
                  <a:moveTo>
                    <a:pt x="4705" y="0"/>
                  </a:moveTo>
                  <a:cubicBezTo>
                    <a:pt x="3949" y="0"/>
                    <a:pt x="2834" y="278"/>
                    <a:pt x="1794" y="1597"/>
                  </a:cubicBezTo>
                  <a:cubicBezTo>
                    <a:pt x="1" y="3881"/>
                    <a:pt x="1213" y="5456"/>
                    <a:pt x="1213" y="5456"/>
                  </a:cubicBezTo>
                  <a:cubicBezTo>
                    <a:pt x="1213" y="5456"/>
                    <a:pt x="1470" y="5740"/>
                    <a:pt x="1819" y="5740"/>
                  </a:cubicBezTo>
                  <a:cubicBezTo>
                    <a:pt x="1948" y="5740"/>
                    <a:pt x="2089" y="5701"/>
                    <a:pt x="2234" y="5595"/>
                  </a:cubicBezTo>
                  <a:cubicBezTo>
                    <a:pt x="2234" y="5595"/>
                    <a:pt x="1149" y="3972"/>
                    <a:pt x="2858" y="1982"/>
                  </a:cubicBezTo>
                  <a:cubicBezTo>
                    <a:pt x="3751" y="946"/>
                    <a:pt x="4756" y="699"/>
                    <a:pt x="5511" y="699"/>
                  </a:cubicBezTo>
                  <a:cubicBezTo>
                    <a:pt x="6200" y="699"/>
                    <a:pt x="6681" y="905"/>
                    <a:pt x="6681" y="905"/>
                  </a:cubicBezTo>
                  <a:cubicBezTo>
                    <a:pt x="6681" y="905"/>
                    <a:pt x="6548" y="478"/>
                    <a:pt x="5617" y="149"/>
                  </a:cubicBezTo>
                  <a:cubicBezTo>
                    <a:pt x="5617" y="149"/>
                    <a:pt x="5257" y="0"/>
                    <a:pt x="470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196" name="Google Shape;1196;p14"/>
          <p:cNvSpPr/>
          <p:nvPr/>
        </p:nvSpPr>
        <p:spPr>
          <a:xfrm rot="-786982">
            <a:off x="4671640" y="2211084"/>
            <a:ext cx="205372" cy="205514"/>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7" name="Google Shape;1197;p14"/>
          <p:cNvSpPr/>
          <p:nvPr/>
        </p:nvSpPr>
        <p:spPr>
          <a:xfrm rot="1455476">
            <a:off x="4470364" y="3413833"/>
            <a:ext cx="155521" cy="15563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98" name="Google Shape;1198;p14"/>
          <p:cNvGrpSpPr/>
          <p:nvPr/>
        </p:nvGrpSpPr>
        <p:grpSpPr>
          <a:xfrm>
            <a:off x="7572460" y="2486355"/>
            <a:ext cx="345441" cy="323613"/>
            <a:chOff x="7952311" y="2530453"/>
            <a:chExt cx="345441" cy="323613"/>
          </a:xfrm>
        </p:grpSpPr>
        <p:sp>
          <p:nvSpPr>
            <p:cNvPr id="1199" name="Google Shape;1199;p14"/>
            <p:cNvSpPr/>
            <p:nvPr/>
          </p:nvSpPr>
          <p:spPr>
            <a:xfrm>
              <a:off x="8136682" y="2530453"/>
              <a:ext cx="161070" cy="192694"/>
            </a:xfrm>
            <a:custGeom>
              <a:avLst/>
              <a:gdLst/>
              <a:ahLst/>
              <a:cxnLst/>
              <a:rect l="l" t="t" r="r" b="b"/>
              <a:pathLst>
                <a:path w="4472" h="5350" extrusionOk="0">
                  <a:moveTo>
                    <a:pt x="3602" y="1231"/>
                  </a:moveTo>
                  <a:cubicBezTo>
                    <a:pt x="3749" y="1231"/>
                    <a:pt x="3881" y="1347"/>
                    <a:pt x="3889" y="1495"/>
                  </a:cubicBezTo>
                  <a:cubicBezTo>
                    <a:pt x="3897" y="1658"/>
                    <a:pt x="3765" y="1790"/>
                    <a:pt x="3609" y="1790"/>
                  </a:cubicBezTo>
                  <a:lnTo>
                    <a:pt x="1715" y="1790"/>
                  </a:lnTo>
                  <a:cubicBezTo>
                    <a:pt x="1568" y="1790"/>
                    <a:pt x="1436" y="1674"/>
                    <a:pt x="1428" y="1526"/>
                  </a:cubicBezTo>
                  <a:cubicBezTo>
                    <a:pt x="1420" y="1363"/>
                    <a:pt x="1550" y="1231"/>
                    <a:pt x="1706" y="1231"/>
                  </a:cubicBezTo>
                  <a:close/>
                  <a:moveTo>
                    <a:pt x="3602" y="2355"/>
                  </a:moveTo>
                  <a:cubicBezTo>
                    <a:pt x="3749" y="2355"/>
                    <a:pt x="3881" y="2469"/>
                    <a:pt x="3889" y="2617"/>
                  </a:cubicBezTo>
                  <a:cubicBezTo>
                    <a:pt x="3897" y="2782"/>
                    <a:pt x="3765" y="2912"/>
                    <a:pt x="3609" y="2912"/>
                  </a:cubicBezTo>
                  <a:lnTo>
                    <a:pt x="1715" y="2912"/>
                  </a:lnTo>
                  <a:cubicBezTo>
                    <a:pt x="1568" y="2912"/>
                    <a:pt x="1436" y="2798"/>
                    <a:pt x="1428" y="2650"/>
                  </a:cubicBezTo>
                  <a:cubicBezTo>
                    <a:pt x="1420" y="2487"/>
                    <a:pt x="1550" y="2355"/>
                    <a:pt x="1706" y="2355"/>
                  </a:cubicBezTo>
                  <a:close/>
                  <a:moveTo>
                    <a:pt x="3602" y="3479"/>
                  </a:moveTo>
                  <a:cubicBezTo>
                    <a:pt x="3749" y="3479"/>
                    <a:pt x="3881" y="3593"/>
                    <a:pt x="3889" y="3741"/>
                  </a:cubicBezTo>
                  <a:cubicBezTo>
                    <a:pt x="3897" y="3906"/>
                    <a:pt x="3765" y="4036"/>
                    <a:pt x="3609" y="4036"/>
                  </a:cubicBezTo>
                  <a:lnTo>
                    <a:pt x="2838" y="4036"/>
                  </a:lnTo>
                  <a:cubicBezTo>
                    <a:pt x="2690" y="4036"/>
                    <a:pt x="2560" y="3922"/>
                    <a:pt x="2552" y="3775"/>
                  </a:cubicBezTo>
                  <a:cubicBezTo>
                    <a:pt x="2542" y="3611"/>
                    <a:pt x="2674" y="3479"/>
                    <a:pt x="2830" y="3479"/>
                  </a:cubicBezTo>
                  <a:close/>
                  <a:moveTo>
                    <a:pt x="763" y="0"/>
                  </a:moveTo>
                  <a:cubicBezTo>
                    <a:pt x="345" y="8"/>
                    <a:pt x="1" y="353"/>
                    <a:pt x="1" y="780"/>
                  </a:cubicBezTo>
                  <a:lnTo>
                    <a:pt x="1" y="2692"/>
                  </a:lnTo>
                  <a:cubicBezTo>
                    <a:pt x="1133" y="2855"/>
                    <a:pt x="2001" y="3824"/>
                    <a:pt x="2001" y="4997"/>
                  </a:cubicBezTo>
                  <a:cubicBezTo>
                    <a:pt x="2001" y="5111"/>
                    <a:pt x="1993" y="5235"/>
                    <a:pt x="1977" y="5350"/>
                  </a:cubicBezTo>
                  <a:lnTo>
                    <a:pt x="4472" y="5350"/>
                  </a:lnTo>
                  <a:lnTo>
                    <a:pt x="4472" y="280"/>
                  </a:lnTo>
                  <a:cubicBezTo>
                    <a:pt x="4472" y="132"/>
                    <a:pt x="4348" y="0"/>
                    <a:pt x="419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0" name="Google Shape;1200;p14"/>
            <p:cNvSpPr/>
            <p:nvPr/>
          </p:nvSpPr>
          <p:spPr>
            <a:xfrm>
              <a:off x="7952311" y="2530453"/>
              <a:ext cx="161070" cy="192694"/>
            </a:xfrm>
            <a:custGeom>
              <a:avLst/>
              <a:gdLst/>
              <a:ahLst/>
              <a:cxnLst/>
              <a:rect l="l" t="t" r="r" b="b"/>
              <a:pathLst>
                <a:path w="4472" h="5350" extrusionOk="0">
                  <a:moveTo>
                    <a:pt x="2552" y="1231"/>
                  </a:moveTo>
                  <a:cubicBezTo>
                    <a:pt x="2700" y="1231"/>
                    <a:pt x="2830" y="1347"/>
                    <a:pt x="2838" y="1495"/>
                  </a:cubicBezTo>
                  <a:cubicBezTo>
                    <a:pt x="2848" y="1658"/>
                    <a:pt x="2716" y="1790"/>
                    <a:pt x="2560" y="1790"/>
                  </a:cubicBezTo>
                  <a:lnTo>
                    <a:pt x="853" y="1790"/>
                  </a:lnTo>
                  <a:cubicBezTo>
                    <a:pt x="698" y="1790"/>
                    <a:pt x="566" y="1674"/>
                    <a:pt x="558" y="1526"/>
                  </a:cubicBezTo>
                  <a:cubicBezTo>
                    <a:pt x="558" y="1363"/>
                    <a:pt x="682" y="1231"/>
                    <a:pt x="845" y="1231"/>
                  </a:cubicBezTo>
                  <a:close/>
                  <a:moveTo>
                    <a:pt x="2552" y="2355"/>
                  </a:moveTo>
                  <a:cubicBezTo>
                    <a:pt x="2700" y="2355"/>
                    <a:pt x="2830" y="2469"/>
                    <a:pt x="2838" y="2617"/>
                  </a:cubicBezTo>
                  <a:cubicBezTo>
                    <a:pt x="2848" y="2782"/>
                    <a:pt x="2716" y="2912"/>
                    <a:pt x="2560" y="2912"/>
                  </a:cubicBezTo>
                  <a:lnTo>
                    <a:pt x="853" y="2912"/>
                  </a:lnTo>
                  <a:cubicBezTo>
                    <a:pt x="698" y="2912"/>
                    <a:pt x="566" y="2798"/>
                    <a:pt x="558" y="2650"/>
                  </a:cubicBezTo>
                  <a:cubicBezTo>
                    <a:pt x="558" y="2487"/>
                    <a:pt x="682" y="2355"/>
                    <a:pt x="845" y="2355"/>
                  </a:cubicBezTo>
                  <a:close/>
                  <a:moveTo>
                    <a:pt x="1428" y="3479"/>
                  </a:moveTo>
                  <a:cubicBezTo>
                    <a:pt x="1576" y="3479"/>
                    <a:pt x="1706" y="3593"/>
                    <a:pt x="1715" y="3741"/>
                  </a:cubicBezTo>
                  <a:cubicBezTo>
                    <a:pt x="1723" y="3906"/>
                    <a:pt x="1591" y="4036"/>
                    <a:pt x="1436" y="4036"/>
                  </a:cubicBezTo>
                  <a:lnTo>
                    <a:pt x="853" y="4036"/>
                  </a:lnTo>
                  <a:cubicBezTo>
                    <a:pt x="698" y="4036"/>
                    <a:pt x="566" y="3922"/>
                    <a:pt x="558" y="3775"/>
                  </a:cubicBezTo>
                  <a:cubicBezTo>
                    <a:pt x="558" y="3611"/>
                    <a:pt x="682" y="3479"/>
                    <a:pt x="845" y="3479"/>
                  </a:cubicBezTo>
                  <a:close/>
                  <a:moveTo>
                    <a:pt x="278" y="0"/>
                  </a:moveTo>
                  <a:cubicBezTo>
                    <a:pt x="123" y="0"/>
                    <a:pt x="1" y="132"/>
                    <a:pt x="1" y="280"/>
                  </a:cubicBezTo>
                  <a:lnTo>
                    <a:pt x="1" y="5350"/>
                  </a:lnTo>
                  <a:lnTo>
                    <a:pt x="2493" y="5350"/>
                  </a:lnTo>
                  <a:cubicBezTo>
                    <a:pt x="2477" y="5202"/>
                    <a:pt x="2470" y="5054"/>
                    <a:pt x="2470" y="4907"/>
                  </a:cubicBezTo>
                  <a:cubicBezTo>
                    <a:pt x="2493" y="4324"/>
                    <a:pt x="2731" y="3775"/>
                    <a:pt x="3151" y="3365"/>
                  </a:cubicBezTo>
                  <a:cubicBezTo>
                    <a:pt x="3503" y="2995"/>
                    <a:pt x="3970" y="2765"/>
                    <a:pt x="4472" y="2692"/>
                  </a:cubicBezTo>
                  <a:lnTo>
                    <a:pt x="4472" y="780"/>
                  </a:lnTo>
                  <a:cubicBezTo>
                    <a:pt x="4472" y="353"/>
                    <a:pt x="4127" y="8"/>
                    <a:pt x="370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1" name="Google Shape;1201;p14"/>
            <p:cNvSpPr/>
            <p:nvPr/>
          </p:nvSpPr>
          <p:spPr>
            <a:xfrm>
              <a:off x="7952311" y="2743170"/>
              <a:ext cx="116409" cy="29895"/>
            </a:xfrm>
            <a:custGeom>
              <a:avLst/>
              <a:gdLst/>
              <a:ahLst/>
              <a:cxnLst/>
              <a:rect l="l" t="t" r="r" b="b"/>
              <a:pathLst>
                <a:path w="3232" h="830" extrusionOk="0">
                  <a:moveTo>
                    <a:pt x="1" y="1"/>
                  </a:moveTo>
                  <a:lnTo>
                    <a:pt x="1" y="550"/>
                  </a:lnTo>
                  <a:cubicBezTo>
                    <a:pt x="1" y="708"/>
                    <a:pt x="123" y="830"/>
                    <a:pt x="278" y="830"/>
                  </a:cubicBezTo>
                  <a:lnTo>
                    <a:pt x="3231" y="830"/>
                  </a:lnTo>
                  <a:cubicBezTo>
                    <a:pt x="3208" y="796"/>
                    <a:pt x="3174" y="757"/>
                    <a:pt x="3143" y="723"/>
                  </a:cubicBezTo>
                  <a:cubicBezTo>
                    <a:pt x="2936" y="519"/>
                    <a:pt x="2773" y="272"/>
                    <a:pt x="265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2" name="Google Shape;1202;p14"/>
            <p:cNvSpPr/>
            <p:nvPr/>
          </p:nvSpPr>
          <p:spPr>
            <a:xfrm>
              <a:off x="8181271" y="2743170"/>
              <a:ext cx="116481" cy="29895"/>
            </a:xfrm>
            <a:custGeom>
              <a:avLst/>
              <a:gdLst/>
              <a:ahLst/>
              <a:cxnLst/>
              <a:rect l="l" t="t" r="r" b="b"/>
              <a:pathLst>
                <a:path w="3234" h="830" extrusionOk="0">
                  <a:moveTo>
                    <a:pt x="576" y="1"/>
                  </a:moveTo>
                  <a:cubicBezTo>
                    <a:pt x="460" y="272"/>
                    <a:pt x="288" y="526"/>
                    <a:pt x="74" y="739"/>
                  </a:cubicBezTo>
                  <a:cubicBezTo>
                    <a:pt x="50" y="773"/>
                    <a:pt x="17" y="796"/>
                    <a:pt x="1" y="830"/>
                  </a:cubicBezTo>
                  <a:lnTo>
                    <a:pt x="2954" y="830"/>
                  </a:lnTo>
                  <a:cubicBezTo>
                    <a:pt x="3110" y="830"/>
                    <a:pt x="3234" y="708"/>
                    <a:pt x="3234" y="550"/>
                  </a:cubicBezTo>
                  <a:lnTo>
                    <a:pt x="323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3" name="Google Shape;1203;p14"/>
            <p:cNvSpPr/>
            <p:nvPr/>
          </p:nvSpPr>
          <p:spPr>
            <a:xfrm>
              <a:off x="8061010" y="2646824"/>
              <a:ext cx="127394" cy="139208"/>
            </a:xfrm>
            <a:custGeom>
              <a:avLst/>
              <a:gdLst/>
              <a:ahLst/>
              <a:cxnLst/>
              <a:rect l="l" t="t" r="r" b="b"/>
              <a:pathLst>
                <a:path w="3537" h="3865" extrusionOk="0">
                  <a:moveTo>
                    <a:pt x="1765" y="1"/>
                  </a:moveTo>
                  <a:cubicBezTo>
                    <a:pt x="1740" y="1"/>
                    <a:pt x="1715" y="1"/>
                    <a:pt x="1690" y="2"/>
                  </a:cubicBezTo>
                  <a:cubicBezTo>
                    <a:pt x="773" y="51"/>
                    <a:pt x="42" y="790"/>
                    <a:pt x="17" y="1709"/>
                  </a:cubicBezTo>
                  <a:cubicBezTo>
                    <a:pt x="1" y="2217"/>
                    <a:pt x="198" y="2676"/>
                    <a:pt x="527" y="3005"/>
                  </a:cubicBezTo>
                  <a:cubicBezTo>
                    <a:pt x="755" y="3235"/>
                    <a:pt x="903" y="3546"/>
                    <a:pt x="944" y="3865"/>
                  </a:cubicBezTo>
                  <a:lnTo>
                    <a:pt x="1493" y="3865"/>
                  </a:lnTo>
                  <a:lnTo>
                    <a:pt x="1493" y="2447"/>
                  </a:lnTo>
                  <a:lnTo>
                    <a:pt x="1371" y="2447"/>
                  </a:lnTo>
                  <a:cubicBezTo>
                    <a:pt x="1223" y="2447"/>
                    <a:pt x="1092" y="2331"/>
                    <a:pt x="1084" y="2176"/>
                  </a:cubicBezTo>
                  <a:cubicBezTo>
                    <a:pt x="1076" y="2020"/>
                    <a:pt x="1208" y="1880"/>
                    <a:pt x="1363" y="1880"/>
                  </a:cubicBezTo>
                  <a:lnTo>
                    <a:pt x="2182" y="1880"/>
                  </a:lnTo>
                  <a:cubicBezTo>
                    <a:pt x="2330" y="1880"/>
                    <a:pt x="2462" y="2004"/>
                    <a:pt x="2470" y="2152"/>
                  </a:cubicBezTo>
                  <a:cubicBezTo>
                    <a:pt x="2478" y="2315"/>
                    <a:pt x="2348" y="2447"/>
                    <a:pt x="2192" y="2447"/>
                  </a:cubicBezTo>
                  <a:lnTo>
                    <a:pt x="2060" y="2447"/>
                  </a:lnTo>
                  <a:lnTo>
                    <a:pt x="2060" y="3865"/>
                  </a:lnTo>
                  <a:lnTo>
                    <a:pt x="2610" y="3865"/>
                  </a:lnTo>
                  <a:cubicBezTo>
                    <a:pt x="2651" y="3546"/>
                    <a:pt x="2791" y="3243"/>
                    <a:pt x="3019" y="3020"/>
                  </a:cubicBezTo>
                  <a:cubicBezTo>
                    <a:pt x="3340" y="2701"/>
                    <a:pt x="3537" y="2258"/>
                    <a:pt x="3537" y="1766"/>
                  </a:cubicBezTo>
                  <a:cubicBezTo>
                    <a:pt x="3537" y="789"/>
                    <a:pt x="2748" y="1"/>
                    <a:pt x="176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4" name="Google Shape;1204;p14"/>
            <p:cNvSpPr/>
            <p:nvPr/>
          </p:nvSpPr>
          <p:spPr>
            <a:xfrm>
              <a:off x="8095623" y="2806415"/>
              <a:ext cx="58817" cy="47651"/>
            </a:xfrm>
            <a:custGeom>
              <a:avLst/>
              <a:gdLst/>
              <a:ahLst/>
              <a:cxnLst/>
              <a:rect l="l" t="t" r="r" b="b"/>
              <a:pathLst>
                <a:path w="1633" h="1323" extrusionOk="0">
                  <a:moveTo>
                    <a:pt x="1" y="1"/>
                  </a:moveTo>
                  <a:lnTo>
                    <a:pt x="1" y="509"/>
                  </a:lnTo>
                  <a:cubicBezTo>
                    <a:pt x="1" y="960"/>
                    <a:pt x="361" y="1322"/>
                    <a:pt x="812" y="1322"/>
                  </a:cubicBezTo>
                  <a:cubicBezTo>
                    <a:pt x="1271" y="1322"/>
                    <a:pt x="1633" y="960"/>
                    <a:pt x="1633" y="509"/>
                  </a:cubicBezTo>
                  <a:lnTo>
                    <a:pt x="163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05" name="Google Shape;1205;p14"/>
          <p:cNvGrpSpPr/>
          <p:nvPr/>
        </p:nvGrpSpPr>
        <p:grpSpPr>
          <a:xfrm>
            <a:off x="1226120" y="2485618"/>
            <a:ext cx="345369" cy="325090"/>
            <a:chOff x="4000488" y="1951660"/>
            <a:chExt cx="345369" cy="325090"/>
          </a:xfrm>
        </p:grpSpPr>
        <p:sp>
          <p:nvSpPr>
            <p:cNvPr id="1206" name="Google Shape;1206;p14"/>
            <p:cNvSpPr/>
            <p:nvPr/>
          </p:nvSpPr>
          <p:spPr>
            <a:xfrm>
              <a:off x="4000488" y="1951660"/>
              <a:ext cx="162511" cy="178827"/>
            </a:xfrm>
            <a:custGeom>
              <a:avLst/>
              <a:gdLst/>
              <a:ahLst/>
              <a:cxnLst/>
              <a:rect l="l" t="t" r="r" b="b"/>
              <a:pathLst>
                <a:path w="4512" h="4965" extrusionOk="0">
                  <a:moveTo>
                    <a:pt x="3306" y="1223"/>
                  </a:moveTo>
                  <a:cubicBezTo>
                    <a:pt x="3462" y="1223"/>
                    <a:pt x="3584" y="1353"/>
                    <a:pt x="3584" y="1509"/>
                  </a:cubicBezTo>
                  <a:cubicBezTo>
                    <a:pt x="3584" y="1657"/>
                    <a:pt x="3462" y="1788"/>
                    <a:pt x="3306" y="1788"/>
                  </a:cubicBezTo>
                  <a:lnTo>
                    <a:pt x="1024" y="1788"/>
                  </a:lnTo>
                  <a:cubicBezTo>
                    <a:pt x="869" y="1788"/>
                    <a:pt x="747" y="1657"/>
                    <a:pt x="747" y="1509"/>
                  </a:cubicBezTo>
                  <a:cubicBezTo>
                    <a:pt x="747" y="1353"/>
                    <a:pt x="869" y="1223"/>
                    <a:pt x="1024" y="1223"/>
                  </a:cubicBezTo>
                  <a:close/>
                  <a:moveTo>
                    <a:pt x="3306" y="2346"/>
                  </a:moveTo>
                  <a:cubicBezTo>
                    <a:pt x="3462" y="2346"/>
                    <a:pt x="3584" y="2478"/>
                    <a:pt x="3584" y="2633"/>
                  </a:cubicBezTo>
                  <a:cubicBezTo>
                    <a:pt x="3584" y="2781"/>
                    <a:pt x="3462" y="2913"/>
                    <a:pt x="3306" y="2913"/>
                  </a:cubicBezTo>
                  <a:lnTo>
                    <a:pt x="1024" y="2913"/>
                  </a:lnTo>
                  <a:cubicBezTo>
                    <a:pt x="869" y="2913"/>
                    <a:pt x="747" y="2781"/>
                    <a:pt x="747" y="2633"/>
                  </a:cubicBezTo>
                  <a:cubicBezTo>
                    <a:pt x="747" y="2478"/>
                    <a:pt x="869" y="2346"/>
                    <a:pt x="1024" y="2346"/>
                  </a:cubicBezTo>
                  <a:close/>
                  <a:moveTo>
                    <a:pt x="278" y="1"/>
                  </a:moveTo>
                  <a:cubicBezTo>
                    <a:pt x="123" y="1"/>
                    <a:pt x="1" y="123"/>
                    <a:pt x="1" y="278"/>
                  </a:cubicBezTo>
                  <a:lnTo>
                    <a:pt x="1" y="4964"/>
                  </a:lnTo>
                  <a:lnTo>
                    <a:pt x="1182" y="4964"/>
                  </a:lnTo>
                  <a:cubicBezTo>
                    <a:pt x="1247" y="4635"/>
                    <a:pt x="1379" y="4314"/>
                    <a:pt x="1576" y="4037"/>
                  </a:cubicBezTo>
                  <a:lnTo>
                    <a:pt x="1024" y="4037"/>
                  </a:lnTo>
                  <a:cubicBezTo>
                    <a:pt x="869" y="4037"/>
                    <a:pt x="747" y="3905"/>
                    <a:pt x="747" y="3757"/>
                  </a:cubicBezTo>
                  <a:cubicBezTo>
                    <a:pt x="747" y="3602"/>
                    <a:pt x="869" y="3470"/>
                    <a:pt x="1024" y="3470"/>
                  </a:cubicBezTo>
                  <a:lnTo>
                    <a:pt x="2107" y="3470"/>
                  </a:lnTo>
                  <a:cubicBezTo>
                    <a:pt x="2542" y="3143"/>
                    <a:pt x="3060" y="2962"/>
                    <a:pt x="3610" y="2962"/>
                  </a:cubicBezTo>
                  <a:cubicBezTo>
                    <a:pt x="3929" y="2962"/>
                    <a:pt x="4234" y="3019"/>
                    <a:pt x="4511" y="3133"/>
                  </a:cubicBezTo>
                  <a:lnTo>
                    <a:pt x="4511" y="820"/>
                  </a:lnTo>
                  <a:cubicBezTo>
                    <a:pt x="4511" y="377"/>
                    <a:pt x="4167" y="9"/>
                    <a:pt x="372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7" name="Google Shape;1207;p14"/>
            <p:cNvSpPr/>
            <p:nvPr/>
          </p:nvSpPr>
          <p:spPr>
            <a:xfrm>
              <a:off x="4183094" y="1951660"/>
              <a:ext cx="162763" cy="178827"/>
            </a:xfrm>
            <a:custGeom>
              <a:avLst/>
              <a:gdLst/>
              <a:ahLst/>
              <a:cxnLst/>
              <a:rect l="l" t="t" r="r" b="b"/>
              <a:pathLst>
                <a:path w="4519" h="4965" extrusionOk="0">
                  <a:moveTo>
                    <a:pt x="3485" y="1223"/>
                  </a:moveTo>
                  <a:cubicBezTo>
                    <a:pt x="3643" y="1223"/>
                    <a:pt x="3765" y="1353"/>
                    <a:pt x="3765" y="1509"/>
                  </a:cubicBezTo>
                  <a:cubicBezTo>
                    <a:pt x="3765" y="1657"/>
                    <a:pt x="3643" y="1788"/>
                    <a:pt x="3485" y="1788"/>
                  </a:cubicBezTo>
                  <a:lnTo>
                    <a:pt x="1213" y="1788"/>
                  </a:lnTo>
                  <a:cubicBezTo>
                    <a:pt x="1058" y="1788"/>
                    <a:pt x="926" y="1657"/>
                    <a:pt x="926" y="1509"/>
                  </a:cubicBezTo>
                  <a:cubicBezTo>
                    <a:pt x="926" y="1353"/>
                    <a:pt x="1058" y="1223"/>
                    <a:pt x="1213" y="1223"/>
                  </a:cubicBezTo>
                  <a:close/>
                  <a:moveTo>
                    <a:pt x="3485" y="2346"/>
                  </a:moveTo>
                  <a:cubicBezTo>
                    <a:pt x="3643" y="2346"/>
                    <a:pt x="3765" y="2478"/>
                    <a:pt x="3765" y="2633"/>
                  </a:cubicBezTo>
                  <a:cubicBezTo>
                    <a:pt x="3765" y="2781"/>
                    <a:pt x="3643" y="2913"/>
                    <a:pt x="3485" y="2913"/>
                  </a:cubicBezTo>
                  <a:lnTo>
                    <a:pt x="1213" y="2913"/>
                  </a:lnTo>
                  <a:cubicBezTo>
                    <a:pt x="1058" y="2913"/>
                    <a:pt x="926" y="2781"/>
                    <a:pt x="926" y="2633"/>
                  </a:cubicBezTo>
                  <a:cubicBezTo>
                    <a:pt x="926" y="2478"/>
                    <a:pt x="1058" y="2346"/>
                    <a:pt x="1213" y="2346"/>
                  </a:cubicBezTo>
                  <a:close/>
                  <a:moveTo>
                    <a:pt x="3485" y="3470"/>
                  </a:moveTo>
                  <a:cubicBezTo>
                    <a:pt x="3643" y="3470"/>
                    <a:pt x="3765" y="3602"/>
                    <a:pt x="3765" y="3757"/>
                  </a:cubicBezTo>
                  <a:cubicBezTo>
                    <a:pt x="3765" y="3905"/>
                    <a:pt x="3643" y="4037"/>
                    <a:pt x="3485" y="4037"/>
                  </a:cubicBezTo>
                  <a:lnTo>
                    <a:pt x="2337" y="4037"/>
                  </a:lnTo>
                  <a:cubicBezTo>
                    <a:pt x="2182" y="4037"/>
                    <a:pt x="2050" y="3905"/>
                    <a:pt x="2050" y="3757"/>
                  </a:cubicBezTo>
                  <a:cubicBezTo>
                    <a:pt x="2050" y="3602"/>
                    <a:pt x="2182" y="3470"/>
                    <a:pt x="2337" y="3470"/>
                  </a:cubicBezTo>
                  <a:close/>
                  <a:moveTo>
                    <a:pt x="788" y="1"/>
                  </a:moveTo>
                  <a:cubicBezTo>
                    <a:pt x="353" y="9"/>
                    <a:pt x="0" y="377"/>
                    <a:pt x="0" y="820"/>
                  </a:cubicBezTo>
                  <a:lnTo>
                    <a:pt x="0" y="3438"/>
                  </a:lnTo>
                  <a:cubicBezTo>
                    <a:pt x="107" y="3511"/>
                    <a:pt x="205" y="3602"/>
                    <a:pt x="296" y="3692"/>
                  </a:cubicBezTo>
                  <a:cubicBezTo>
                    <a:pt x="648" y="4045"/>
                    <a:pt x="877" y="4488"/>
                    <a:pt x="975" y="4964"/>
                  </a:cubicBezTo>
                  <a:lnTo>
                    <a:pt x="4519" y="4964"/>
                  </a:lnTo>
                  <a:lnTo>
                    <a:pt x="4519" y="278"/>
                  </a:lnTo>
                  <a:cubicBezTo>
                    <a:pt x="4519" y="123"/>
                    <a:pt x="4389" y="1"/>
                    <a:pt x="424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8" name="Google Shape;1208;p14"/>
            <p:cNvSpPr/>
            <p:nvPr/>
          </p:nvSpPr>
          <p:spPr>
            <a:xfrm>
              <a:off x="4000488" y="2150798"/>
              <a:ext cx="54062" cy="43149"/>
            </a:xfrm>
            <a:custGeom>
              <a:avLst/>
              <a:gdLst/>
              <a:ahLst/>
              <a:cxnLst/>
              <a:rect l="l" t="t" r="r" b="b"/>
              <a:pathLst>
                <a:path w="1501" h="1198" extrusionOk="0">
                  <a:moveTo>
                    <a:pt x="1" y="0"/>
                  </a:moveTo>
                  <a:lnTo>
                    <a:pt x="1" y="920"/>
                  </a:lnTo>
                  <a:cubicBezTo>
                    <a:pt x="1" y="1075"/>
                    <a:pt x="123" y="1197"/>
                    <a:pt x="278" y="1197"/>
                  </a:cubicBezTo>
                  <a:lnTo>
                    <a:pt x="1501" y="1197"/>
                  </a:lnTo>
                  <a:cubicBezTo>
                    <a:pt x="1280" y="845"/>
                    <a:pt x="1156" y="427"/>
                    <a:pt x="114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9" name="Google Shape;1209;p14"/>
            <p:cNvSpPr/>
            <p:nvPr/>
          </p:nvSpPr>
          <p:spPr>
            <a:xfrm>
              <a:off x="4215294" y="2150798"/>
              <a:ext cx="130563" cy="43149"/>
            </a:xfrm>
            <a:custGeom>
              <a:avLst/>
              <a:gdLst/>
              <a:ahLst/>
              <a:cxnLst/>
              <a:rect l="l" t="t" r="r" b="b"/>
              <a:pathLst>
                <a:path w="3625" h="1198" extrusionOk="0">
                  <a:moveTo>
                    <a:pt x="122" y="0"/>
                  </a:moveTo>
                  <a:cubicBezTo>
                    <a:pt x="114" y="231"/>
                    <a:pt x="73" y="451"/>
                    <a:pt x="0" y="674"/>
                  </a:cubicBezTo>
                  <a:lnTo>
                    <a:pt x="534" y="1197"/>
                  </a:lnTo>
                  <a:lnTo>
                    <a:pt x="3347" y="1197"/>
                  </a:lnTo>
                  <a:cubicBezTo>
                    <a:pt x="3495" y="1197"/>
                    <a:pt x="3625" y="1075"/>
                    <a:pt x="3625" y="920"/>
                  </a:cubicBezTo>
                  <a:lnTo>
                    <a:pt x="362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0" name="Google Shape;1210;p14"/>
            <p:cNvSpPr/>
            <p:nvPr/>
          </p:nvSpPr>
          <p:spPr>
            <a:xfrm>
              <a:off x="4061897" y="2078656"/>
              <a:ext cx="137479" cy="137767"/>
            </a:xfrm>
            <a:custGeom>
              <a:avLst/>
              <a:gdLst/>
              <a:ahLst/>
              <a:cxnLst/>
              <a:rect l="l" t="t" r="r" b="b"/>
              <a:pathLst>
                <a:path w="3817" h="3825" extrusionOk="0">
                  <a:moveTo>
                    <a:pt x="1909" y="0"/>
                  </a:moveTo>
                  <a:cubicBezTo>
                    <a:pt x="1421" y="0"/>
                    <a:pt x="933" y="187"/>
                    <a:pt x="560" y="560"/>
                  </a:cubicBezTo>
                  <a:cubicBezTo>
                    <a:pt x="198" y="920"/>
                    <a:pt x="1" y="1405"/>
                    <a:pt x="1" y="1913"/>
                  </a:cubicBezTo>
                  <a:cubicBezTo>
                    <a:pt x="1" y="2423"/>
                    <a:pt x="198" y="2905"/>
                    <a:pt x="560" y="3267"/>
                  </a:cubicBezTo>
                  <a:cubicBezTo>
                    <a:pt x="920" y="3627"/>
                    <a:pt x="1397" y="3824"/>
                    <a:pt x="1905" y="3824"/>
                  </a:cubicBezTo>
                  <a:cubicBezTo>
                    <a:pt x="2420" y="3824"/>
                    <a:pt x="2897" y="3627"/>
                    <a:pt x="3257" y="3267"/>
                  </a:cubicBezTo>
                  <a:cubicBezTo>
                    <a:pt x="3619" y="2905"/>
                    <a:pt x="3816" y="2423"/>
                    <a:pt x="3816" y="1913"/>
                  </a:cubicBezTo>
                  <a:cubicBezTo>
                    <a:pt x="3816" y="1405"/>
                    <a:pt x="3619" y="920"/>
                    <a:pt x="3257" y="560"/>
                  </a:cubicBezTo>
                  <a:cubicBezTo>
                    <a:pt x="2884" y="187"/>
                    <a:pt x="2396" y="0"/>
                    <a:pt x="190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1" name="Google Shape;1211;p14"/>
            <p:cNvSpPr/>
            <p:nvPr/>
          </p:nvSpPr>
          <p:spPr>
            <a:xfrm>
              <a:off x="4177404" y="2194522"/>
              <a:ext cx="84569" cy="82228"/>
            </a:xfrm>
            <a:custGeom>
              <a:avLst/>
              <a:gdLst/>
              <a:ahLst/>
              <a:cxnLst/>
              <a:rect l="l" t="t" r="r" b="b"/>
              <a:pathLst>
                <a:path w="2348" h="2283" extrusionOk="0">
                  <a:moveTo>
                    <a:pt x="806" y="1"/>
                  </a:moveTo>
                  <a:cubicBezTo>
                    <a:pt x="708" y="156"/>
                    <a:pt x="584" y="304"/>
                    <a:pt x="454" y="444"/>
                  </a:cubicBezTo>
                  <a:cubicBezTo>
                    <a:pt x="314" y="584"/>
                    <a:pt x="166" y="698"/>
                    <a:pt x="1" y="796"/>
                  </a:cubicBezTo>
                  <a:lnTo>
                    <a:pt x="1322" y="2117"/>
                  </a:lnTo>
                  <a:cubicBezTo>
                    <a:pt x="1433" y="2228"/>
                    <a:pt x="1579" y="2283"/>
                    <a:pt x="1725" y="2283"/>
                  </a:cubicBezTo>
                  <a:cubicBezTo>
                    <a:pt x="1870" y="2283"/>
                    <a:pt x="2016" y="2228"/>
                    <a:pt x="2127" y="2117"/>
                  </a:cubicBezTo>
                  <a:cubicBezTo>
                    <a:pt x="2348" y="1895"/>
                    <a:pt x="2348" y="1543"/>
                    <a:pt x="2127" y="1322"/>
                  </a:cubicBezTo>
                  <a:lnTo>
                    <a:pt x="80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12" name="Google Shape;1212;p14"/>
          <p:cNvGrpSpPr/>
          <p:nvPr/>
        </p:nvGrpSpPr>
        <p:grpSpPr>
          <a:xfrm>
            <a:off x="1267006" y="3577727"/>
            <a:ext cx="263612" cy="345624"/>
            <a:chOff x="3258826" y="1941143"/>
            <a:chExt cx="263612" cy="345624"/>
          </a:xfrm>
        </p:grpSpPr>
        <p:sp>
          <p:nvSpPr>
            <p:cNvPr id="1213" name="Google Shape;1213;p14"/>
            <p:cNvSpPr/>
            <p:nvPr/>
          </p:nvSpPr>
          <p:spPr>
            <a:xfrm>
              <a:off x="3258826" y="1941143"/>
              <a:ext cx="263612" cy="345624"/>
            </a:xfrm>
            <a:custGeom>
              <a:avLst/>
              <a:gdLst/>
              <a:ahLst/>
              <a:cxnLst/>
              <a:rect l="l" t="t" r="r" b="b"/>
              <a:pathLst>
                <a:path w="7319" h="9596" extrusionOk="0">
                  <a:moveTo>
                    <a:pt x="1446" y="686"/>
                  </a:moveTo>
                  <a:lnTo>
                    <a:pt x="1962" y="1202"/>
                  </a:lnTo>
                  <a:cubicBezTo>
                    <a:pt x="1863" y="1318"/>
                    <a:pt x="1781" y="1433"/>
                    <a:pt x="1700" y="1555"/>
                  </a:cubicBezTo>
                  <a:lnTo>
                    <a:pt x="3464" y="1555"/>
                  </a:lnTo>
                  <a:cubicBezTo>
                    <a:pt x="3923" y="1555"/>
                    <a:pt x="4301" y="1933"/>
                    <a:pt x="4301" y="2401"/>
                  </a:cubicBezTo>
                  <a:cubicBezTo>
                    <a:pt x="4301" y="2860"/>
                    <a:pt x="3923" y="3238"/>
                    <a:pt x="3464" y="3238"/>
                  </a:cubicBezTo>
                  <a:lnTo>
                    <a:pt x="3356" y="3238"/>
                  </a:lnTo>
                  <a:cubicBezTo>
                    <a:pt x="3316" y="3663"/>
                    <a:pt x="2954" y="3992"/>
                    <a:pt x="2519" y="3992"/>
                  </a:cubicBezTo>
                  <a:lnTo>
                    <a:pt x="1404" y="3992"/>
                  </a:lnTo>
                  <a:cubicBezTo>
                    <a:pt x="1781" y="5189"/>
                    <a:pt x="2905" y="6059"/>
                    <a:pt x="4226" y="6059"/>
                  </a:cubicBezTo>
                  <a:cubicBezTo>
                    <a:pt x="4948" y="6059"/>
                    <a:pt x="5612" y="5798"/>
                    <a:pt x="6130" y="5370"/>
                  </a:cubicBezTo>
                  <a:lnTo>
                    <a:pt x="6604" y="5847"/>
                  </a:lnTo>
                  <a:cubicBezTo>
                    <a:pt x="5941" y="6420"/>
                    <a:pt x="5104" y="6733"/>
                    <a:pt x="4226" y="6733"/>
                  </a:cubicBezTo>
                  <a:cubicBezTo>
                    <a:pt x="2208" y="6733"/>
                    <a:pt x="560" y="5091"/>
                    <a:pt x="560" y="3065"/>
                  </a:cubicBezTo>
                  <a:cubicBezTo>
                    <a:pt x="560" y="2187"/>
                    <a:pt x="871" y="1350"/>
                    <a:pt x="1446" y="686"/>
                  </a:cubicBezTo>
                  <a:close/>
                  <a:moveTo>
                    <a:pt x="1437" y="1"/>
                  </a:moveTo>
                  <a:cubicBezTo>
                    <a:pt x="1365" y="1"/>
                    <a:pt x="1293" y="30"/>
                    <a:pt x="1239" y="88"/>
                  </a:cubicBezTo>
                  <a:cubicBezTo>
                    <a:pt x="436" y="883"/>
                    <a:pt x="1" y="1941"/>
                    <a:pt x="1" y="3065"/>
                  </a:cubicBezTo>
                  <a:cubicBezTo>
                    <a:pt x="1" y="5305"/>
                    <a:pt x="1741" y="7134"/>
                    <a:pt x="3938" y="7282"/>
                  </a:cubicBezTo>
                  <a:lnTo>
                    <a:pt x="3938" y="8184"/>
                  </a:lnTo>
                  <a:lnTo>
                    <a:pt x="2832" y="8184"/>
                  </a:lnTo>
                  <a:cubicBezTo>
                    <a:pt x="2726" y="8184"/>
                    <a:pt x="2627" y="8249"/>
                    <a:pt x="2578" y="8347"/>
                  </a:cubicBezTo>
                  <a:lnTo>
                    <a:pt x="1977" y="9595"/>
                  </a:lnTo>
                  <a:lnTo>
                    <a:pt x="6474" y="9595"/>
                  </a:lnTo>
                  <a:lnTo>
                    <a:pt x="5866" y="8347"/>
                  </a:lnTo>
                  <a:cubicBezTo>
                    <a:pt x="5826" y="8249"/>
                    <a:pt x="5728" y="8184"/>
                    <a:pt x="5612" y="8184"/>
                  </a:cubicBezTo>
                  <a:lnTo>
                    <a:pt x="4505" y="8184"/>
                  </a:lnTo>
                  <a:lnTo>
                    <a:pt x="4505" y="7282"/>
                  </a:lnTo>
                  <a:cubicBezTo>
                    <a:pt x="5521" y="7215"/>
                    <a:pt x="6474" y="6790"/>
                    <a:pt x="7213" y="6052"/>
                  </a:cubicBezTo>
                  <a:cubicBezTo>
                    <a:pt x="7319" y="5945"/>
                    <a:pt x="7319" y="5764"/>
                    <a:pt x="7213" y="5658"/>
                  </a:cubicBezTo>
                  <a:lnTo>
                    <a:pt x="6523" y="4969"/>
                  </a:lnTo>
                  <a:lnTo>
                    <a:pt x="5317" y="4969"/>
                  </a:lnTo>
                  <a:cubicBezTo>
                    <a:pt x="4850" y="4969"/>
                    <a:pt x="4472" y="4591"/>
                    <a:pt x="4472" y="4132"/>
                  </a:cubicBezTo>
                  <a:cubicBezTo>
                    <a:pt x="4472" y="3663"/>
                    <a:pt x="4850" y="3287"/>
                    <a:pt x="5317" y="3287"/>
                  </a:cubicBezTo>
                  <a:lnTo>
                    <a:pt x="7179" y="3287"/>
                  </a:lnTo>
                  <a:lnTo>
                    <a:pt x="7179" y="3098"/>
                  </a:lnTo>
                  <a:cubicBezTo>
                    <a:pt x="7179" y="1466"/>
                    <a:pt x="5858" y="145"/>
                    <a:pt x="4226" y="145"/>
                  </a:cubicBezTo>
                  <a:cubicBezTo>
                    <a:pt x="3521" y="145"/>
                    <a:pt x="2863" y="391"/>
                    <a:pt x="2355" y="809"/>
                  </a:cubicBezTo>
                  <a:lnTo>
                    <a:pt x="1633" y="88"/>
                  </a:lnTo>
                  <a:cubicBezTo>
                    <a:pt x="1580" y="30"/>
                    <a:pt x="1508" y="1"/>
                    <a:pt x="143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4" name="Google Shape;1214;p14"/>
            <p:cNvSpPr/>
            <p:nvPr/>
          </p:nvSpPr>
          <p:spPr>
            <a:xfrm>
              <a:off x="3440280" y="2079880"/>
              <a:ext cx="73872" cy="19810"/>
            </a:xfrm>
            <a:custGeom>
              <a:avLst/>
              <a:gdLst/>
              <a:ahLst/>
              <a:cxnLst/>
              <a:rect l="l" t="t" r="r" b="b"/>
              <a:pathLst>
                <a:path w="2051" h="550" extrusionOk="0">
                  <a:moveTo>
                    <a:pt x="279" y="0"/>
                  </a:moveTo>
                  <a:cubicBezTo>
                    <a:pt x="123" y="0"/>
                    <a:pt x="1" y="124"/>
                    <a:pt x="1" y="280"/>
                  </a:cubicBezTo>
                  <a:cubicBezTo>
                    <a:pt x="1" y="428"/>
                    <a:pt x="123" y="550"/>
                    <a:pt x="279" y="550"/>
                  </a:cubicBezTo>
                  <a:lnTo>
                    <a:pt x="1846" y="550"/>
                  </a:lnTo>
                  <a:cubicBezTo>
                    <a:pt x="1928" y="378"/>
                    <a:pt x="2001" y="189"/>
                    <a:pt x="205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5" name="Google Shape;1215;p14"/>
            <p:cNvSpPr/>
            <p:nvPr/>
          </p:nvSpPr>
          <p:spPr>
            <a:xfrm>
              <a:off x="3304351" y="2017535"/>
              <a:ext cx="88963" cy="47003"/>
            </a:xfrm>
            <a:custGeom>
              <a:avLst/>
              <a:gdLst/>
              <a:ahLst/>
              <a:cxnLst/>
              <a:rect l="l" t="t" r="r" b="b"/>
              <a:pathLst>
                <a:path w="2470" h="1305" extrusionOk="0">
                  <a:moveTo>
                    <a:pt x="172" y="1"/>
                  </a:moveTo>
                  <a:cubicBezTo>
                    <a:pt x="58" y="304"/>
                    <a:pt x="1" y="641"/>
                    <a:pt x="1" y="977"/>
                  </a:cubicBezTo>
                  <a:cubicBezTo>
                    <a:pt x="1" y="1091"/>
                    <a:pt x="9" y="1198"/>
                    <a:pt x="24" y="1304"/>
                  </a:cubicBezTo>
                  <a:lnTo>
                    <a:pt x="1255" y="1304"/>
                  </a:lnTo>
                  <a:cubicBezTo>
                    <a:pt x="1412" y="1304"/>
                    <a:pt x="1534" y="1182"/>
                    <a:pt x="1534" y="1027"/>
                  </a:cubicBezTo>
                  <a:cubicBezTo>
                    <a:pt x="1534" y="993"/>
                    <a:pt x="1534" y="960"/>
                    <a:pt x="1519" y="936"/>
                  </a:cubicBezTo>
                  <a:cubicBezTo>
                    <a:pt x="1485" y="845"/>
                    <a:pt x="1501" y="755"/>
                    <a:pt x="1550" y="674"/>
                  </a:cubicBezTo>
                  <a:cubicBezTo>
                    <a:pt x="1609" y="599"/>
                    <a:pt x="1690" y="558"/>
                    <a:pt x="1781" y="558"/>
                  </a:cubicBezTo>
                  <a:lnTo>
                    <a:pt x="2200" y="558"/>
                  </a:lnTo>
                  <a:cubicBezTo>
                    <a:pt x="2348" y="558"/>
                    <a:pt x="2470" y="436"/>
                    <a:pt x="2470" y="280"/>
                  </a:cubicBezTo>
                  <a:cubicBezTo>
                    <a:pt x="2470" y="123"/>
                    <a:pt x="2348" y="1"/>
                    <a:pt x="220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16" name="Google Shape;1216;p14"/>
          <p:cNvGrpSpPr/>
          <p:nvPr/>
        </p:nvGrpSpPr>
        <p:grpSpPr>
          <a:xfrm>
            <a:off x="1239675" y="1372873"/>
            <a:ext cx="318285" cy="345732"/>
            <a:chOff x="1643535" y="1941035"/>
            <a:chExt cx="318285" cy="345732"/>
          </a:xfrm>
        </p:grpSpPr>
        <p:sp>
          <p:nvSpPr>
            <p:cNvPr id="1217" name="Google Shape;1217;p14"/>
            <p:cNvSpPr/>
            <p:nvPr/>
          </p:nvSpPr>
          <p:spPr>
            <a:xfrm>
              <a:off x="1710058" y="1941035"/>
              <a:ext cx="251762" cy="345732"/>
            </a:xfrm>
            <a:custGeom>
              <a:avLst/>
              <a:gdLst/>
              <a:ahLst/>
              <a:cxnLst/>
              <a:rect l="l" t="t" r="r" b="b"/>
              <a:pathLst>
                <a:path w="6990" h="9599" extrusionOk="0">
                  <a:moveTo>
                    <a:pt x="278" y="0"/>
                  </a:moveTo>
                  <a:cubicBezTo>
                    <a:pt x="123" y="0"/>
                    <a:pt x="1" y="130"/>
                    <a:pt x="1" y="288"/>
                  </a:cubicBezTo>
                  <a:lnTo>
                    <a:pt x="1" y="1666"/>
                  </a:lnTo>
                  <a:lnTo>
                    <a:pt x="2641" y="1666"/>
                  </a:lnTo>
                  <a:cubicBezTo>
                    <a:pt x="3109" y="1666"/>
                    <a:pt x="3495" y="2050"/>
                    <a:pt x="3495" y="2519"/>
                  </a:cubicBezTo>
                  <a:lnTo>
                    <a:pt x="3495" y="9303"/>
                  </a:lnTo>
                  <a:cubicBezTo>
                    <a:pt x="3495" y="9409"/>
                    <a:pt x="3477" y="9508"/>
                    <a:pt x="3446" y="9598"/>
                  </a:cubicBezTo>
                  <a:lnTo>
                    <a:pt x="6710" y="9598"/>
                  </a:lnTo>
                  <a:cubicBezTo>
                    <a:pt x="6866" y="9598"/>
                    <a:pt x="6990" y="9467"/>
                    <a:pt x="6990" y="9311"/>
                  </a:cubicBezTo>
                  <a:lnTo>
                    <a:pt x="6990" y="2166"/>
                  </a:lnTo>
                  <a:lnTo>
                    <a:pt x="5710" y="2166"/>
                  </a:lnTo>
                  <a:cubicBezTo>
                    <a:pt x="5226" y="2166"/>
                    <a:pt x="4832" y="1772"/>
                    <a:pt x="4832" y="1280"/>
                  </a:cubicBezTo>
                  <a:lnTo>
                    <a:pt x="4832"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8" name="Google Shape;1218;p14"/>
            <p:cNvSpPr/>
            <p:nvPr/>
          </p:nvSpPr>
          <p:spPr>
            <a:xfrm>
              <a:off x="1904442" y="1941035"/>
              <a:ext cx="57376" cy="57628"/>
            </a:xfrm>
            <a:custGeom>
              <a:avLst/>
              <a:gdLst/>
              <a:ahLst/>
              <a:cxnLst/>
              <a:rect l="l" t="t" r="r" b="b"/>
              <a:pathLst>
                <a:path w="1593" h="1600" extrusionOk="0">
                  <a:moveTo>
                    <a:pt x="0" y="0"/>
                  </a:moveTo>
                  <a:lnTo>
                    <a:pt x="0" y="1280"/>
                  </a:lnTo>
                  <a:cubicBezTo>
                    <a:pt x="0" y="1459"/>
                    <a:pt x="140" y="1599"/>
                    <a:pt x="313" y="1599"/>
                  </a:cubicBezTo>
                  <a:lnTo>
                    <a:pt x="1593" y="1599"/>
                  </a:lnTo>
                  <a:lnTo>
                    <a:pt x="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9" name="Google Shape;1219;p14"/>
            <p:cNvSpPr/>
            <p:nvPr/>
          </p:nvSpPr>
          <p:spPr>
            <a:xfrm>
              <a:off x="1643535" y="2021389"/>
              <a:ext cx="172020" cy="74484"/>
            </a:xfrm>
            <a:custGeom>
              <a:avLst/>
              <a:gdLst/>
              <a:ahLst/>
              <a:cxnLst/>
              <a:rect l="l" t="t" r="r" b="b"/>
              <a:pathLst>
                <a:path w="4776" h="2068" extrusionOk="0">
                  <a:moveTo>
                    <a:pt x="3511" y="746"/>
                  </a:moveTo>
                  <a:cubicBezTo>
                    <a:pt x="3669" y="746"/>
                    <a:pt x="3791" y="870"/>
                    <a:pt x="3791" y="1026"/>
                  </a:cubicBezTo>
                  <a:cubicBezTo>
                    <a:pt x="3791" y="1181"/>
                    <a:pt x="3669" y="1313"/>
                    <a:pt x="3511" y="1313"/>
                  </a:cubicBezTo>
                  <a:lnTo>
                    <a:pt x="1265" y="1313"/>
                  </a:lnTo>
                  <a:cubicBezTo>
                    <a:pt x="1109" y="1313"/>
                    <a:pt x="985" y="1181"/>
                    <a:pt x="985" y="1026"/>
                  </a:cubicBezTo>
                  <a:cubicBezTo>
                    <a:pt x="985" y="870"/>
                    <a:pt x="1109" y="746"/>
                    <a:pt x="1265" y="746"/>
                  </a:cubicBezTo>
                  <a:close/>
                  <a:moveTo>
                    <a:pt x="288" y="0"/>
                  </a:moveTo>
                  <a:cubicBezTo>
                    <a:pt x="133" y="0"/>
                    <a:pt x="1" y="132"/>
                    <a:pt x="1" y="288"/>
                  </a:cubicBezTo>
                  <a:lnTo>
                    <a:pt x="1" y="2067"/>
                  </a:lnTo>
                  <a:lnTo>
                    <a:pt x="4775" y="2067"/>
                  </a:lnTo>
                  <a:lnTo>
                    <a:pt x="4775" y="288"/>
                  </a:lnTo>
                  <a:cubicBezTo>
                    <a:pt x="4775" y="132"/>
                    <a:pt x="4653" y="0"/>
                    <a:pt x="448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0" name="Google Shape;1220;p14"/>
            <p:cNvSpPr/>
            <p:nvPr/>
          </p:nvSpPr>
          <p:spPr>
            <a:xfrm>
              <a:off x="1643535" y="2116257"/>
              <a:ext cx="172020" cy="170507"/>
            </a:xfrm>
            <a:custGeom>
              <a:avLst/>
              <a:gdLst/>
              <a:ahLst/>
              <a:cxnLst/>
              <a:rect l="l" t="t" r="r" b="b"/>
              <a:pathLst>
                <a:path w="4776" h="4734" extrusionOk="0">
                  <a:moveTo>
                    <a:pt x="1272" y="985"/>
                  </a:moveTo>
                  <a:cubicBezTo>
                    <a:pt x="1317" y="985"/>
                    <a:pt x="1362" y="995"/>
                    <a:pt x="1405" y="1016"/>
                  </a:cubicBezTo>
                  <a:cubicBezTo>
                    <a:pt x="1503" y="1073"/>
                    <a:pt x="1560" y="1197"/>
                    <a:pt x="1542" y="1312"/>
                  </a:cubicBezTo>
                  <a:cubicBezTo>
                    <a:pt x="1519" y="1444"/>
                    <a:pt x="1405" y="1550"/>
                    <a:pt x="1265" y="1550"/>
                  </a:cubicBezTo>
                  <a:cubicBezTo>
                    <a:pt x="1149" y="1550"/>
                    <a:pt x="1034" y="1467"/>
                    <a:pt x="1001" y="1353"/>
                  </a:cubicBezTo>
                  <a:cubicBezTo>
                    <a:pt x="962" y="1239"/>
                    <a:pt x="1001" y="1107"/>
                    <a:pt x="1099" y="1042"/>
                  </a:cubicBezTo>
                  <a:cubicBezTo>
                    <a:pt x="1151" y="1004"/>
                    <a:pt x="1211" y="985"/>
                    <a:pt x="1272" y="985"/>
                  </a:cubicBezTo>
                  <a:close/>
                  <a:moveTo>
                    <a:pt x="2395" y="987"/>
                  </a:moveTo>
                  <a:cubicBezTo>
                    <a:pt x="2444" y="987"/>
                    <a:pt x="2494" y="999"/>
                    <a:pt x="2537" y="1024"/>
                  </a:cubicBezTo>
                  <a:cubicBezTo>
                    <a:pt x="2635" y="1083"/>
                    <a:pt x="2692" y="1205"/>
                    <a:pt x="2667" y="1319"/>
                  </a:cubicBezTo>
                  <a:cubicBezTo>
                    <a:pt x="2643" y="1451"/>
                    <a:pt x="2519" y="1550"/>
                    <a:pt x="2389" y="1550"/>
                  </a:cubicBezTo>
                  <a:cubicBezTo>
                    <a:pt x="2273" y="1550"/>
                    <a:pt x="2166" y="1467"/>
                    <a:pt x="2125" y="1361"/>
                  </a:cubicBezTo>
                  <a:cubicBezTo>
                    <a:pt x="2084" y="1247"/>
                    <a:pt x="2117" y="1123"/>
                    <a:pt x="2216" y="1050"/>
                  </a:cubicBezTo>
                  <a:cubicBezTo>
                    <a:pt x="2267" y="1008"/>
                    <a:pt x="2331" y="987"/>
                    <a:pt x="2395" y="987"/>
                  </a:cubicBezTo>
                  <a:close/>
                  <a:moveTo>
                    <a:pt x="3511" y="985"/>
                  </a:moveTo>
                  <a:cubicBezTo>
                    <a:pt x="3556" y="985"/>
                    <a:pt x="3601" y="995"/>
                    <a:pt x="3643" y="1016"/>
                  </a:cubicBezTo>
                  <a:cubicBezTo>
                    <a:pt x="3749" y="1066"/>
                    <a:pt x="3806" y="1190"/>
                    <a:pt x="3791" y="1312"/>
                  </a:cubicBezTo>
                  <a:cubicBezTo>
                    <a:pt x="3767" y="1444"/>
                    <a:pt x="3651" y="1550"/>
                    <a:pt x="3511" y="1550"/>
                  </a:cubicBezTo>
                  <a:cubicBezTo>
                    <a:pt x="3397" y="1550"/>
                    <a:pt x="3283" y="1467"/>
                    <a:pt x="3249" y="1353"/>
                  </a:cubicBezTo>
                  <a:cubicBezTo>
                    <a:pt x="3208" y="1239"/>
                    <a:pt x="3249" y="1115"/>
                    <a:pt x="3340" y="1042"/>
                  </a:cubicBezTo>
                  <a:cubicBezTo>
                    <a:pt x="3392" y="1004"/>
                    <a:pt x="3451" y="985"/>
                    <a:pt x="3511" y="985"/>
                  </a:cubicBezTo>
                  <a:close/>
                  <a:moveTo>
                    <a:pt x="1271" y="2111"/>
                  </a:moveTo>
                  <a:cubicBezTo>
                    <a:pt x="1320" y="2111"/>
                    <a:pt x="1369" y="2123"/>
                    <a:pt x="1412" y="2148"/>
                  </a:cubicBezTo>
                  <a:cubicBezTo>
                    <a:pt x="1511" y="2205"/>
                    <a:pt x="1568" y="2329"/>
                    <a:pt x="1542" y="2444"/>
                  </a:cubicBezTo>
                  <a:cubicBezTo>
                    <a:pt x="1519" y="2576"/>
                    <a:pt x="1395" y="2674"/>
                    <a:pt x="1265" y="2674"/>
                  </a:cubicBezTo>
                  <a:cubicBezTo>
                    <a:pt x="1149" y="2674"/>
                    <a:pt x="1042" y="2599"/>
                    <a:pt x="1001" y="2485"/>
                  </a:cubicBezTo>
                  <a:cubicBezTo>
                    <a:pt x="962" y="2379"/>
                    <a:pt x="993" y="2247"/>
                    <a:pt x="1091" y="2174"/>
                  </a:cubicBezTo>
                  <a:cubicBezTo>
                    <a:pt x="1143" y="2132"/>
                    <a:pt x="1207" y="2111"/>
                    <a:pt x="1271" y="2111"/>
                  </a:cubicBezTo>
                  <a:close/>
                  <a:moveTo>
                    <a:pt x="2395" y="2111"/>
                  </a:moveTo>
                  <a:cubicBezTo>
                    <a:pt x="2444" y="2111"/>
                    <a:pt x="2494" y="2123"/>
                    <a:pt x="2537" y="2148"/>
                  </a:cubicBezTo>
                  <a:cubicBezTo>
                    <a:pt x="2635" y="2205"/>
                    <a:pt x="2692" y="2329"/>
                    <a:pt x="2667" y="2444"/>
                  </a:cubicBezTo>
                  <a:cubicBezTo>
                    <a:pt x="2643" y="2576"/>
                    <a:pt x="2519" y="2674"/>
                    <a:pt x="2389" y="2674"/>
                  </a:cubicBezTo>
                  <a:cubicBezTo>
                    <a:pt x="2273" y="2674"/>
                    <a:pt x="2166" y="2599"/>
                    <a:pt x="2125" y="2485"/>
                  </a:cubicBezTo>
                  <a:cubicBezTo>
                    <a:pt x="2084" y="2379"/>
                    <a:pt x="2117" y="2247"/>
                    <a:pt x="2216" y="2174"/>
                  </a:cubicBezTo>
                  <a:cubicBezTo>
                    <a:pt x="2267" y="2132"/>
                    <a:pt x="2331" y="2111"/>
                    <a:pt x="2395" y="2111"/>
                  </a:cubicBezTo>
                  <a:close/>
                  <a:moveTo>
                    <a:pt x="3518" y="2111"/>
                  </a:moveTo>
                  <a:cubicBezTo>
                    <a:pt x="3567" y="2111"/>
                    <a:pt x="3616" y="2123"/>
                    <a:pt x="3659" y="2148"/>
                  </a:cubicBezTo>
                  <a:cubicBezTo>
                    <a:pt x="3757" y="2205"/>
                    <a:pt x="3816" y="2329"/>
                    <a:pt x="3791" y="2444"/>
                  </a:cubicBezTo>
                  <a:cubicBezTo>
                    <a:pt x="3767" y="2576"/>
                    <a:pt x="3643" y="2674"/>
                    <a:pt x="3511" y="2674"/>
                  </a:cubicBezTo>
                  <a:cubicBezTo>
                    <a:pt x="3397" y="2674"/>
                    <a:pt x="3291" y="2599"/>
                    <a:pt x="3249" y="2485"/>
                  </a:cubicBezTo>
                  <a:cubicBezTo>
                    <a:pt x="3208" y="2379"/>
                    <a:pt x="3241" y="2247"/>
                    <a:pt x="3340" y="2174"/>
                  </a:cubicBezTo>
                  <a:cubicBezTo>
                    <a:pt x="3391" y="2132"/>
                    <a:pt x="3454" y="2111"/>
                    <a:pt x="3518" y="2111"/>
                  </a:cubicBezTo>
                  <a:close/>
                  <a:moveTo>
                    <a:pt x="1271" y="3235"/>
                  </a:moveTo>
                  <a:cubicBezTo>
                    <a:pt x="1320" y="3235"/>
                    <a:pt x="1369" y="3248"/>
                    <a:pt x="1412" y="3273"/>
                  </a:cubicBezTo>
                  <a:cubicBezTo>
                    <a:pt x="1511" y="3338"/>
                    <a:pt x="1568" y="3462"/>
                    <a:pt x="1542" y="3576"/>
                  </a:cubicBezTo>
                  <a:cubicBezTo>
                    <a:pt x="1519" y="3700"/>
                    <a:pt x="1395" y="3798"/>
                    <a:pt x="1265" y="3798"/>
                  </a:cubicBezTo>
                  <a:cubicBezTo>
                    <a:pt x="1149" y="3798"/>
                    <a:pt x="1042" y="3723"/>
                    <a:pt x="1001" y="3609"/>
                  </a:cubicBezTo>
                  <a:cubicBezTo>
                    <a:pt x="962" y="3503"/>
                    <a:pt x="993" y="3371"/>
                    <a:pt x="1091" y="3298"/>
                  </a:cubicBezTo>
                  <a:cubicBezTo>
                    <a:pt x="1143" y="3256"/>
                    <a:pt x="1207" y="3235"/>
                    <a:pt x="1271" y="3235"/>
                  </a:cubicBezTo>
                  <a:close/>
                  <a:moveTo>
                    <a:pt x="2395" y="3235"/>
                  </a:moveTo>
                  <a:cubicBezTo>
                    <a:pt x="2444" y="3235"/>
                    <a:pt x="2494" y="3248"/>
                    <a:pt x="2537" y="3273"/>
                  </a:cubicBezTo>
                  <a:cubicBezTo>
                    <a:pt x="2635" y="3338"/>
                    <a:pt x="2692" y="3462"/>
                    <a:pt x="2667" y="3576"/>
                  </a:cubicBezTo>
                  <a:cubicBezTo>
                    <a:pt x="2643" y="3700"/>
                    <a:pt x="2519" y="3798"/>
                    <a:pt x="2389" y="3798"/>
                  </a:cubicBezTo>
                  <a:cubicBezTo>
                    <a:pt x="2273" y="3798"/>
                    <a:pt x="2166" y="3723"/>
                    <a:pt x="2125" y="3609"/>
                  </a:cubicBezTo>
                  <a:cubicBezTo>
                    <a:pt x="2084" y="3503"/>
                    <a:pt x="2117" y="3371"/>
                    <a:pt x="2216" y="3298"/>
                  </a:cubicBezTo>
                  <a:cubicBezTo>
                    <a:pt x="2267" y="3256"/>
                    <a:pt x="2331" y="3235"/>
                    <a:pt x="2395" y="3235"/>
                  </a:cubicBezTo>
                  <a:close/>
                  <a:moveTo>
                    <a:pt x="3518" y="3235"/>
                  </a:moveTo>
                  <a:cubicBezTo>
                    <a:pt x="3567" y="3235"/>
                    <a:pt x="3616" y="3248"/>
                    <a:pt x="3659" y="3273"/>
                  </a:cubicBezTo>
                  <a:cubicBezTo>
                    <a:pt x="3757" y="3338"/>
                    <a:pt x="3816" y="3462"/>
                    <a:pt x="3791" y="3576"/>
                  </a:cubicBezTo>
                  <a:cubicBezTo>
                    <a:pt x="3767" y="3700"/>
                    <a:pt x="3643" y="3798"/>
                    <a:pt x="3511" y="3798"/>
                  </a:cubicBezTo>
                  <a:cubicBezTo>
                    <a:pt x="3397" y="3798"/>
                    <a:pt x="3291" y="3723"/>
                    <a:pt x="3249" y="3609"/>
                  </a:cubicBezTo>
                  <a:cubicBezTo>
                    <a:pt x="3208" y="3503"/>
                    <a:pt x="3241" y="3371"/>
                    <a:pt x="3340" y="3298"/>
                  </a:cubicBezTo>
                  <a:cubicBezTo>
                    <a:pt x="3391" y="3256"/>
                    <a:pt x="3454" y="3235"/>
                    <a:pt x="3518" y="3235"/>
                  </a:cubicBezTo>
                  <a:close/>
                  <a:moveTo>
                    <a:pt x="1" y="0"/>
                  </a:moveTo>
                  <a:lnTo>
                    <a:pt x="1" y="4438"/>
                  </a:lnTo>
                  <a:cubicBezTo>
                    <a:pt x="1" y="4602"/>
                    <a:pt x="133" y="4733"/>
                    <a:pt x="288" y="4733"/>
                  </a:cubicBezTo>
                  <a:lnTo>
                    <a:pt x="4488" y="4733"/>
                  </a:lnTo>
                  <a:cubicBezTo>
                    <a:pt x="4653" y="4733"/>
                    <a:pt x="4775" y="4602"/>
                    <a:pt x="4775" y="4438"/>
                  </a:cubicBezTo>
                  <a:lnTo>
                    <a:pt x="477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21" name="Google Shape;1221;p14"/>
          <p:cNvGrpSpPr/>
          <p:nvPr/>
        </p:nvGrpSpPr>
        <p:grpSpPr>
          <a:xfrm>
            <a:off x="7572322" y="1375549"/>
            <a:ext cx="345732" cy="340401"/>
            <a:chOff x="6377431" y="1362817"/>
            <a:chExt cx="345732" cy="340401"/>
          </a:xfrm>
        </p:grpSpPr>
        <p:sp>
          <p:nvSpPr>
            <p:cNvPr id="1222" name="Google Shape;1222;p14"/>
            <p:cNvSpPr/>
            <p:nvPr/>
          </p:nvSpPr>
          <p:spPr>
            <a:xfrm>
              <a:off x="6377431" y="1388209"/>
              <a:ext cx="345732" cy="315009"/>
            </a:xfrm>
            <a:custGeom>
              <a:avLst/>
              <a:gdLst/>
              <a:ahLst/>
              <a:cxnLst/>
              <a:rect l="l" t="t" r="r" b="b"/>
              <a:pathLst>
                <a:path w="9599" h="8746" extrusionOk="0">
                  <a:moveTo>
                    <a:pt x="7048" y="1455"/>
                  </a:moveTo>
                  <a:cubicBezTo>
                    <a:pt x="7098" y="1455"/>
                    <a:pt x="7150" y="1468"/>
                    <a:pt x="7197" y="1493"/>
                  </a:cubicBezTo>
                  <a:cubicBezTo>
                    <a:pt x="7295" y="1550"/>
                    <a:pt x="7345" y="1674"/>
                    <a:pt x="7327" y="1788"/>
                  </a:cubicBezTo>
                  <a:cubicBezTo>
                    <a:pt x="7295" y="1920"/>
                    <a:pt x="7179" y="2018"/>
                    <a:pt x="7049" y="2018"/>
                  </a:cubicBezTo>
                  <a:cubicBezTo>
                    <a:pt x="6933" y="2018"/>
                    <a:pt x="6827" y="1936"/>
                    <a:pt x="6785" y="1829"/>
                  </a:cubicBezTo>
                  <a:cubicBezTo>
                    <a:pt x="6744" y="1715"/>
                    <a:pt x="6778" y="1591"/>
                    <a:pt x="6868" y="1518"/>
                  </a:cubicBezTo>
                  <a:cubicBezTo>
                    <a:pt x="6919" y="1476"/>
                    <a:pt x="6983" y="1455"/>
                    <a:pt x="7048" y="1455"/>
                  </a:cubicBezTo>
                  <a:close/>
                  <a:moveTo>
                    <a:pt x="8172" y="1455"/>
                  </a:moveTo>
                  <a:cubicBezTo>
                    <a:pt x="8222" y="1455"/>
                    <a:pt x="8273" y="1468"/>
                    <a:pt x="8319" y="1493"/>
                  </a:cubicBezTo>
                  <a:cubicBezTo>
                    <a:pt x="8418" y="1550"/>
                    <a:pt x="8467" y="1674"/>
                    <a:pt x="8451" y="1788"/>
                  </a:cubicBezTo>
                  <a:cubicBezTo>
                    <a:pt x="8418" y="1920"/>
                    <a:pt x="8303" y="2018"/>
                    <a:pt x="8172" y="2018"/>
                  </a:cubicBezTo>
                  <a:cubicBezTo>
                    <a:pt x="8057" y="2018"/>
                    <a:pt x="7951" y="1936"/>
                    <a:pt x="7910" y="1829"/>
                  </a:cubicBezTo>
                  <a:cubicBezTo>
                    <a:pt x="7868" y="1715"/>
                    <a:pt x="7902" y="1591"/>
                    <a:pt x="7992" y="1518"/>
                  </a:cubicBezTo>
                  <a:cubicBezTo>
                    <a:pt x="8043" y="1476"/>
                    <a:pt x="8107" y="1455"/>
                    <a:pt x="8172" y="1455"/>
                  </a:cubicBezTo>
                  <a:close/>
                  <a:moveTo>
                    <a:pt x="1428" y="2580"/>
                  </a:moveTo>
                  <a:cubicBezTo>
                    <a:pt x="1479" y="2580"/>
                    <a:pt x="1530" y="2592"/>
                    <a:pt x="1576" y="2617"/>
                  </a:cubicBezTo>
                  <a:cubicBezTo>
                    <a:pt x="1674" y="2674"/>
                    <a:pt x="1724" y="2798"/>
                    <a:pt x="1708" y="2912"/>
                  </a:cubicBezTo>
                  <a:cubicBezTo>
                    <a:pt x="1674" y="3044"/>
                    <a:pt x="1560" y="3143"/>
                    <a:pt x="1428" y="3143"/>
                  </a:cubicBezTo>
                  <a:cubicBezTo>
                    <a:pt x="1314" y="3143"/>
                    <a:pt x="1208" y="3060"/>
                    <a:pt x="1166" y="2954"/>
                  </a:cubicBezTo>
                  <a:cubicBezTo>
                    <a:pt x="1125" y="2839"/>
                    <a:pt x="1159" y="2715"/>
                    <a:pt x="1249" y="2643"/>
                  </a:cubicBezTo>
                  <a:cubicBezTo>
                    <a:pt x="1300" y="2600"/>
                    <a:pt x="1364" y="2580"/>
                    <a:pt x="1428" y="2580"/>
                  </a:cubicBezTo>
                  <a:close/>
                  <a:moveTo>
                    <a:pt x="2552" y="2580"/>
                  </a:moveTo>
                  <a:cubicBezTo>
                    <a:pt x="2602" y="2580"/>
                    <a:pt x="2654" y="2592"/>
                    <a:pt x="2700" y="2617"/>
                  </a:cubicBezTo>
                  <a:cubicBezTo>
                    <a:pt x="2799" y="2674"/>
                    <a:pt x="2848" y="2798"/>
                    <a:pt x="2832" y="2912"/>
                  </a:cubicBezTo>
                  <a:cubicBezTo>
                    <a:pt x="2799" y="3044"/>
                    <a:pt x="2684" y="3143"/>
                    <a:pt x="2552" y="3143"/>
                  </a:cubicBezTo>
                  <a:cubicBezTo>
                    <a:pt x="2438" y="3143"/>
                    <a:pt x="2332" y="3060"/>
                    <a:pt x="2291" y="2954"/>
                  </a:cubicBezTo>
                  <a:cubicBezTo>
                    <a:pt x="2249" y="2839"/>
                    <a:pt x="2283" y="2715"/>
                    <a:pt x="2373" y="2643"/>
                  </a:cubicBezTo>
                  <a:cubicBezTo>
                    <a:pt x="2423" y="2600"/>
                    <a:pt x="2487" y="2580"/>
                    <a:pt x="2552" y="2580"/>
                  </a:cubicBezTo>
                  <a:close/>
                  <a:moveTo>
                    <a:pt x="3676" y="2580"/>
                  </a:moveTo>
                  <a:cubicBezTo>
                    <a:pt x="3727" y="2580"/>
                    <a:pt x="3778" y="2592"/>
                    <a:pt x="3824" y="2617"/>
                  </a:cubicBezTo>
                  <a:cubicBezTo>
                    <a:pt x="3923" y="2674"/>
                    <a:pt x="3972" y="2798"/>
                    <a:pt x="3956" y="2912"/>
                  </a:cubicBezTo>
                  <a:cubicBezTo>
                    <a:pt x="3923" y="3044"/>
                    <a:pt x="3809" y="3143"/>
                    <a:pt x="3677" y="3143"/>
                  </a:cubicBezTo>
                  <a:cubicBezTo>
                    <a:pt x="3562" y="3143"/>
                    <a:pt x="3456" y="3060"/>
                    <a:pt x="3415" y="2954"/>
                  </a:cubicBezTo>
                  <a:cubicBezTo>
                    <a:pt x="3373" y="2839"/>
                    <a:pt x="3407" y="2715"/>
                    <a:pt x="3496" y="2643"/>
                  </a:cubicBezTo>
                  <a:cubicBezTo>
                    <a:pt x="3547" y="2600"/>
                    <a:pt x="3611" y="2580"/>
                    <a:pt x="3676" y="2580"/>
                  </a:cubicBezTo>
                  <a:close/>
                  <a:moveTo>
                    <a:pt x="4798" y="2579"/>
                  </a:moveTo>
                  <a:cubicBezTo>
                    <a:pt x="4846" y="2579"/>
                    <a:pt x="4896" y="2591"/>
                    <a:pt x="4941" y="2617"/>
                  </a:cubicBezTo>
                  <a:cubicBezTo>
                    <a:pt x="5039" y="2666"/>
                    <a:pt x="5096" y="2790"/>
                    <a:pt x="5080" y="2904"/>
                  </a:cubicBezTo>
                  <a:cubicBezTo>
                    <a:pt x="5055" y="3036"/>
                    <a:pt x="4941" y="3143"/>
                    <a:pt x="4801" y="3143"/>
                  </a:cubicBezTo>
                  <a:cubicBezTo>
                    <a:pt x="4677" y="3143"/>
                    <a:pt x="4571" y="3060"/>
                    <a:pt x="4529" y="2946"/>
                  </a:cubicBezTo>
                  <a:cubicBezTo>
                    <a:pt x="4498" y="2830"/>
                    <a:pt x="4539" y="2708"/>
                    <a:pt x="4637" y="2633"/>
                  </a:cubicBezTo>
                  <a:cubicBezTo>
                    <a:pt x="4682" y="2597"/>
                    <a:pt x="4739" y="2579"/>
                    <a:pt x="4798" y="2579"/>
                  </a:cubicBezTo>
                  <a:close/>
                  <a:moveTo>
                    <a:pt x="5924" y="2580"/>
                  </a:moveTo>
                  <a:cubicBezTo>
                    <a:pt x="5975" y="2580"/>
                    <a:pt x="6026" y="2592"/>
                    <a:pt x="6073" y="2617"/>
                  </a:cubicBezTo>
                  <a:cubicBezTo>
                    <a:pt x="6171" y="2674"/>
                    <a:pt x="6220" y="2798"/>
                    <a:pt x="6203" y="2912"/>
                  </a:cubicBezTo>
                  <a:cubicBezTo>
                    <a:pt x="6171" y="3044"/>
                    <a:pt x="6055" y="3143"/>
                    <a:pt x="5925" y="3143"/>
                  </a:cubicBezTo>
                  <a:cubicBezTo>
                    <a:pt x="5809" y="3143"/>
                    <a:pt x="5703" y="3060"/>
                    <a:pt x="5661" y="2954"/>
                  </a:cubicBezTo>
                  <a:cubicBezTo>
                    <a:pt x="5622" y="2839"/>
                    <a:pt x="5653" y="2715"/>
                    <a:pt x="5744" y="2643"/>
                  </a:cubicBezTo>
                  <a:cubicBezTo>
                    <a:pt x="5795" y="2600"/>
                    <a:pt x="5859" y="2580"/>
                    <a:pt x="5924" y="2580"/>
                  </a:cubicBezTo>
                  <a:close/>
                  <a:moveTo>
                    <a:pt x="7048" y="2580"/>
                  </a:moveTo>
                  <a:cubicBezTo>
                    <a:pt x="7098" y="2580"/>
                    <a:pt x="7150" y="2592"/>
                    <a:pt x="7197" y="2617"/>
                  </a:cubicBezTo>
                  <a:cubicBezTo>
                    <a:pt x="7295" y="2674"/>
                    <a:pt x="7345" y="2798"/>
                    <a:pt x="7327" y="2912"/>
                  </a:cubicBezTo>
                  <a:cubicBezTo>
                    <a:pt x="7295" y="3044"/>
                    <a:pt x="7179" y="3143"/>
                    <a:pt x="7049" y="3143"/>
                  </a:cubicBezTo>
                  <a:cubicBezTo>
                    <a:pt x="6933" y="3143"/>
                    <a:pt x="6827" y="3060"/>
                    <a:pt x="6785" y="2954"/>
                  </a:cubicBezTo>
                  <a:cubicBezTo>
                    <a:pt x="6744" y="2839"/>
                    <a:pt x="6778" y="2715"/>
                    <a:pt x="6868" y="2643"/>
                  </a:cubicBezTo>
                  <a:cubicBezTo>
                    <a:pt x="6919" y="2600"/>
                    <a:pt x="6983" y="2580"/>
                    <a:pt x="7048" y="2580"/>
                  </a:cubicBezTo>
                  <a:close/>
                  <a:moveTo>
                    <a:pt x="8172" y="2580"/>
                  </a:moveTo>
                  <a:cubicBezTo>
                    <a:pt x="8222" y="2580"/>
                    <a:pt x="8273" y="2592"/>
                    <a:pt x="8319" y="2617"/>
                  </a:cubicBezTo>
                  <a:cubicBezTo>
                    <a:pt x="8418" y="2674"/>
                    <a:pt x="8467" y="2798"/>
                    <a:pt x="8451" y="2912"/>
                  </a:cubicBezTo>
                  <a:cubicBezTo>
                    <a:pt x="8418" y="3044"/>
                    <a:pt x="8303" y="3143"/>
                    <a:pt x="8172" y="3143"/>
                  </a:cubicBezTo>
                  <a:cubicBezTo>
                    <a:pt x="8057" y="3143"/>
                    <a:pt x="7951" y="3060"/>
                    <a:pt x="7910" y="2954"/>
                  </a:cubicBezTo>
                  <a:cubicBezTo>
                    <a:pt x="7868" y="2839"/>
                    <a:pt x="7902" y="2715"/>
                    <a:pt x="7992" y="2643"/>
                  </a:cubicBezTo>
                  <a:cubicBezTo>
                    <a:pt x="8043" y="2600"/>
                    <a:pt x="8107" y="2580"/>
                    <a:pt x="8172" y="2580"/>
                  </a:cubicBezTo>
                  <a:close/>
                  <a:moveTo>
                    <a:pt x="1427" y="3704"/>
                  </a:moveTo>
                  <a:cubicBezTo>
                    <a:pt x="1478" y="3704"/>
                    <a:pt x="1529" y="3716"/>
                    <a:pt x="1576" y="3741"/>
                  </a:cubicBezTo>
                  <a:cubicBezTo>
                    <a:pt x="1674" y="3798"/>
                    <a:pt x="1724" y="3922"/>
                    <a:pt x="1708" y="4037"/>
                  </a:cubicBezTo>
                  <a:cubicBezTo>
                    <a:pt x="1674" y="4168"/>
                    <a:pt x="1560" y="4267"/>
                    <a:pt x="1428" y="4267"/>
                  </a:cubicBezTo>
                  <a:cubicBezTo>
                    <a:pt x="1314" y="4267"/>
                    <a:pt x="1208" y="4184"/>
                    <a:pt x="1166" y="4078"/>
                  </a:cubicBezTo>
                  <a:cubicBezTo>
                    <a:pt x="1125" y="3962"/>
                    <a:pt x="1159" y="3840"/>
                    <a:pt x="1249" y="3765"/>
                  </a:cubicBezTo>
                  <a:cubicBezTo>
                    <a:pt x="1300" y="3724"/>
                    <a:pt x="1363" y="3704"/>
                    <a:pt x="1427" y="3704"/>
                  </a:cubicBezTo>
                  <a:close/>
                  <a:moveTo>
                    <a:pt x="2551" y="3704"/>
                  </a:moveTo>
                  <a:cubicBezTo>
                    <a:pt x="2602" y="3704"/>
                    <a:pt x="2653" y="3716"/>
                    <a:pt x="2700" y="3741"/>
                  </a:cubicBezTo>
                  <a:cubicBezTo>
                    <a:pt x="2799" y="3798"/>
                    <a:pt x="2848" y="3922"/>
                    <a:pt x="2832" y="4037"/>
                  </a:cubicBezTo>
                  <a:cubicBezTo>
                    <a:pt x="2799" y="4168"/>
                    <a:pt x="2684" y="4267"/>
                    <a:pt x="2552" y="4267"/>
                  </a:cubicBezTo>
                  <a:cubicBezTo>
                    <a:pt x="2438" y="4267"/>
                    <a:pt x="2332" y="4184"/>
                    <a:pt x="2291" y="4078"/>
                  </a:cubicBezTo>
                  <a:cubicBezTo>
                    <a:pt x="2249" y="3962"/>
                    <a:pt x="2283" y="3840"/>
                    <a:pt x="2373" y="3765"/>
                  </a:cubicBezTo>
                  <a:cubicBezTo>
                    <a:pt x="2423" y="3724"/>
                    <a:pt x="2486" y="3704"/>
                    <a:pt x="2551" y="3704"/>
                  </a:cubicBezTo>
                  <a:close/>
                  <a:moveTo>
                    <a:pt x="3675" y="3704"/>
                  </a:moveTo>
                  <a:cubicBezTo>
                    <a:pt x="3726" y="3704"/>
                    <a:pt x="3778" y="3716"/>
                    <a:pt x="3824" y="3741"/>
                  </a:cubicBezTo>
                  <a:cubicBezTo>
                    <a:pt x="3923" y="3798"/>
                    <a:pt x="3972" y="3922"/>
                    <a:pt x="3956" y="4037"/>
                  </a:cubicBezTo>
                  <a:cubicBezTo>
                    <a:pt x="3923" y="4168"/>
                    <a:pt x="3809" y="4267"/>
                    <a:pt x="3677" y="4267"/>
                  </a:cubicBezTo>
                  <a:cubicBezTo>
                    <a:pt x="3562" y="4267"/>
                    <a:pt x="3456" y="4184"/>
                    <a:pt x="3415" y="4078"/>
                  </a:cubicBezTo>
                  <a:cubicBezTo>
                    <a:pt x="3373" y="3962"/>
                    <a:pt x="3407" y="3840"/>
                    <a:pt x="3496" y="3765"/>
                  </a:cubicBezTo>
                  <a:cubicBezTo>
                    <a:pt x="3546" y="3724"/>
                    <a:pt x="3610" y="3704"/>
                    <a:pt x="3675" y="3704"/>
                  </a:cubicBezTo>
                  <a:close/>
                  <a:moveTo>
                    <a:pt x="4799" y="3704"/>
                  </a:moveTo>
                  <a:cubicBezTo>
                    <a:pt x="4850" y="3704"/>
                    <a:pt x="4902" y="3716"/>
                    <a:pt x="4949" y="3741"/>
                  </a:cubicBezTo>
                  <a:cubicBezTo>
                    <a:pt x="5047" y="3798"/>
                    <a:pt x="5096" y="3922"/>
                    <a:pt x="5080" y="4037"/>
                  </a:cubicBezTo>
                  <a:cubicBezTo>
                    <a:pt x="5047" y="4168"/>
                    <a:pt x="4933" y="4267"/>
                    <a:pt x="4801" y="4267"/>
                  </a:cubicBezTo>
                  <a:cubicBezTo>
                    <a:pt x="4687" y="4267"/>
                    <a:pt x="4578" y="4184"/>
                    <a:pt x="4539" y="4078"/>
                  </a:cubicBezTo>
                  <a:cubicBezTo>
                    <a:pt x="4498" y="3962"/>
                    <a:pt x="4529" y="3840"/>
                    <a:pt x="4620" y="3765"/>
                  </a:cubicBezTo>
                  <a:cubicBezTo>
                    <a:pt x="4671" y="3724"/>
                    <a:pt x="4734" y="3704"/>
                    <a:pt x="4799" y="3704"/>
                  </a:cubicBezTo>
                  <a:close/>
                  <a:moveTo>
                    <a:pt x="5923" y="3704"/>
                  </a:moveTo>
                  <a:cubicBezTo>
                    <a:pt x="5974" y="3704"/>
                    <a:pt x="6026" y="3716"/>
                    <a:pt x="6073" y="3741"/>
                  </a:cubicBezTo>
                  <a:cubicBezTo>
                    <a:pt x="6171" y="3798"/>
                    <a:pt x="6220" y="3922"/>
                    <a:pt x="6203" y="4037"/>
                  </a:cubicBezTo>
                  <a:cubicBezTo>
                    <a:pt x="6171" y="4168"/>
                    <a:pt x="6055" y="4267"/>
                    <a:pt x="5925" y="4267"/>
                  </a:cubicBezTo>
                  <a:cubicBezTo>
                    <a:pt x="5809" y="4267"/>
                    <a:pt x="5703" y="4184"/>
                    <a:pt x="5661" y="4078"/>
                  </a:cubicBezTo>
                  <a:cubicBezTo>
                    <a:pt x="5622" y="3962"/>
                    <a:pt x="5653" y="3840"/>
                    <a:pt x="5744" y="3765"/>
                  </a:cubicBezTo>
                  <a:cubicBezTo>
                    <a:pt x="5795" y="3724"/>
                    <a:pt x="5858" y="3704"/>
                    <a:pt x="5923" y="3704"/>
                  </a:cubicBezTo>
                  <a:close/>
                  <a:moveTo>
                    <a:pt x="7047" y="3704"/>
                  </a:moveTo>
                  <a:cubicBezTo>
                    <a:pt x="7098" y="3704"/>
                    <a:pt x="7149" y="3716"/>
                    <a:pt x="7197" y="3741"/>
                  </a:cubicBezTo>
                  <a:cubicBezTo>
                    <a:pt x="7295" y="3798"/>
                    <a:pt x="7345" y="3922"/>
                    <a:pt x="7327" y="4037"/>
                  </a:cubicBezTo>
                  <a:cubicBezTo>
                    <a:pt x="7295" y="4168"/>
                    <a:pt x="7179" y="4267"/>
                    <a:pt x="7049" y="4267"/>
                  </a:cubicBezTo>
                  <a:cubicBezTo>
                    <a:pt x="6933" y="4267"/>
                    <a:pt x="6827" y="4184"/>
                    <a:pt x="6785" y="4078"/>
                  </a:cubicBezTo>
                  <a:cubicBezTo>
                    <a:pt x="6744" y="3962"/>
                    <a:pt x="6778" y="3840"/>
                    <a:pt x="6868" y="3765"/>
                  </a:cubicBezTo>
                  <a:cubicBezTo>
                    <a:pt x="6919" y="3724"/>
                    <a:pt x="6982" y="3704"/>
                    <a:pt x="7047" y="3704"/>
                  </a:cubicBezTo>
                  <a:close/>
                  <a:moveTo>
                    <a:pt x="8171" y="3704"/>
                  </a:moveTo>
                  <a:cubicBezTo>
                    <a:pt x="8221" y="3704"/>
                    <a:pt x="8272" y="3716"/>
                    <a:pt x="8319" y="3741"/>
                  </a:cubicBezTo>
                  <a:cubicBezTo>
                    <a:pt x="8418" y="3798"/>
                    <a:pt x="8467" y="3922"/>
                    <a:pt x="8451" y="4037"/>
                  </a:cubicBezTo>
                  <a:cubicBezTo>
                    <a:pt x="8418" y="4168"/>
                    <a:pt x="8303" y="4267"/>
                    <a:pt x="8172" y="4267"/>
                  </a:cubicBezTo>
                  <a:cubicBezTo>
                    <a:pt x="8057" y="4267"/>
                    <a:pt x="7951" y="4184"/>
                    <a:pt x="7910" y="4078"/>
                  </a:cubicBezTo>
                  <a:cubicBezTo>
                    <a:pt x="7868" y="3962"/>
                    <a:pt x="7902" y="3840"/>
                    <a:pt x="7992" y="3765"/>
                  </a:cubicBezTo>
                  <a:cubicBezTo>
                    <a:pt x="8043" y="3724"/>
                    <a:pt x="8106" y="3704"/>
                    <a:pt x="8171" y="3704"/>
                  </a:cubicBezTo>
                  <a:close/>
                  <a:moveTo>
                    <a:pt x="1427" y="4828"/>
                  </a:moveTo>
                  <a:cubicBezTo>
                    <a:pt x="1478" y="4828"/>
                    <a:pt x="1529" y="4840"/>
                    <a:pt x="1576" y="4865"/>
                  </a:cubicBezTo>
                  <a:cubicBezTo>
                    <a:pt x="1674" y="4923"/>
                    <a:pt x="1724" y="5045"/>
                    <a:pt x="1708" y="5161"/>
                  </a:cubicBezTo>
                  <a:cubicBezTo>
                    <a:pt x="1674" y="5291"/>
                    <a:pt x="1560" y="5389"/>
                    <a:pt x="1428" y="5389"/>
                  </a:cubicBezTo>
                  <a:cubicBezTo>
                    <a:pt x="1314" y="5389"/>
                    <a:pt x="1208" y="5308"/>
                    <a:pt x="1166" y="5202"/>
                  </a:cubicBezTo>
                  <a:cubicBezTo>
                    <a:pt x="1125" y="5086"/>
                    <a:pt x="1159" y="4964"/>
                    <a:pt x="1249" y="4889"/>
                  </a:cubicBezTo>
                  <a:cubicBezTo>
                    <a:pt x="1300" y="4848"/>
                    <a:pt x="1363" y="4828"/>
                    <a:pt x="1427" y="4828"/>
                  </a:cubicBezTo>
                  <a:close/>
                  <a:moveTo>
                    <a:pt x="2551" y="4828"/>
                  </a:moveTo>
                  <a:cubicBezTo>
                    <a:pt x="2602" y="4828"/>
                    <a:pt x="2653" y="4840"/>
                    <a:pt x="2700" y="4865"/>
                  </a:cubicBezTo>
                  <a:cubicBezTo>
                    <a:pt x="2799" y="4923"/>
                    <a:pt x="2848" y="5045"/>
                    <a:pt x="2832" y="5161"/>
                  </a:cubicBezTo>
                  <a:cubicBezTo>
                    <a:pt x="2799" y="5291"/>
                    <a:pt x="2684" y="5389"/>
                    <a:pt x="2552" y="5389"/>
                  </a:cubicBezTo>
                  <a:cubicBezTo>
                    <a:pt x="2438" y="5389"/>
                    <a:pt x="2332" y="5308"/>
                    <a:pt x="2291" y="5202"/>
                  </a:cubicBezTo>
                  <a:cubicBezTo>
                    <a:pt x="2249" y="5086"/>
                    <a:pt x="2283" y="4964"/>
                    <a:pt x="2373" y="4889"/>
                  </a:cubicBezTo>
                  <a:cubicBezTo>
                    <a:pt x="2423" y="4848"/>
                    <a:pt x="2486" y="4828"/>
                    <a:pt x="2551" y="4828"/>
                  </a:cubicBezTo>
                  <a:close/>
                  <a:moveTo>
                    <a:pt x="3675" y="4828"/>
                  </a:moveTo>
                  <a:cubicBezTo>
                    <a:pt x="3726" y="4828"/>
                    <a:pt x="3778" y="4840"/>
                    <a:pt x="3824" y="4865"/>
                  </a:cubicBezTo>
                  <a:cubicBezTo>
                    <a:pt x="3923" y="4923"/>
                    <a:pt x="3972" y="5045"/>
                    <a:pt x="3956" y="5161"/>
                  </a:cubicBezTo>
                  <a:cubicBezTo>
                    <a:pt x="3923" y="5291"/>
                    <a:pt x="3809" y="5389"/>
                    <a:pt x="3677" y="5389"/>
                  </a:cubicBezTo>
                  <a:cubicBezTo>
                    <a:pt x="3562" y="5389"/>
                    <a:pt x="3456" y="5308"/>
                    <a:pt x="3415" y="5202"/>
                  </a:cubicBezTo>
                  <a:cubicBezTo>
                    <a:pt x="3373" y="5086"/>
                    <a:pt x="3407" y="4964"/>
                    <a:pt x="3496" y="4889"/>
                  </a:cubicBezTo>
                  <a:cubicBezTo>
                    <a:pt x="3546" y="4848"/>
                    <a:pt x="3610" y="4828"/>
                    <a:pt x="3675" y="4828"/>
                  </a:cubicBezTo>
                  <a:close/>
                  <a:moveTo>
                    <a:pt x="4799" y="4828"/>
                  </a:moveTo>
                  <a:cubicBezTo>
                    <a:pt x="4850" y="4828"/>
                    <a:pt x="4902" y="4840"/>
                    <a:pt x="4949" y="4865"/>
                  </a:cubicBezTo>
                  <a:cubicBezTo>
                    <a:pt x="5047" y="4923"/>
                    <a:pt x="5096" y="5045"/>
                    <a:pt x="5080" y="5161"/>
                  </a:cubicBezTo>
                  <a:cubicBezTo>
                    <a:pt x="5047" y="5291"/>
                    <a:pt x="4933" y="5389"/>
                    <a:pt x="4801" y="5389"/>
                  </a:cubicBezTo>
                  <a:cubicBezTo>
                    <a:pt x="4687" y="5389"/>
                    <a:pt x="4578" y="5308"/>
                    <a:pt x="4539" y="5202"/>
                  </a:cubicBezTo>
                  <a:cubicBezTo>
                    <a:pt x="4498" y="5086"/>
                    <a:pt x="4529" y="4964"/>
                    <a:pt x="4620" y="4889"/>
                  </a:cubicBezTo>
                  <a:cubicBezTo>
                    <a:pt x="4671" y="4848"/>
                    <a:pt x="4734" y="4828"/>
                    <a:pt x="4799" y="4828"/>
                  </a:cubicBezTo>
                  <a:close/>
                  <a:moveTo>
                    <a:pt x="5923" y="4828"/>
                  </a:moveTo>
                  <a:cubicBezTo>
                    <a:pt x="5974" y="4828"/>
                    <a:pt x="6026" y="4840"/>
                    <a:pt x="6073" y="4865"/>
                  </a:cubicBezTo>
                  <a:cubicBezTo>
                    <a:pt x="6171" y="4923"/>
                    <a:pt x="6220" y="5045"/>
                    <a:pt x="6203" y="5161"/>
                  </a:cubicBezTo>
                  <a:cubicBezTo>
                    <a:pt x="6171" y="5291"/>
                    <a:pt x="6055" y="5389"/>
                    <a:pt x="5925" y="5389"/>
                  </a:cubicBezTo>
                  <a:cubicBezTo>
                    <a:pt x="5809" y="5389"/>
                    <a:pt x="5703" y="5308"/>
                    <a:pt x="5661" y="5202"/>
                  </a:cubicBezTo>
                  <a:cubicBezTo>
                    <a:pt x="5622" y="5086"/>
                    <a:pt x="5653" y="4964"/>
                    <a:pt x="5744" y="4889"/>
                  </a:cubicBezTo>
                  <a:cubicBezTo>
                    <a:pt x="5795" y="4848"/>
                    <a:pt x="5858" y="4828"/>
                    <a:pt x="5923" y="4828"/>
                  </a:cubicBezTo>
                  <a:close/>
                  <a:moveTo>
                    <a:pt x="7047" y="4828"/>
                  </a:moveTo>
                  <a:cubicBezTo>
                    <a:pt x="7098" y="4828"/>
                    <a:pt x="7149" y="4840"/>
                    <a:pt x="7197" y="4865"/>
                  </a:cubicBezTo>
                  <a:cubicBezTo>
                    <a:pt x="7295" y="4923"/>
                    <a:pt x="7345" y="5045"/>
                    <a:pt x="7327" y="5161"/>
                  </a:cubicBezTo>
                  <a:cubicBezTo>
                    <a:pt x="7295" y="5291"/>
                    <a:pt x="7179" y="5389"/>
                    <a:pt x="7049" y="5389"/>
                  </a:cubicBezTo>
                  <a:cubicBezTo>
                    <a:pt x="6933" y="5389"/>
                    <a:pt x="6827" y="5308"/>
                    <a:pt x="6785" y="5202"/>
                  </a:cubicBezTo>
                  <a:cubicBezTo>
                    <a:pt x="6744" y="5086"/>
                    <a:pt x="6778" y="4964"/>
                    <a:pt x="6868" y="4889"/>
                  </a:cubicBezTo>
                  <a:cubicBezTo>
                    <a:pt x="6919" y="4848"/>
                    <a:pt x="6982" y="4828"/>
                    <a:pt x="7047" y="4828"/>
                  </a:cubicBezTo>
                  <a:close/>
                  <a:moveTo>
                    <a:pt x="8171" y="4828"/>
                  </a:moveTo>
                  <a:cubicBezTo>
                    <a:pt x="8221" y="4828"/>
                    <a:pt x="8272" y="4840"/>
                    <a:pt x="8319" y="4865"/>
                  </a:cubicBezTo>
                  <a:cubicBezTo>
                    <a:pt x="8418" y="4923"/>
                    <a:pt x="8467" y="5045"/>
                    <a:pt x="8451" y="5161"/>
                  </a:cubicBezTo>
                  <a:cubicBezTo>
                    <a:pt x="8418" y="5291"/>
                    <a:pt x="8303" y="5389"/>
                    <a:pt x="8172" y="5389"/>
                  </a:cubicBezTo>
                  <a:cubicBezTo>
                    <a:pt x="8057" y="5389"/>
                    <a:pt x="7951" y="5308"/>
                    <a:pt x="7910" y="5202"/>
                  </a:cubicBezTo>
                  <a:cubicBezTo>
                    <a:pt x="7868" y="5086"/>
                    <a:pt x="7902" y="4964"/>
                    <a:pt x="7992" y="4889"/>
                  </a:cubicBezTo>
                  <a:cubicBezTo>
                    <a:pt x="8043" y="4848"/>
                    <a:pt x="8106" y="4828"/>
                    <a:pt x="8171" y="4828"/>
                  </a:cubicBezTo>
                  <a:close/>
                  <a:moveTo>
                    <a:pt x="1428" y="5951"/>
                  </a:moveTo>
                  <a:cubicBezTo>
                    <a:pt x="1479" y="5951"/>
                    <a:pt x="1530" y="5964"/>
                    <a:pt x="1576" y="5990"/>
                  </a:cubicBezTo>
                  <a:cubicBezTo>
                    <a:pt x="1674" y="6047"/>
                    <a:pt x="1724" y="6169"/>
                    <a:pt x="1708" y="6285"/>
                  </a:cubicBezTo>
                  <a:cubicBezTo>
                    <a:pt x="1674" y="6415"/>
                    <a:pt x="1560" y="6513"/>
                    <a:pt x="1428" y="6513"/>
                  </a:cubicBezTo>
                  <a:cubicBezTo>
                    <a:pt x="1314" y="6513"/>
                    <a:pt x="1208" y="6433"/>
                    <a:pt x="1166" y="6324"/>
                  </a:cubicBezTo>
                  <a:cubicBezTo>
                    <a:pt x="1125" y="6210"/>
                    <a:pt x="1159" y="6088"/>
                    <a:pt x="1249" y="6013"/>
                  </a:cubicBezTo>
                  <a:cubicBezTo>
                    <a:pt x="1300" y="5972"/>
                    <a:pt x="1364" y="5951"/>
                    <a:pt x="1428" y="5951"/>
                  </a:cubicBezTo>
                  <a:close/>
                  <a:moveTo>
                    <a:pt x="2552" y="5951"/>
                  </a:moveTo>
                  <a:cubicBezTo>
                    <a:pt x="2602" y="5951"/>
                    <a:pt x="2654" y="5964"/>
                    <a:pt x="2700" y="5990"/>
                  </a:cubicBezTo>
                  <a:cubicBezTo>
                    <a:pt x="2799" y="6047"/>
                    <a:pt x="2848" y="6169"/>
                    <a:pt x="2832" y="6285"/>
                  </a:cubicBezTo>
                  <a:cubicBezTo>
                    <a:pt x="2799" y="6415"/>
                    <a:pt x="2684" y="6513"/>
                    <a:pt x="2552" y="6513"/>
                  </a:cubicBezTo>
                  <a:cubicBezTo>
                    <a:pt x="2438" y="6513"/>
                    <a:pt x="2332" y="6433"/>
                    <a:pt x="2291" y="6324"/>
                  </a:cubicBezTo>
                  <a:cubicBezTo>
                    <a:pt x="2249" y="6210"/>
                    <a:pt x="2283" y="6088"/>
                    <a:pt x="2373" y="6013"/>
                  </a:cubicBezTo>
                  <a:cubicBezTo>
                    <a:pt x="2423" y="5972"/>
                    <a:pt x="2487" y="5951"/>
                    <a:pt x="2552" y="5951"/>
                  </a:cubicBezTo>
                  <a:close/>
                  <a:moveTo>
                    <a:pt x="3674" y="5947"/>
                  </a:moveTo>
                  <a:cubicBezTo>
                    <a:pt x="3728" y="5947"/>
                    <a:pt x="3783" y="5964"/>
                    <a:pt x="3832" y="5997"/>
                  </a:cubicBezTo>
                  <a:cubicBezTo>
                    <a:pt x="3923" y="6055"/>
                    <a:pt x="3972" y="6177"/>
                    <a:pt x="3948" y="6293"/>
                  </a:cubicBezTo>
                  <a:cubicBezTo>
                    <a:pt x="3923" y="6415"/>
                    <a:pt x="3809" y="6513"/>
                    <a:pt x="3677" y="6513"/>
                  </a:cubicBezTo>
                  <a:cubicBezTo>
                    <a:pt x="3555" y="6513"/>
                    <a:pt x="3446" y="6433"/>
                    <a:pt x="3407" y="6309"/>
                  </a:cubicBezTo>
                  <a:cubicBezTo>
                    <a:pt x="3373" y="6194"/>
                    <a:pt x="3423" y="6062"/>
                    <a:pt x="3521" y="5997"/>
                  </a:cubicBezTo>
                  <a:cubicBezTo>
                    <a:pt x="3566" y="5964"/>
                    <a:pt x="3620" y="5947"/>
                    <a:pt x="3674" y="5947"/>
                  </a:cubicBezTo>
                  <a:close/>
                  <a:moveTo>
                    <a:pt x="4798" y="5948"/>
                  </a:moveTo>
                  <a:cubicBezTo>
                    <a:pt x="4853" y="5948"/>
                    <a:pt x="4909" y="5965"/>
                    <a:pt x="4956" y="5997"/>
                  </a:cubicBezTo>
                  <a:cubicBezTo>
                    <a:pt x="5055" y="6062"/>
                    <a:pt x="5104" y="6194"/>
                    <a:pt x="5071" y="6309"/>
                  </a:cubicBezTo>
                  <a:cubicBezTo>
                    <a:pt x="5039" y="6423"/>
                    <a:pt x="4923" y="6513"/>
                    <a:pt x="4801" y="6513"/>
                  </a:cubicBezTo>
                  <a:cubicBezTo>
                    <a:pt x="4677" y="6513"/>
                    <a:pt x="4571" y="6433"/>
                    <a:pt x="4529" y="6316"/>
                  </a:cubicBezTo>
                  <a:cubicBezTo>
                    <a:pt x="4498" y="6202"/>
                    <a:pt x="4539" y="6078"/>
                    <a:pt x="4637" y="6005"/>
                  </a:cubicBezTo>
                  <a:cubicBezTo>
                    <a:pt x="4683" y="5967"/>
                    <a:pt x="4740" y="5948"/>
                    <a:pt x="4798" y="5948"/>
                  </a:cubicBezTo>
                  <a:close/>
                  <a:moveTo>
                    <a:pt x="5924" y="5951"/>
                  </a:moveTo>
                  <a:cubicBezTo>
                    <a:pt x="5975" y="5951"/>
                    <a:pt x="6026" y="5964"/>
                    <a:pt x="6073" y="5990"/>
                  </a:cubicBezTo>
                  <a:cubicBezTo>
                    <a:pt x="6171" y="6047"/>
                    <a:pt x="6220" y="6169"/>
                    <a:pt x="6203" y="6285"/>
                  </a:cubicBezTo>
                  <a:cubicBezTo>
                    <a:pt x="6171" y="6415"/>
                    <a:pt x="6055" y="6513"/>
                    <a:pt x="5925" y="6513"/>
                  </a:cubicBezTo>
                  <a:cubicBezTo>
                    <a:pt x="5809" y="6513"/>
                    <a:pt x="5703" y="6433"/>
                    <a:pt x="5661" y="6324"/>
                  </a:cubicBezTo>
                  <a:cubicBezTo>
                    <a:pt x="5622" y="6210"/>
                    <a:pt x="5653" y="6088"/>
                    <a:pt x="5744" y="6013"/>
                  </a:cubicBezTo>
                  <a:cubicBezTo>
                    <a:pt x="5795" y="5972"/>
                    <a:pt x="5859" y="5951"/>
                    <a:pt x="5924" y="5951"/>
                  </a:cubicBezTo>
                  <a:close/>
                  <a:moveTo>
                    <a:pt x="7054" y="5949"/>
                  </a:moveTo>
                  <a:cubicBezTo>
                    <a:pt x="7100" y="5949"/>
                    <a:pt x="7145" y="5959"/>
                    <a:pt x="7187" y="5980"/>
                  </a:cubicBezTo>
                  <a:cubicBezTo>
                    <a:pt x="7286" y="6039"/>
                    <a:pt x="7345" y="6161"/>
                    <a:pt x="7327" y="6275"/>
                  </a:cubicBezTo>
                  <a:cubicBezTo>
                    <a:pt x="7303" y="6407"/>
                    <a:pt x="7187" y="6513"/>
                    <a:pt x="7049" y="6513"/>
                  </a:cubicBezTo>
                  <a:cubicBezTo>
                    <a:pt x="6925" y="6513"/>
                    <a:pt x="6819" y="6433"/>
                    <a:pt x="6778" y="6316"/>
                  </a:cubicBezTo>
                  <a:cubicBezTo>
                    <a:pt x="6744" y="6202"/>
                    <a:pt x="6785" y="6078"/>
                    <a:pt x="6884" y="6005"/>
                  </a:cubicBezTo>
                  <a:cubicBezTo>
                    <a:pt x="6932" y="5968"/>
                    <a:pt x="6993" y="5949"/>
                    <a:pt x="7054" y="5949"/>
                  </a:cubicBezTo>
                  <a:close/>
                  <a:moveTo>
                    <a:pt x="8172" y="5951"/>
                  </a:moveTo>
                  <a:cubicBezTo>
                    <a:pt x="8222" y="5951"/>
                    <a:pt x="8273" y="5964"/>
                    <a:pt x="8319" y="5990"/>
                  </a:cubicBezTo>
                  <a:cubicBezTo>
                    <a:pt x="8418" y="6047"/>
                    <a:pt x="8467" y="6169"/>
                    <a:pt x="8451" y="6285"/>
                  </a:cubicBezTo>
                  <a:cubicBezTo>
                    <a:pt x="8418" y="6415"/>
                    <a:pt x="8303" y="6513"/>
                    <a:pt x="8172" y="6513"/>
                  </a:cubicBezTo>
                  <a:cubicBezTo>
                    <a:pt x="8057" y="6513"/>
                    <a:pt x="7951" y="6433"/>
                    <a:pt x="7910" y="6324"/>
                  </a:cubicBezTo>
                  <a:cubicBezTo>
                    <a:pt x="7868" y="6210"/>
                    <a:pt x="7902" y="6088"/>
                    <a:pt x="7992" y="6013"/>
                  </a:cubicBezTo>
                  <a:cubicBezTo>
                    <a:pt x="8043" y="5972"/>
                    <a:pt x="8107" y="5951"/>
                    <a:pt x="8172" y="5951"/>
                  </a:cubicBezTo>
                  <a:close/>
                  <a:moveTo>
                    <a:pt x="1435" y="7072"/>
                  </a:moveTo>
                  <a:cubicBezTo>
                    <a:pt x="1483" y="7072"/>
                    <a:pt x="1532" y="7085"/>
                    <a:pt x="1576" y="7112"/>
                  </a:cubicBezTo>
                  <a:cubicBezTo>
                    <a:pt x="1674" y="7179"/>
                    <a:pt x="1733" y="7301"/>
                    <a:pt x="1700" y="7417"/>
                  </a:cubicBezTo>
                  <a:cubicBezTo>
                    <a:pt x="1674" y="7539"/>
                    <a:pt x="1560" y="7638"/>
                    <a:pt x="1428" y="7638"/>
                  </a:cubicBezTo>
                  <a:cubicBezTo>
                    <a:pt x="1314" y="7638"/>
                    <a:pt x="1208" y="7565"/>
                    <a:pt x="1166" y="7449"/>
                  </a:cubicBezTo>
                  <a:cubicBezTo>
                    <a:pt x="1125" y="7342"/>
                    <a:pt x="1159" y="7220"/>
                    <a:pt x="1241" y="7145"/>
                  </a:cubicBezTo>
                  <a:cubicBezTo>
                    <a:pt x="1299" y="7097"/>
                    <a:pt x="1367" y="7072"/>
                    <a:pt x="1435" y="7072"/>
                  </a:cubicBezTo>
                  <a:close/>
                  <a:moveTo>
                    <a:pt x="288" y="0"/>
                  </a:moveTo>
                  <a:cubicBezTo>
                    <a:pt x="133" y="0"/>
                    <a:pt x="1" y="123"/>
                    <a:pt x="1" y="280"/>
                  </a:cubicBezTo>
                  <a:lnTo>
                    <a:pt x="1" y="8466"/>
                  </a:lnTo>
                  <a:cubicBezTo>
                    <a:pt x="1" y="8622"/>
                    <a:pt x="133" y="8746"/>
                    <a:pt x="288" y="8746"/>
                  </a:cubicBezTo>
                  <a:lnTo>
                    <a:pt x="9313" y="8746"/>
                  </a:lnTo>
                  <a:cubicBezTo>
                    <a:pt x="9469" y="8746"/>
                    <a:pt x="9599" y="8622"/>
                    <a:pt x="9599" y="8466"/>
                  </a:cubicBezTo>
                  <a:lnTo>
                    <a:pt x="9599" y="280"/>
                  </a:lnTo>
                  <a:cubicBezTo>
                    <a:pt x="9599" y="123"/>
                    <a:pt x="9469" y="0"/>
                    <a:pt x="9313" y="0"/>
                  </a:cubicBezTo>
                  <a:lnTo>
                    <a:pt x="8451" y="0"/>
                  </a:lnTo>
                  <a:lnTo>
                    <a:pt x="8451" y="410"/>
                  </a:lnTo>
                  <a:cubicBezTo>
                    <a:pt x="8451" y="565"/>
                    <a:pt x="8329" y="690"/>
                    <a:pt x="8172" y="690"/>
                  </a:cubicBezTo>
                  <a:cubicBezTo>
                    <a:pt x="8016" y="690"/>
                    <a:pt x="7894" y="565"/>
                    <a:pt x="7894" y="410"/>
                  </a:cubicBezTo>
                  <a:lnTo>
                    <a:pt x="7894" y="0"/>
                  </a:lnTo>
                  <a:lnTo>
                    <a:pt x="7327" y="0"/>
                  </a:lnTo>
                  <a:lnTo>
                    <a:pt x="7327" y="410"/>
                  </a:lnTo>
                  <a:cubicBezTo>
                    <a:pt x="7327" y="565"/>
                    <a:pt x="7205" y="690"/>
                    <a:pt x="7049" y="690"/>
                  </a:cubicBezTo>
                  <a:cubicBezTo>
                    <a:pt x="6892" y="690"/>
                    <a:pt x="6770" y="565"/>
                    <a:pt x="6770" y="410"/>
                  </a:cubicBezTo>
                  <a:lnTo>
                    <a:pt x="6770" y="0"/>
                  </a:lnTo>
                  <a:lnTo>
                    <a:pt x="6203" y="0"/>
                  </a:lnTo>
                  <a:lnTo>
                    <a:pt x="6203" y="410"/>
                  </a:lnTo>
                  <a:cubicBezTo>
                    <a:pt x="6203" y="565"/>
                    <a:pt x="6081" y="690"/>
                    <a:pt x="5925" y="690"/>
                  </a:cubicBezTo>
                  <a:cubicBezTo>
                    <a:pt x="5770" y="690"/>
                    <a:pt x="5646" y="565"/>
                    <a:pt x="5646" y="410"/>
                  </a:cubicBezTo>
                  <a:lnTo>
                    <a:pt x="5646" y="0"/>
                  </a:lnTo>
                  <a:lnTo>
                    <a:pt x="5080" y="0"/>
                  </a:lnTo>
                  <a:lnTo>
                    <a:pt x="5080" y="410"/>
                  </a:lnTo>
                  <a:cubicBezTo>
                    <a:pt x="5080" y="565"/>
                    <a:pt x="4956" y="690"/>
                    <a:pt x="4801" y="690"/>
                  </a:cubicBezTo>
                  <a:cubicBezTo>
                    <a:pt x="4645" y="690"/>
                    <a:pt x="4521" y="565"/>
                    <a:pt x="4521" y="410"/>
                  </a:cubicBezTo>
                  <a:lnTo>
                    <a:pt x="4521" y="0"/>
                  </a:lnTo>
                  <a:lnTo>
                    <a:pt x="3956" y="0"/>
                  </a:lnTo>
                  <a:lnTo>
                    <a:pt x="3956" y="410"/>
                  </a:lnTo>
                  <a:cubicBezTo>
                    <a:pt x="3956" y="565"/>
                    <a:pt x="3832" y="690"/>
                    <a:pt x="3677" y="690"/>
                  </a:cubicBezTo>
                  <a:cubicBezTo>
                    <a:pt x="3521" y="690"/>
                    <a:pt x="3397" y="565"/>
                    <a:pt x="3397" y="410"/>
                  </a:cubicBezTo>
                  <a:lnTo>
                    <a:pt x="3397" y="0"/>
                  </a:lnTo>
                  <a:lnTo>
                    <a:pt x="2832" y="0"/>
                  </a:lnTo>
                  <a:lnTo>
                    <a:pt x="2832" y="410"/>
                  </a:lnTo>
                  <a:cubicBezTo>
                    <a:pt x="2832" y="565"/>
                    <a:pt x="2708" y="690"/>
                    <a:pt x="2552" y="690"/>
                  </a:cubicBezTo>
                  <a:cubicBezTo>
                    <a:pt x="2397" y="690"/>
                    <a:pt x="2275" y="565"/>
                    <a:pt x="2275" y="410"/>
                  </a:cubicBezTo>
                  <a:lnTo>
                    <a:pt x="2275" y="0"/>
                  </a:lnTo>
                  <a:lnTo>
                    <a:pt x="1708" y="0"/>
                  </a:lnTo>
                  <a:lnTo>
                    <a:pt x="1708" y="410"/>
                  </a:lnTo>
                  <a:cubicBezTo>
                    <a:pt x="1708" y="565"/>
                    <a:pt x="1586" y="690"/>
                    <a:pt x="1428" y="690"/>
                  </a:cubicBezTo>
                  <a:cubicBezTo>
                    <a:pt x="1273" y="690"/>
                    <a:pt x="1151" y="565"/>
                    <a:pt x="1151" y="410"/>
                  </a:cubicBezTo>
                  <a:lnTo>
                    <a:pt x="115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3" name="Google Shape;1223;p14"/>
            <p:cNvSpPr/>
            <p:nvPr/>
          </p:nvSpPr>
          <p:spPr>
            <a:xfrm>
              <a:off x="6661713" y="1362817"/>
              <a:ext cx="20134" cy="25428"/>
            </a:xfrm>
            <a:custGeom>
              <a:avLst/>
              <a:gdLst/>
              <a:ahLst/>
              <a:cxnLst/>
              <a:rect l="l" t="t" r="r" b="b"/>
              <a:pathLst>
                <a:path w="559" h="706" extrusionOk="0">
                  <a:moveTo>
                    <a:pt x="279" y="1"/>
                  </a:moveTo>
                  <a:cubicBezTo>
                    <a:pt x="123" y="1"/>
                    <a:pt x="1" y="123"/>
                    <a:pt x="1" y="278"/>
                  </a:cubicBezTo>
                  <a:lnTo>
                    <a:pt x="1" y="705"/>
                  </a:lnTo>
                  <a:lnTo>
                    <a:pt x="558" y="705"/>
                  </a:lnTo>
                  <a:lnTo>
                    <a:pt x="558" y="278"/>
                  </a:lnTo>
                  <a:cubicBezTo>
                    <a:pt x="558" y="123"/>
                    <a:pt x="436" y="1"/>
                    <a:pt x="27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4" name="Google Shape;1224;p14"/>
            <p:cNvSpPr/>
            <p:nvPr/>
          </p:nvSpPr>
          <p:spPr>
            <a:xfrm>
              <a:off x="6621230" y="1362817"/>
              <a:ext cx="20098" cy="25428"/>
            </a:xfrm>
            <a:custGeom>
              <a:avLst/>
              <a:gdLst/>
              <a:ahLst/>
              <a:cxnLst/>
              <a:rect l="l" t="t" r="r" b="b"/>
              <a:pathLst>
                <a:path w="558" h="706" extrusionOk="0">
                  <a:moveTo>
                    <a:pt x="280" y="1"/>
                  </a:moveTo>
                  <a:cubicBezTo>
                    <a:pt x="123" y="1"/>
                    <a:pt x="1" y="123"/>
                    <a:pt x="1" y="278"/>
                  </a:cubicBezTo>
                  <a:lnTo>
                    <a:pt x="1" y="705"/>
                  </a:lnTo>
                  <a:lnTo>
                    <a:pt x="558" y="705"/>
                  </a:lnTo>
                  <a:lnTo>
                    <a:pt x="558" y="278"/>
                  </a:lnTo>
                  <a:cubicBezTo>
                    <a:pt x="558" y="123"/>
                    <a:pt x="436" y="1"/>
                    <a:pt x="28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5" name="Google Shape;1225;p14"/>
            <p:cNvSpPr/>
            <p:nvPr/>
          </p:nvSpPr>
          <p:spPr>
            <a:xfrm>
              <a:off x="6580747" y="1362817"/>
              <a:ext cx="20098" cy="25428"/>
            </a:xfrm>
            <a:custGeom>
              <a:avLst/>
              <a:gdLst/>
              <a:ahLst/>
              <a:cxnLst/>
              <a:rect l="l" t="t" r="r" b="b"/>
              <a:pathLst>
                <a:path w="558" h="706" extrusionOk="0">
                  <a:moveTo>
                    <a:pt x="280" y="1"/>
                  </a:moveTo>
                  <a:cubicBezTo>
                    <a:pt x="125" y="1"/>
                    <a:pt x="1" y="123"/>
                    <a:pt x="1" y="278"/>
                  </a:cubicBezTo>
                  <a:lnTo>
                    <a:pt x="1" y="705"/>
                  </a:lnTo>
                  <a:lnTo>
                    <a:pt x="558" y="705"/>
                  </a:lnTo>
                  <a:lnTo>
                    <a:pt x="558" y="278"/>
                  </a:lnTo>
                  <a:cubicBezTo>
                    <a:pt x="558" y="123"/>
                    <a:pt x="436" y="1"/>
                    <a:pt x="28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6" name="Google Shape;1226;p14"/>
            <p:cNvSpPr/>
            <p:nvPr/>
          </p:nvSpPr>
          <p:spPr>
            <a:xfrm>
              <a:off x="6499781" y="1362817"/>
              <a:ext cx="20170" cy="25428"/>
            </a:xfrm>
            <a:custGeom>
              <a:avLst/>
              <a:gdLst/>
              <a:ahLst/>
              <a:cxnLst/>
              <a:rect l="l" t="t" r="r" b="b"/>
              <a:pathLst>
                <a:path w="560" h="706" extrusionOk="0">
                  <a:moveTo>
                    <a:pt x="280" y="1"/>
                  </a:moveTo>
                  <a:cubicBezTo>
                    <a:pt x="124" y="1"/>
                    <a:pt x="0" y="123"/>
                    <a:pt x="0" y="278"/>
                  </a:cubicBezTo>
                  <a:lnTo>
                    <a:pt x="0" y="705"/>
                  </a:lnTo>
                  <a:lnTo>
                    <a:pt x="559" y="705"/>
                  </a:lnTo>
                  <a:lnTo>
                    <a:pt x="559" y="278"/>
                  </a:lnTo>
                  <a:cubicBezTo>
                    <a:pt x="559" y="123"/>
                    <a:pt x="435" y="1"/>
                    <a:pt x="28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7" name="Google Shape;1227;p14"/>
            <p:cNvSpPr/>
            <p:nvPr/>
          </p:nvSpPr>
          <p:spPr>
            <a:xfrm>
              <a:off x="6459334" y="1362817"/>
              <a:ext cx="20134" cy="25428"/>
            </a:xfrm>
            <a:custGeom>
              <a:avLst/>
              <a:gdLst/>
              <a:ahLst/>
              <a:cxnLst/>
              <a:rect l="l" t="t" r="r" b="b"/>
              <a:pathLst>
                <a:path w="559" h="706" extrusionOk="0">
                  <a:moveTo>
                    <a:pt x="278" y="1"/>
                  </a:moveTo>
                  <a:cubicBezTo>
                    <a:pt x="123" y="1"/>
                    <a:pt x="1" y="123"/>
                    <a:pt x="1" y="278"/>
                  </a:cubicBezTo>
                  <a:lnTo>
                    <a:pt x="1" y="705"/>
                  </a:lnTo>
                  <a:lnTo>
                    <a:pt x="558" y="705"/>
                  </a:lnTo>
                  <a:lnTo>
                    <a:pt x="558" y="278"/>
                  </a:lnTo>
                  <a:cubicBezTo>
                    <a:pt x="558" y="123"/>
                    <a:pt x="434" y="1"/>
                    <a:pt x="27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8" name="Google Shape;1228;p14"/>
            <p:cNvSpPr/>
            <p:nvPr/>
          </p:nvSpPr>
          <p:spPr>
            <a:xfrm>
              <a:off x="6418851" y="1362817"/>
              <a:ext cx="20098" cy="25428"/>
            </a:xfrm>
            <a:custGeom>
              <a:avLst/>
              <a:gdLst/>
              <a:ahLst/>
              <a:cxnLst/>
              <a:rect l="l" t="t" r="r" b="b"/>
              <a:pathLst>
                <a:path w="558" h="706" extrusionOk="0">
                  <a:moveTo>
                    <a:pt x="278" y="1"/>
                  </a:moveTo>
                  <a:cubicBezTo>
                    <a:pt x="123" y="1"/>
                    <a:pt x="1" y="123"/>
                    <a:pt x="1" y="278"/>
                  </a:cubicBezTo>
                  <a:lnTo>
                    <a:pt x="1" y="705"/>
                  </a:lnTo>
                  <a:lnTo>
                    <a:pt x="558" y="705"/>
                  </a:lnTo>
                  <a:lnTo>
                    <a:pt x="558" y="278"/>
                  </a:lnTo>
                  <a:cubicBezTo>
                    <a:pt x="558" y="123"/>
                    <a:pt x="436" y="1"/>
                    <a:pt x="27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9" name="Google Shape;1229;p14"/>
            <p:cNvSpPr/>
            <p:nvPr/>
          </p:nvSpPr>
          <p:spPr>
            <a:xfrm>
              <a:off x="6540264" y="1362817"/>
              <a:ext cx="20170" cy="25428"/>
            </a:xfrm>
            <a:custGeom>
              <a:avLst/>
              <a:gdLst/>
              <a:ahLst/>
              <a:cxnLst/>
              <a:rect l="l" t="t" r="r" b="b"/>
              <a:pathLst>
                <a:path w="560" h="706" extrusionOk="0">
                  <a:moveTo>
                    <a:pt x="280" y="1"/>
                  </a:moveTo>
                  <a:cubicBezTo>
                    <a:pt x="124" y="1"/>
                    <a:pt x="0" y="123"/>
                    <a:pt x="0" y="278"/>
                  </a:cubicBezTo>
                  <a:lnTo>
                    <a:pt x="0" y="705"/>
                  </a:lnTo>
                  <a:lnTo>
                    <a:pt x="559" y="705"/>
                  </a:lnTo>
                  <a:lnTo>
                    <a:pt x="559" y="278"/>
                  </a:lnTo>
                  <a:cubicBezTo>
                    <a:pt x="559" y="123"/>
                    <a:pt x="435" y="1"/>
                    <a:pt x="28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30" name="Google Shape;1230;p14"/>
          <p:cNvGrpSpPr/>
          <p:nvPr/>
        </p:nvGrpSpPr>
        <p:grpSpPr>
          <a:xfrm>
            <a:off x="7572471" y="3594543"/>
            <a:ext cx="345444" cy="345188"/>
            <a:chOff x="5575008" y="1362169"/>
            <a:chExt cx="345444" cy="345188"/>
          </a:xfrm>
        </p:grpSpPr>
        <p:sp>
          <p:nvSpPr>
            <p:cNvPr id="1231" name="Google Shape;1231;p14"/>
            <p:cNvSpPr/>
            <p:nvPr/>
          </p:nvSpPr>
          <p:spPr>
            <a:xfrm>
              <a:off x="5575008" y="1604203"/>
              <a:ext cx="345444" cy="43725"/>
            </a:xfrm>
            <a:custGeom>
              <a:avLst/>
              <a:gdLst/>
              <a:ahLst/>
              <a:cxnLst/>
              <a:rect l="l" t="t" r="r" b="b"/>
              <a:pathLst>
                <a:path w="9591" h="1214" extrusionOk="0">
                  <a:moveTo>
                    <a:pt x="1" y="0"/>
                  </a:moveTo>
                  <a:lnTo>
                    <a:pt x="1" y="936"/>
                  </a:lnTo>
                  <a:cubicBezTo>
                    <a:pt x="1" y="1091"/>
                    <a:pt x="131" y="1213"/>
                    <a:pt x="278" y="1213"/>
                  </a:cubicBezTo>
                  <a:lnTo>
                    <a:pt x="9311" y="1213"/>
                  </a:lnTo>
                  <a:cubicBezTo>
                    <a:pt x="9467" y="1213"/>
                    <a:pt x="9591" y="1091"/>
                    <a:pt x="9591" y="936"/>
                  </a:cubicBezTo>
                  <a:lnTo>
                    <a:pt x="959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2" name="Google Shape;1232;p14"/>
            <p:cNvSpPr/>
            <p:nvPr/>
          </p:nvSpPr>
          <p:spPr>
            <a:xfrm>
              <a:off x="5633247" y="1668314"/>
              <a:ext cx="228999" cy="39043"/>
            </a:xfrm>
            <a:custGeom>
              <a:avLst/>
              <a:gdLst/>
              <a:ahLst/>
              <a:cxnLst/>
              <a:rect l="l" t="t" r="r" b="b"/>
              <a:pathLst>
                <a:path w="6358" h="1084" extrusionOk="0">
                  <a:moveTo>
                    <a:pt x="2197" y="0"/>
                  </a:moveTo>
                  <a:lnTo>
                    <a:pt x="2197" y="526"/>
                  </a:lnTo>
                  <a:lnTo>
                    <a:pt x="278" y="526"/>
                  </a:lnTo>
                  <a:cubicBezTo>
                    <a:pt x="122" y="526"/>
                    <a:pt x="0" y="648"/>
                    <a:pt x="0" y="804"/>
                  </a:cubicBezTo>
                  <a:cubicBezTo>
                    <a:pt x="0" y="959"/>
                    <a:pt x="122" y="1083"/>
                    <a:pt x="278" y="1083"/>
                  </a:cubicBezTo>
                  <a:lnTo>
                    <a:pt x="6078" y="1083"/>
                  </a:lnTo>
                  <a:cubicBezTo>
                    <a:pt x="6233" y="1083"/>
                    <a:pt x="6357" y="959"/>
                    <a:pt x="6357" y="804"/>
                  </a:cubicBezTo>
                  <a:cubicBezTo>
                    <a:pt x="6357" y="648"/>
                    <a:pt x="6233" y="526"/>
                    <a:pt x="6078" y="526"/>
                  </a:cubicBezTo>
                  <a:lnTo>
                    <a:pt x="4158" y="526"/>
                  </a:lnTo>
                  <a:lnTo>
                    <a:pt x="415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3" name="Google Shape;1233;p14"/>
            <p:cNvSpPr/>
            <p:nvPr/>
          </p:nvSpPr>
          <p:spPr>
            <a:xfrm>
              <a:off x="5681366" y="1471229"/>
              <a:ext cx="132724" cy="65660"/>
            </a:xfrm>
            <a:custGeom>
              <a:avLst/>
              <a:gdLst/>
              <a:ahLst/>
              <a:cxnLst/>
              <a:rect l="l" t="t" r="r" b="b"/>
              <a:pathLst>
                <a:path w="3685" h="1823" extrusionOk="0">
                  <a:moveTo>
                    <a:pt x="1" y="1"/>
                  </a:moveTo>
                  <a:lnTo>
                    <a:pt x="1" y="1436"/>
                  </a:lnTo>
                  <a:cubicBezTo>
                    <a:pt x="584" y="1690"/>
                    <a:pt x="1214" y="1822"/>
                    <a:pt x="1846" y="1822"/>
                  </a:cubicBezTo>
                  <a:cubicBezTo>
                    <a:pt x="2478" y="1822"/>
                    <a:pt x="3110" y="1690"/>
                    <a:pt x="3685" y="1436"/>
                  </a:cubicBezTo>
                  <a:lnTo>
                    <a:pt x="3685" y="1"/>
                  </a:lnTo>
                  <a:lnTo>
                    <a:pt x="1944" y="657"/>
                  </a:lnTo>
                  <a:cubicBezTo>
                    <a:pt x="1913" y="672"/>
                    <a:pt x="1879" y="672"/>
                    <a:pt x="1846" y="672"/>
                  </a:cubicBezTo>
                  <a:cubicBezTo>
                    <a:pt x="1814" y="672"/>
                    <a:pt x="1773" y="672"/>
                    <a:pt x="1747" y="657"/>
                  </a:cubicBezTo>
                  <a:lnTo>
                    <a:pt x="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4" name="Google Shape;1234;p14"/>
            <p:cNvSpPr/>
            <p:nvPr/>
          </p:nvSpPr>
          <p:spPr>
            <a:xfrm>
              <a:off x="5575008" y="1362169"/>
              <a:ext cx="345444" cy="221652"/>
            </a:xfrm>
            <a:custGeom>
              <a:avLst/>
              <a:gdLst/>
              <a:ahLst/>
              <a:cxnLst/>
              <a:rect l="l" t="t" r="r" b="b"/>
              <a:pathLst>
                <a:path w="9591" h="6154" extrusionOk="0">
                  <a:moveTo>
                    <a:pt x="4796" y="729"/>
                  </a:moveTo>
                  <a:cubicBezTo>
                    <a:pt x="4830" y="729"/>
                    <a:pt x="4865" y="735"/>
                    <a:pt x="4897" y="747"/>
                  </a:cubicBezTo>
                  <a:lnTo>
                    <a:pt x="8096" y="1954"/>
                  </a:lnTo>
                  <a:cubicBezTo>
                    <a:pt x="8203" y="1995"/>
                    <a:pt x="8278" y="2102"/>
                    <a:pt x="8278" y="2216"/>
                  </a:cubicBezTo>
                  <a:lnTo>
                    <a:pt x="8278" y="3283"/>
                  </a:lnTo>
                  <a:cubicBezTo>
                    <a:pt x="8278" y="3438"/>
                    <a:pt x="8146" y="3570"/>
                    <a:pt x="7990" y="3570"/>
                  </a:cubicBezTo>
                  <a:cubicBezTo>
                    <a:pt x="7835" y="3570"/>
                    <a:pt x="7711" y="3438"/>
                    <a:pt x="7711" y="3283"/>
                  </a:cubicBezTo>
                  <a:lnTo>
                    <a:pt x="7711" y="2617"/>
                  </a:lnTo>
                  <a:lnTo>
                    <a:pt x="7203" y="2814"/>
                  </a:lnTo>
                  <a:lnTo>
                    <a:pt x="7203" y="4645"/>
                  </a:lnTo>
                  <a:cubicBezTo>
                    <a:pt x="7203" y="4752"/>
                    <a:pt x="7138" y="4850"/>
                    <a:pt x="7039" y="4899"/>
                  </a:cubicBezTo>
                  <a:cubicBezTo>
                    <a:pt x="6350" y="5236"/>
                    <a:pt x="5570" y="5407"/>
                    <a:pt x="4799" y="5407"/>
                  </a:cubicBezTo>
                  <a:cubicBezTo>
                    <a:pt x="4019" y="5407"/>
                    <a:pt x="3249" y="5236"/>
                    <a:pt x="2552" y="4899"/>
                  </a:cubicBezTo>
                  <a:cubicBezTo>
                    <a:pt x="2454" y="4850"/>
                    <a:pt x="2395" y="4752"/>
                    <a:pt x="2395" y="4645"/>
                  </a:cubicBezTo>
                  <a:lnTo>
                    <a:pt x="2395" y="2814"/>
                  </a:lnTo>
                  <a:lnTo>
                    <a:pt x="1501" y="2480"/>
                  </a:lnTo>
                  <a:cubicBezTo>
                    <a:pt x="1395" y="2438"/>
                    <a:pt x="1322" y="2332"/>
                    <a:pt x="1322" y="2216"/>
                  </a:cubicBezTo>
                  <a:cubicBezTo>
                    <a:pt x="1322" y="2102"/>
                    <a:pt x="1395" y="1995"/>
                    <a:pt x="1501" y="1954"/>
                  </a:cubicBezTo>
                  <a:lnTo>
                    <a:pt x="4700" y="747"/>
                  </a:lnTo>
                  <a:cubicBezTo>
                    <a:pt x="4729" y="735"/>
                    <a:pt x="4762" y="729"/>
                    <a:pt x="4796" y="729"/>
                  </a:cubicBezTo>
                  <a:close/>
                  <a:moveTo>
                    <a:pt x="278" y="1"/>
                  </a:moveTo>
                  <a:cubicBezTo>
                    <a:pt x="131" y="1"/>
                    <a:pt x="1" y="125"/>
                    <a:pt x="1" y="280"/>
                  </a:cubicBezTo>
                  <a:lnTo>
                    <a:pt x="1" y="6153"/>
                  </a:lnTo>
                  <a:lnTo>
                    <a:pt x="9591" y="6153"/>
                  </a:lnTo>
                  <a:lnTo>
                    <a:pt x="9591" y="280"/>
                  </a:lnTo>
                  <a:cubicBezTo>
                    <a:pt x="9591" y="125"/>
                    <a:pt x="9467" y="1"/>
                    <a:pt x="931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5" name="Google Shape;1235;p14"/>
            <p:cNvSpPr/>
            <p:nvPr/>
          </p:nvSpPr>
          <p:spPr>
            <a:xfrm>
              <a:off x="5661233" y="1409207"/>
              <a:ext cx="173208" cy="65624"/>
            </a:xfrm>
            <a:custGeom>
              <a:avLst/>
              <a:gdLst/>
              <a:ahLst/>
              <a:cxnLst/>
              <a:rect l="l" t="t" r="r" b="b"/>
              <a:pathLst>
                <a:path w="4809" h="1822" extrusionOk="0">
                  <a:moveTo>
                    <a:pt x="2405" y="0"/>
                  </a:moveTo>
                  <a:lnTo>
                    <a:pt x="1" y="910"/>
                  </a:lnTo>
                  <a:lnTo>
                    <a:pt x="2405" y="1821"/>
                  </a:lnTo>
                  <a:lnTo>
                    <a:pt x="4809" y="910"/>
                  </a:lnTo>
                  <a:lnTo>
                    <a:pt x="240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36" name="Google Shape;1236;p14"/>
          <p:cNvSpPr txBox="1"/>
          <p:nvPr/>
        </p:nvSpPr>
        <p:spPr>
          <a:xfrm>
            <a:off x="6200078" y="419777"/>
            <a:ext cx="2300210" cy="677100"/>
          </a:xfrm>
          <a:prstGeom prst="rect">
            <a:avLst/>
          </a:prstGeom>
          <a:noFill/>
          <a:ln>
            <a:noFill/>
          </a:ln>
        </p:spPr>
        <p:txBody>
          <a:bodyPr spcFirstLastPara="1" wrap="square" lIns="91425" tIns="91425" rIns="91425" bIns="91425" anchor="t" anchorCtr="0">
            <a:noAutofit/>
          </a:bodyPr>
          <a:lstStyle/>
          <a:p>
            <a:pPr marL="342900" marR="0" lvl="0" indent="-342900" algn="l" rtl="0">
              <a:lnSpc>
                <a:spcPct val="107000"/>
              </a:lnSpc>
              <a:spcBef>
                <a:spcPts val="0"/>
              </a:spcBef>
              <a:spcAft>
                <a:spcPts val="800"/>
              </a:spcAft>
              <a:buClr>
                <a:schemeClr val="dk1"/>
              </a:buClr>
              <a:buSzPts val="3500"/>
              <a:buFont typeface="Noto Sans Symbols"/>
              <a:buChar char="⮚"/>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Writing skills: </a:t>
            </a: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15"/>
          <p:cNvSpPr txBox="1"/>
          <p:nvPr/>
        </p:nvSpPr>
        <p:spPr>
          <a:xfrm>
            <a:off x="691383" y="-54944"/>
            <a:ext cx="8001421" cy="67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6200"/>
              <a:buFont typeface="Montagu Slab SemiBold"/>
              <a:buNone/>
            </a:pPr>
            <a:r>
              <a:rPr lang="en-US" sz="2400" b="0" i="0" u="none" strike="noStrike" cap="none">
                <a:solidFill>
                  <a:schemeClr val="dk1"/>
                </a:solidFill>
                <a:latin typeface="Algerian" panose="04020705040A02060702"/>
                <a:ea typeface="Algerian" panose="04020705040A02060702"/>
                <a:cs typeface="Algerian" panose="04020705040A02060702"/>
                <a:sym typeface="Algerian" panose="04020705040A02060702"/>
              </a:rPr>
              <a:t>PEL 125 - STAR COURSE IMPLEMENTATION STRATEGIES</a:t>
            </a:r>
            <a:endParaRPr sz="2400" b="0" i="0" u="none" strike="noStrike" cap="none">
              <a:solidFill>
                <a:schemeClr val="dk1"/>
              </a:solidFill>
              <a:latin typeface="Algerian" panose="04020705040A02060702"/>
              <a:ea typeface="Algerian" panose="04020705040A02060702"/>
              <a:cs typeface="Algerian" panose="04020705040A02060702"/>
              <a:sym typeface="Algerian" panose="04020705040A02060702"/>
            </a:endParaRPr>
          </a:p>
        </p:txBody>
      </p:sp>
      <p:grpSp>
        <p:nvGrpSpPr>
          <p:cNvPr id="1242" name="Google Shape;1242;p15"/>
          <p:cNvGrpSpPr/>
          <p:nvPr/>
        </p:nvGrpSpPr>
        <p:grpSpPr>
          <a:xfrm rot="-4265226">
            <a:off x="-330323" y="3841388"/>
            <a:ext cx="1320896" cy="917976"/>
            <a:chOff x="6326862" y="1948322"/>
            <a:chExt cx="973825" cy="676774"/>
          </a:xfrm>
        </p:grpSpPr>
        <p:sp>
          <p:nvSpPr>
            <p:cNvPr id="1243" name="Google Shape;1243;p15"/>
            <p:cNvSpPr/>
            <p:nvPr/>
          </p:nvSpPr>
          <p:spPr>
            <a:xfrm>
              <a:off x="6416593" y="2061979"/>
              <a:ext cx="709215" cy="544888"/>
            </a:xfrm>
            <a:custGeom>
              <a:avLst/>
              <a:gdLst/>
              <a:ahLst/>
              <a:cxnLst/>
              <a:rect l="l" t="t" r="r" b="b"/>
              <a:pathLst>
                <a:path w="22913" h="17604" extrusionOk="0">
                  <a:moveTo>
                    <a:pt x="19837" y="0"/>
                  </a:moveTo>
                  <a:lnTo>
                    <a:pt x="0" y="12934"/>
                  </a:lnTo>
                  <a:lnTo>
                    <a:pt x="3074" y="17604"/>
                  </a:lnTo>
                  <a:lnTo>
                    <a:pt x="22913" y="4671"/>
                  </a:lnTo>
                  <a:lnTo>
                    <a:pt x="198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4" name="Google Shape;1244;p15"/>
            <p:cNvSpPr/>
            <p:nvPr/>
          </p:nvSpPr>
          <p:spPr>
            <a:xfrm>
              <a:off x="7030596" y="2028365"/>
              <a:ext cx="146158" cy="178194"/>
            </a:xfrm>
            <a:custGeom>
              <a:avLst/>
              <a:gdLst/>
              <a:ahLst/>
              <a:cxnLst/>
              <a:rect l="l" t="t" r="r" b="b"/>
              <a:pathLst>
                <a:path w="4722" h="5757" extrusionOk="0">
                  <a:moveTo>
                    <a:pt x="1647" y="1"/>
                  </a:moveTo>
                  <a:lnTo>
                    <a:pt x="0" y="1086"/>
                  </a:lnTo>
                  <a:lnTo>
                    <a:pt x="3076" y="5757"/>
                  </a:lnTo>
                  <a:lnTo>
                    <a:pt x="4721" y="4673"/>
                  </a:lnTo>
                  <a:lnTo>
                    <a:pt x="164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5" name="Google Shape;1245;p15"/>
            <p:cNvSpPr/>
            <p:nvPr/>
          </p:nvSpPr>
          <p:spPr>
            <a:xfrm>
              <a:off x="7081574" y="1948322"/>
              <a:ext cx="219113" cy="224684"/>
            </a:xfrm>
            <a:custGeom>
              <a:avLst/>
              <a:gdLst/>
              <a:ahLst/>
              <a:cxnLst/>
              <a:rect l="l" t="t" r="r" b="b"/>
              <a:pathLst>
                <a:path w="7079" h="7259" extrusionOk="0">
                  <a:moveTo>
                    <a:pt x="3993" y="0"/>
                  </a:moveTo>
                  <a:cubicBezTo>
                    <a:pt x="3951" y="0"/>
                    <a:pt x="3909" y="13"/>
                    <a:pt x="3872" y="39"/>
                  </a:cubicBezTo>
                  <a:lnTo>
                    <a:pt x="0" y="2587"/>
                  </a:lnTo>
                  <a:lnTo>
                    <a:pt x="3074" y="7259"/>
                  </a:lnTo>
                  <a:lnTo>
                    <a:pt x="6946" y="4709"/>
                  </a:lnTo>
                  <a:cubicBezTo>
                    <a:pt x="7050" y="4639"/>
                    <a:pt x="7079" y="4499"/>
                    <a:pt x="7008" y="4393"/>
                  </a:cubicBezTo>
                  <a:lnTo>
                    <a:pt x="4180" y="101"/>
                  </a:lnTo>
                  <a:cubicBezTo>
                    <a:pt x="4136" y="36"/>
                    <a:pt x="4064" y="0"/>
                    <a:pt x="39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6" name="Google Shape;1246;p15"/>
            <p:cNvSpPr/>
            <p:nvPr/>
          </p:nvSpPr>
          <p:spPr>
            <a:xfrm>
              <a:off x="6326862" y="2462286"/>
              <a:ext cx="184910" cy="162810"/>
            </a:xfrm>
            <a:custGeom>
              <a:avLst/>
              <a:gdLst/>
              <a:ahLst/>
              <a:cxnLst/>
              <a:rect l="l" t="t" r="r" b="b"/>
              <a:pathLst>
                <a:path w="5974" h="5260" extrusionOk="0">
                  <a:moveTo>
                    <a:pt x="2899" y="1"/>
                  </a:moveTo>
                  <a:lnTo>
                    <a:pt x="1" y="5259"/>
                  </a:lnTo>
                  <a:lnTo>
                    <a:pt x="5973" y="4671"/>
                  </a:lnTo>
                  <a:lnTo>
                    <a:pt x="289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7" name="Google Shape;1247;p15"/>
            <p:cNvSpPr/>
            <p:nvPr/>
          </p:nvSpPr>
          <p:spPr>
            <a:xfrm>
              <a:off x="6326862" y="2566131"/>
              <a:ext cx="67043" cy="58965"/>
            </a:xfrm>
            <a:custGeom>
              <a:avLst/>
              <a:gdLst/>
              <a:ahLst/>
              <a:cxnLst/>
              <a:rect l="l" t="t" r="r" b="b"/>
              <a:pathLst>
                <a:path w="2166" h="1905" extrusionOk="0">
                  <a:moveTo>
                    <a:pt x="1051" y="0"/>
                  </a:moveTo>
                  <a:lnTo>
                    <a:pt x="1" y="1904"/>
                  </a:lnTo>
                  <a:lnTo>
                    <a:pt x="2165" y="1694"/>
                  </a:lnTo>
                  <a:lnTo>
                    <a:pt x="10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8" name="Google Shape;1248;p15"/>
            <p:cNvSpPr/>
            <p:nvPr/>
          </p:nvSpPr>
          <p:spPr>
            <a:xfrm>
              <a:off x="6455810" y="2121593"/>
              <a:ext cx="630750" cy="425690"/>
            </a:xfrm>
            <a:custGeom>
              <a:avLst/>
              <a:gdLst/>
              <a:ahLst/>
              <a:cxnLst/>
              <a:rect l="l" t="t" r="r" b="b"/>
              <a:pathLst>
                <a:path w="20378" h="13753" extrusionOk="0">
                  <a:moveTo>
                    <a:pt x="19839" y="0"/>
                  </a:moveTo>
                  <a:lnTo>
                    <a:pt x="1" y="12934"/>
                  </a:lnTo>
                  <a:lnTo>
                    <a:pt x="533" y="13752"/>
                  </a:lnTo>
                  <a:lnTo>
                    <a:pt x="20377" y="820"/>
                  </a:lnTo>
                  <a:lnTo>
                    <a:pt x="1983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49" name="Google Shape;1249;p15"/>
          <p:cNvSpPr txBox="1"/>
          <p:nvPr/>
        </p:nvSpPr>
        <p:spPr>
          <a:xfrm>
            <a:off x="1239883" y="2939405"/>
            <a:ext cx="3487122" cy="172354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3. Complete the description</a:t>
            </a:r>
            <a:endParaRPr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0000"/>
              </a:lnSpc>
              <a:spcBef>
                <a:spcPts val="0"/>
              </a:spcBef>
              <a:spcAft>
                <a:spcPts val="0"/>
              </a:spcAft>
              <a:buNone/>
            </a:pPr>
            <a:endParaRPr sz="8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In this activity, first few lines about any product/program/software/website will be given to the students. They will be asked to complete the description using appropriate sentence structure using appropriate terms/adjectives</a:t>
            </a:r>
            <a:r>
              <a:rPr lang="en-US" sz="1400" b="1"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50" name="Google Shape;1250;p15"/>
          <p:cNvSpPr txBox="1"/>
          <p:nvPr/>
        </p:nvSpPr>
        <p:spPr>
          <a:xfrm>
            <a:off x="5088759" y="2939405"/>
            <a:ext cx="3604045" cy="12926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4. Ignite Conversation</a:t>
            </a:r>
            <a:endParaRPr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0000"/>
              </a:lnSpc>
              <a:spcBef>
                <a:spcPts val="0"/>
              </a:spcBef>
              <a:spcAft>
                <a:spcPts val="0"/>
              </a:spcAft>
              <a:buNone/>
            </a:pPr>
            <a:endParaRPr sz="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In this activity, students will be given technical topics to the teams and students will speak for and against the topic.</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51" name="Google Shape;1251;p15"/>
          <p:cNvSpPr txBox="1"/>
          <p:nvPr/>
        </p:nvSpPr>
        <p:spPr>
          <a:xfrm>
            <a:off x="579738" y="570805"/>
            <a:ext cx="3487122" cy="2027414"/>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4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1. Who is the Best Presenter?</a:t>
            </a:r>
            <a:endParaRPr sz="14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7000"/>
              </a:lnSpc>
              <a:spcBef>
                <a:spcPts val="80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In this activity, students will present the products/project/software/tools of the chosen company. Students will use appropriate adjectives to describe the product. They will be able to use appropriate tenses while describing the function/usage of the same.</a:t>
            </a:r>
            <a:endParaRPr sz="11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52" name="Google Shape;1252;p15"/>
          <p:cNvSpPr txBox="1"/>
          <p:nvPr/>
        </p:nvSpPr>
        <p:spPr>
          <a:xfrm>
            <a:off x="4178505" y="570805"/>
            <a:ext cx="3604045" cy="1330749"/>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4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2. Communicative Alice</a:t>
            </a:r>
            <a:endParaRPr sz="14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7000"/>
              </a:lnSpc>
              <a:spcBef>
                <a:spcPts val="80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In this activity, students will be shown an animation based on engineering field. They will be asked to narrate a story based on the ideas shown.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grpSp>
        <p:nvGrpSpPr>
          <p:cNvPr id="1257" name="Google Shape;1257;p16"/>
          <p:cNvGrpSpPr/>
          <p:nvPr/>
        </p:nvGrpSpPr>
        <p:grpSpPr>
          <a:xfrm rot="1146498">
            <a:off x="4615020" y="4276429"/>
            <a:ext cx="1320896" cy="917976"/>
            <a:chOff x="6326862" y="1948322"/>
            <a:chExt cx="973825" cy="676774"/>
          </a:xfrm>
        </p:grpSpPr>
        <p:sp>
          <p:nvSpPr>
            <p:cNvPr id="1258" name="Google Shape;1258;p16"/>
            <p:cNvSpPr/>
            <p:nvPr/>
          </p:nvSpPr>
          <p:spPr>
            <a:xfrm>
              <a:off x="6416593" y="2061979"/>
              <a:ext cx="709215" cy="544888"/>
            </a:xfrm>
            <a:custGeom>
              <a:avLst/>
              <a:gdLst/>
              <a:ahLst/>
              <a:cxnLst/>
              <a:rect l="l" t="t" r="r" b="b"/>
              <a:pathLst>
                <a:path w="22913" h="17604" extrusionOk="0">
                  <a:moveTo>
                    <a:pt x="19837" y="0"/>
                  </a:moveTo>
                  <a:lnTo>
                    <a:pt x="0" y="12934"/>
                  </a:lnTo>
                  <a:lnTo>
                    <a:pt x="3074" y="17604"/>
                  </a:lnTo>
                  <a:lnTo>
                    <a:pt x="22913" y="4671"/>
                  </a:lnTo>
                  <a:lnTo>
                    <a:pt x="198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59" name="Google Shape;1259;p16"/>
            <p:cNvSpPr/>
            <p:nvPr/>
          </p:nvSpPr>
          <p:spPr>
            <a:xfrm>
              <a:off x="7030596" y="2028365"/>
              <a:ext cx="146158" cy="178194"/>
            </a:xfrm>
            <a:custGeom>
              <a:avLst/>
              <a:gdLst/>
              <a:ahLst/>
              <a:cxnLst/>
              <a:rect l="l" t="t" r="r" b="b"/>
              <a:pathLst>
                <a:path w="4722" h="5757" extrusionOk="0">
                  <a:moveTo>
                    <a:pt x="1647" y="1"/>
                  </a:moveTo>
                  <a:lnTo>
                    <a:pt x="0" y="1086"/>
                  </a:lnTo>
                  <a:lnTo>
                    <a:pt x="3076" y="5757"/>
                  </a:lnTo>
                  <a:lnTo>
                    <a:pt x="4721" y="4673"/>
                  </a:lnTo>
                  <a:lnTo>
                    <a:pt x="164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0" name="Google Shape;1260;p16"/>
            <p:cNvSpPr/>
            <p:nvPr/>
          </p:nvSpPr>
          <p:spPr>
            <a:xfrm>
              <a:off x="7081574" y="1948322"/>
              <a:ext cx="219113" cy="224684"/>
            </a:xfrm>
            <a:custGeom>
              <a:avLst/>
              <a:gdLst/>
              <a:ahLst/>
              <a:cxnLst/>
              <a:rect l="l" t="t" r="r" b="b"/>
              <a:pathLst>
                <a:path w="7079" h="7259" extrusionOk="0">
                  <a:moveTo>
                    <a:pt x="3993" y="0"/>
                  </a:moveTo>
                  <a:cubicBezTo>
                    <a:pt x="3951" y="0"/>
                    <a:pt x="3909" y="13"/>
                    <a:pt x="3872" y="39"/>
                  </a:cubicBezTo>
                  <a:lnTo>
                    <a:pt x="0" y="2587"/>
                  </a:lnTo>
                  <a:lnTo>
                    <a:pt x="3074" y="7259"/>
                  </a:lnTo>
                  <a:lnTo>
                    <a:pt x="6946" y="4709"/>
                  </a:lnTo>
                  <a:cubicBezTo>
                    <a:pt x="7050" y="4639"/>
                    <a:pt x="7079" y="4499"/>
                    <a:pt x="7008" y="4393"/>
                  </a:cubicBezTo>
                  <a:lnTo>
                    <a:pt x="4180" y="101"/>
                  </a:lnTo>
                  <a:cubicBezTo>
                    <a:pt x="4136" y="36"/>
                    <a:pt x="4064" y="0"/>
                    <a:pt x="39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1" name="Google Shape;1261;p16"/>
            <p:cNvSpPr/>
            <p:nvPr/>
          </p:nvSpPr>
          <p:spPr>
            <a:xfrm>
              <a:off x="6326862" y="2462286"/>
              <a:ext cx="184910" cy="162810"/>
            </a:xfrm>
            <a:custGeom>
              <a:avLst/>
              <a:gdLst/>
              <a:ahLst/>
              <a:cxnLst/>
              <a:rect l="l" t="t" r="r" b="b"/>
              <a:pathLst>
                <a:path w="5974" h="5260" extrusionOk="0">
                  <a:moveTo>
                    <a:pt x="2899" y="1"/>
                  </a:moveTo>
                  <a:lnTo>
                    <a:pt x="1" y="5259"/>
                  </a:lnTo>
                  <a:lnTo>
                    <a:pt x="5973" y="4671"/>
                  </a:lnTo>
                  <a:lnTo>
                    <a:pt x="289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2" name="Google Shape;1262;p16"/>
            <p:cNvSpPr/>
            <p:nvPr/>
          </p:nvSpPr>
          <p:spPr>
            <a:xfrm>
              <a:off x="6326862" y="2566131"/>
              <a:ext cx="67043" cy="58965"/>
            </a:xfrm>
            <a:custGeom>
              <a:avLst/>
              <a:gdLst/>
              <a:ahLst/>
              <a:cxnLst/>
              <a:rect l="l" t="t" r="r" b="b"/>
              <a:pathLst>
                <a:path w="2166" h="1905" extrusionOk="0">
                  <a:moveTo>
                    <a:pt x="1051" y="0"/>
                  </a:moveTo>
                  <a:lnTo>
                    <a:pt x="1" y="1904"/>
                  </a:lnTo>
                  <a:lnTo>
                    <a:pt x="2165" y="1694"/>
                  </a:lnTo>
                  <a:lnTo>
                    <a:pt x="10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3" name="Google Shape;1263;p16"/>
            <p:cNvSpPr/>
            <p:nvPr/>
          </p:nvSpPr>
          <p:spPr>
            <a:xfrm>
              <a:off x="6455810" y="2121593"/>
              <a:ext cx="630750" cy="425690"/>
            </a:xfrm>
            <a:custGeom>
              <a:avLst/>
              <a:gdLst/>
              <a:ahLst/>
              <a:cxnLst/>
              <a:rect l="l" t="t" r="r" b="b"/>
              <a:pathLst>
                <a:path w="20378" h="13753" extrusionOk="0">
                  <a:moveTo>
                    <a:pt x="19839" y="0"/>
                  </a:moveTo>
                  <a:lnTo>
                    <a:pt x="1" y="12934"/>
                  </a:lnTo>
                  <a:lnTo>
                    <a:pt x="533" y="13752"/>
                  </a:lnTo>
                  <a:lnTo>
                    <a:pt x="20377" y="820"/>
                  </a:lnTo>
                  <a:lnTo>
                    <a:pt x="1983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64" name="Google Shape;1264;p16"/>
          <p:cNvSpPr txBox="1"/>
          <p:nvPr/>
        </p:nvSpPr>
        <p:spPr>
          <a:xfrm>
            <a:off x="327918" y="2681287"/>
            <a:ext cx="8183096" cy="1508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6. Picker Wheel</a:t>
            </a:r>
            <a:endParaRPr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0000"/>
              </a:lnSpc>
              <a:spcBef>
                <a:spcPts val="0"/>
              </a:spcBef>
              <a:spcAft>
                <a:spcPts val="0"/>
              </a:spcAft>
              <a:buNone/>
            </a:pPr>
            <a:endParaRPr sz="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This activity uses a basic form of questioning. The main principle of using items for self-awareness is choosing an item to represent you or something about you. The ‘items’ you use can include physical objects, characters and other things – the main point is that the ‘thing’ needs some defining characteristics. Questions tend to follow a pattern like ‘What [prescribed type or source of item] represents [area you want to explore]?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65" name="Google Shape;1265;p16"/>
          <p:cNvSpPr txBox="1"/>
          <p:nvPr/>
        </p:nvSpPr>
        <p:spPr>
          <a:xfrm>
            <a:off x="327917" y="408082"/>
            <a:ext cx="8708018" cy="179690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4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5. I, Me, Myself</a:t>
            </a:r>
            <a:endParaRPr sz="1400" b="0"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7000"/>
              </a:lnSpc>
              <a:spcBef>
                <a:spcPts val="80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This activity is about looking back at the person you were and the information you had when you attended any interview as compared to now. As with writing letters to your future self, five years is often used as the point in the past to look back to – it provides sufficient distance for change to have happened but close enough to be tangible and within your memory. This letter will focus on what you advice you would give your past  self and tell them about what has happened between then and now so that errors in past can be avoided in future interviews.	</a:t>
            </a:r>
            <a:endParaRPr sz="14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69"/>
        <p:cNvGrpSpPr/>
        <p:nvPr/>
      </p:nvGrpSpPr>
      <p:grpSpPr>
        <a:xfrm>
          <a:off x="0" y="0"/>
          <a:ext cx="0" cy="0"/>
          <a:chOff x="0" y="0"/>
          <a:chExt cx="0" cy="0"/>
        </a:xfrm>
      </p:grpSpPr>
      <p:grpSp>
        <p:nvGrpSpPr>
          <p:cNvPr id="1270" name="Google Shape;1270;p17"/>
          <p:cNvGrpSpPr/>
          <p:nvPr/>
        </p:nvGrpSpPr>
        <p:grpSpPr>
          <a:xfrm rot="1276508">
            <a:off x="4258181" y="4359531"/>
            <a:ext cx="1320896" cy="917976"/>
            <a:chOff x="6326862" y="1948322"/>
            <a:chExt cx="973825" cy="676774"/>
          </a:xfrm>
        </p:grpSpPr>
        <p:sp>
          <p:nvSpPr>
            <p:cNvPr id="1271" name="Google Shape;1271;p17"/>
            <p:cNvSpPr/>
            <p:nvPr/>
          </p:nvSpPr>
          <p:spPr>
            <a:xfrm>
              <a:off x="6416593" y="2061979"/>
              <a:ext cx="709215" cy="544888"/>
            </a:xfrm>
            <a:custGeom>
              <a:avLst/>
              <a:gdLst/>
              <a:ahLst/>
              <a:cxnLst/>
              <a:rect l="l" t="t" r="r" b="b"/>
              <a:pathLst>
                <a:path w="22913" h="17604" extrusionOk="0">
                  <a:moveTo>
                    <a:pt x="19837" y="0"/>
                  </a:moveTo>
                  <a:lnTo>
                    <a:pt x="0" y="12934"/>
                  </a:lnTo>
                  <a:lnTo>
                    <a:pt x="3074" y="17604"/>
                  </a:lnTo>
                  <a:lnTo>
                    <a:pt x="22913" y="4671"/>
                  </a:lnTo>
                  <a:lnTo>
                    <a:pt x="198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2" name="Google Shape;1272;p17"/>
            <p:cNvSpPr/>
            <p:nvPr/>
          </p:nvSpPr>
          <p:spPr>
            <a:xfrm>
              <a:off x="7030596" y="2028365"/>
              <a:ext cx="146158" cy="178194"/>
            </a:xfrm>
            <a:custGeom>
              <a:avLst/>
              <a:gdLst/>
              <a:ahLst/>
              <a:cxnLst/>
              <a:rect l="l" t="t" r="r" b="b"/>
              <a:pathLst>
                <a:path w="4722" h="5757" extrusionOk="0">
                  <a:moveTo>
                    <a:pt x="1647" y="1"/>
                  </a:moveTo>
                  <a:lnTo>
                    <a:pt x="0" y="1086"/>
                  </a:lnTo>
                  <a:lnTo>
                    <a:pt x="3076" y="5757"/>
                  </a:lnTo>
                  <a:lnTo>
                    <a:pt x="4721" y="4673"/>
                  </a:lnTo>
                  <a:lnTo>
                    <a:pt x="164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3" name="Google Shape;1273;p17"/>
            <p:cNvSpPr/>
            <p:nvPr/>
          </p:nvSpPr>
          <p:spPr>
            <a:xfrm>
              <a:off x="7081574" y="1948322"/>
              <a:ext cx="219113" cy="224684"/>
            </a:xfrm>
            <a:custGeom>
              <a:avLst/>
              <a:gdLst/>
              <a:ahLst/>
              <a:cxnLst/>
              <a:rect l="l" t="t" r="r" b="b"/>
              <a:pathLst>
                <a:path w="7079" h="7259" extrusionOk="0">
                  <a:moveTo>
                    <a:pt x="3993" y="0"/>
                  </a:moveTo>
                  <a:cubicBezTo>
                    <a:pt x="3951" y="0"/>
                    <a:pt x="3909" y="13"/>
                    <a:pt x="3872" y="39"/>
                  </a:cubicBezTo>
                  <a:lnTo>
                    <a:pt x="0" y="2587"/>
                  </a:lnTo>
                  <a:lnTo>
                    <a:pt x="3074" y="7259"/>
                  </a:lnTo>
                  <a:lnTo>
                    <a:pt x="6946" y="4709"/>
                  </a:lnTo>
                  <a:cubicBezTo>
                    <a:pt x="7050" y="4639"/>
                    <a:pt x="7079" y="4499"/>
                    <a:pt x="7008" y="4393"/>
                  </a:cubicBezTo>
                  <a:lnTo>
                    <a:pt x="4180" y="101"/>
                  </a:lnTo>
                  <a:cubicBezTo>
                    <a:pt x="4136" y="36"/>
                    <a:pt x="4064" y="0"/>
                    <a:pt x="39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4" name="Google Shape;1274;p17"/>
            <p:cNvSpPr/>
            <p:nvPr/>
          </p:nvSpPr>
          <p:spPr>
            <a:xfrm>
              <a:off x="6326862" y="2462286"/>
              <a:ext cx="184910" cy="162810"/>
            </a:xfrm>
            <a:custGeom>
              <a:avLst/>
              <a:gdLst/>
              <a:ahLst/>
              <a:cxnLst/>
              <a:rect l="l" t="t" r="r" b="b"/>
              <a:pathLst>
                <a:path w="5974" h="5260" extrusionOk="0">
                  <a:moveTo>
                    <a:pt x="2899" y="1"/>
                  </a:moveTo>
                  <a:lnTo>
                    <a:pt x="1" y="5259"/>
                  </a:lnTo>
                  <a:lnTo>
                    <a:pt x="5973" y="4671"/>
                  </a:lnTo>
                  <a:lnTo>
                    <a:pt x="289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5" name="Google Shape;1275;p17"/>
            <p:cNvSpPr/>
            <p:nvPr/>
          </p:nvSpPr>
          <p:spPr>
            <a:xfrm>
              <a:off x="6326862" y="2566131"/>
              <a:ext cx="67043" cy="58965"/>
            </a:xfrm>
            <a:custGeom>
              <a:avLst/>
              <a:gdLst/>
              <a:ahLst/>
              <a:cxnLst/>
              <a:rect l="l" t="t" r="r" b="b"/>
              <a:pathLst>
                <a:path w="2166" h="1905" extrusionOk="0">
                  <a:moveTo>
                    <a:pt x="1051" y="0"/>
                  </a:moveTo>
                  <a:lnTo>
                    <a:pt x="1" y="1904"/>
                  </a:lnTo>
                  <a:lnTo>
                    <a:pt x="2165" y="1694"/>
                  </a:lnTo>
                  <a:lnTo>
                    <a:pt x="10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6" name="Google Shape;1276;p17"/>
            <p:cNvSpPr/>
            <p:nvPr/>
          </p:nvSpPr>
          <p:spPr>
            <a:xfrm>
              <a:off x="6455810" y="2121593"/>
              <a:ext cx="630750" cy="425690"/>
            </a:xfrm>
            <a:custGeom>
              <a:avLst/>
              <a:gdLst/>
              <a:ahLst/>
              <a:cxnLst/>
              <a:rect l="l" t="t" r="r" b="b"/>
              <a:pathLst>
                <a:path w="20378" h="13753" extrusionOk="0">
                  <a:moveTo>
                    <a:pt x="19839" y="0"/>
                  </a:moveTo>
                  <a:lnTo>
                    <a:pt x="1" y="12934"/>
                  </a:lnTo>
                  <a:lnTo>
                    <a:pt x="533" y="13752"/>
                  </a:lnTo>
                  <a:lnTo>
                    <a:pt x="20377" y="820"/>
                  </a:lnTo>
                  <a:lnTo>
                    <a:pt x="1983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77" name="Google Shape;1277;p17"/>
          <p:cNvSpPr txBox="1"/>
          <p:nvPr/>
        </p:nvSpPr>
        <p:spPr>
          <a:xfrm>
            <a:off x="654204" y="324981"/>
            <a:ext cx="7857893"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7. Stack Pack</a:t>
            </a:r>
            <a:endParaRPr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Students write the topic sentence in the middle box. They write a sentence containing a supporting detail in three of the squares and they write a concluding sentence in the last square.</a:t>
            </a:r>
            <a:r>
              <a:rPr lang="en-US" sz="1400" b="1" i="0" u="none" strike="noStrike" cap="none">
                <a:solidFill>
                  <a:srgbClr val="000000"/>
                </a:solidFill>
                <a:latin typeface="Calibri" panose="020F0502020204030204"/>
                <a:ea typeface="Calibri" panose="020F0502020204030204"/>
                <a:cs typeface="Calibri" panose="020F0502020204030204"/>
                <a:sym typeface="Calibri" panose="020F050202020403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8" name="Google Shape;1278;p17"/>
          <p:cNvSpPr txBox="1"/>
          <p:nvPr/>
        </p:nvSpPr>
        <p:spPr>
          <a:xfrm>
            <a:off x="654204" y="1657360"/>
            <a:ext cx="7538225" cy="26776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8. Bingo</a:t>
            </a:r>
            <a:endParaRPr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Using pre-prepared bingo cards or sheets (example provided), ask the members of a group to choose a participant to match the descriptions of the persons admired in the most in world of technology in the relevant square on the bingo card. As with the normal game of bingo, participants should shout ‘BINGO!’ if they successfully gather a full row of signatures, whether vertically, horizontally or diagonally.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Each square contains facts/characteristics that may relate to one or more people. Your task is to mingle with your fellow participants and ask questions in order to match an individual to the information in one of the bingo squares. If you find a match, ask the participant to sign the relevant box. You can only match one participant to one bingo square, even if more than one fact/characteristic applies to them. As soon as you get a line of signatures (vertically, horizontally or diagonally), alert the rest of the group by shouting ‘BINGO!’</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grpSp>
        <p:nvGrpSpPr>
          <p:cNvPr id="1283" name="Google Shape;1283;p18"/>
          <p:cNvGrpSpPr/>
          <p:nvPr/>
        </p:nvGrpSpPr>
        <p:grpSpPr>
          <a:xfrm rot="-2263040">
            <a:off x="8048830" y="3372512"/>
            <a:ext cx="1320896" cy="917976"/>
            <a:chOff x="6326862" y="1948322"/>
            <a:chExt cx="973825" cy="676774"/>
          </a:xfrm>
        </p:grpSpPr>
        <p:sp>
          <p:nvSpPr>
            <p:cNvPr id="1284" name="Google Shape;1284;p18"/>
            <p:cNvSpPr/>
            <p:nvPr/>
          </p:nvSpPr>
          <p:spPr>
            <a:xfrm>
              <a:off x="6416593" y="2061979"/>
              <a:ext cx="709215" cy="544888"/>
            </a:xfrm>
            <a:custGeom>
              <a:avLst/>
              <a:gdLst/>
              <a:ahLst/>
              <a:cxnLst/>
              <a:rect l="l" t="t" r="r" b="b"/>
              <a:pathLst>
                <a:path w="22913" h="17604" extrusionOk="0">
                  <a:moveTo>
                    <a:pt x="19837" y="0"/>
                  </a:moveTo>
                  <a:lnTo>
                    <a:pt x="0" y="12934"/>
                  </a:lnTo>
                  <a:lnTo>
                    <a:pt x="3074" y="17604"/>
                  </a:lnTo>
                  <a:lnTo>
                    <a:pt x="22913" y="4671"/>
                  </a:lnTo>
                  <a:lnTo>
                    <a:pt x="198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85" name="Google Shape;1285;p18"/>
            <p:cNvSpPr/>
            <p:nvPr/>
          </p:nvSpPr>
          <p:spPr>
            <a:xfrm>
              <a:off x="7030596" y="2028365"/>
              <a:ext cx="146158" cy="178194"/>
            </a:xfrm>
            <a:custGeom>
              <a:avLst/>
              <a:gdLst/>
              <a:ahLst/>
              <a:cxnLst/>
              <a:rect l="l" t="t" r="r" b="b"/>
              <a:pathLst>
                <a:path w="4722" h="5757" extrusionOk="0">
                  <a:moveTo>
                    <a:pt x="1647" y="1"/>
                  </a:moveTo>
                  <a:lnTo>
                    <a:pt x="0" y="1086"/>
                  </a:lnTo>
                  <a:lnTo>
                    <a:pt x="3076" y="5757"/>
                  </a:lnTo>
                  <a:lnTo>
                    <a:pt x="4721" y="4673"/>
                  </a:lnTo>
                  <a:lnTo>
                    <a:pt x="164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86" name="Google Shape;1286;p18"/>
            <p:cNvSpPr/>
            <p:nvPr/>
          </p:nvSpPr>
          <p:spPr>
            <a:xfrm>
              <a:off x="7081574" y="1948322"/>
              <a:ext cx="219113" cy="224684"/>
            </a:xfrm>
            <a:custGeom>
              <a:avLst/>
              <a:gdLst/>
              <a:ahLst/>
              <a:cxnLst/>
              <a:rect l="l" t="t" r="r" b="b"/>
              <a:pathLst>
                <a:path w="7079" h="7259" extrusionOk="0">
                  <a:moveTo>
                    <a:pt x="3993" y="0"/>
                  </a:moveTo>
                  <a:cubicBezTo>
                    <a:pt x="3951" y="0"/>
                    <a:pt x="3909" y="13"/>
                    <a:pt x="3872" y="39"/>
                  </a:cubicBezTo>
                  <a:lnTo>
                    <a:pt x="0" y="2587"/>
                  </a:lnTo>
                  <a:lnTo>
                    <a:pt x="3074" y="7259"/>
                  </a:lnTo>
                  <a:lnTo>
                    <a:pt x="6946" y="4709"/>
                  </a:lnTo>
                  <a:cubicBezTo>
                    <a:pt x="7050" y="4639"/>
                    <a:pt x="7079" y="4499"/>
                    <a:pt x="7008" y="4393"/>
                  </a:cubicBezTo>
                  <a:lnTo>
                    <a:pt x="4180" y="101"/>
                  </a:lnTo>
                  <a:cubicBezTo>
                    <a:pt x="4136" y="36"/>
                    <a:pt x="4064" y="0"/>
                    <a:pt x="39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87" name="Google Shape;1287;p18"/>
            <p:cNvSpPr/>
            <p:nvPr/>
          </p:nvSpPr>
          <p:spPr>
            <a:xfrm>
              <a:off x="6326862" y="2462286"/>
              <a:ext cx="184910" cy="162810"/>
            </a:xfrm>
            <a:custGeom>
              <a:avLst/>
              <a:gdLst/>
              <a:ahLst/>
              <a:cxnLst/>
              <a:rect l="l" t="t" r="r" b="b"/>
              <a:pathLst>
                <a:path w="5974" h="5260" extrusionOk="0">
                  <a:moveTo>
                    <a:pt x="2899" y="1"/>
                  </a:moveTo>
                  <a:lnTo>
                    <a:pt x="1" y="5259"/>
                  </a:lnTo>
                  <a:lnTo>
                    <a:pt x="5973" y="4671"/>
                  </a:lnTo>
                  <a:lnTo>
                    <a:pt x="289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88" name="Google Shape;1288;p18"/>
            <p:cNvSpPr/>
            <p:nvPr/>
          </p:nvSpPr>
          <p:spPr>
            <a:xfrm>
              <a:off x="6326862" y="2566131"/>
              <a:ext cx="67043" cy="58965"/>
            </a:xfrm>
            <a:custGeom>
              <a:avLst/>
              <a:gdLst/>
              <a:ahLst/>
              <a:cxnLst/>
              <a:rect l="l" t="t" r="r" b="b"/>
              <a:pathLst>
                <a:path w="2166" h="1905" extrusionOk="0">
                  <a:moveTo>
                    <a:pt x="1051" y="0"/>
                  </a:moveTo>
                  <a:lnTo>
                    <a:pt x="1" y="1904"/>
                  </a:lnTo>
                  <a:lnTo>
                    <a:pt x="2165" y="1694"/>
                  </a:lnTo>
                  <a:lnTo>
                    <a:pt x="10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89" name="Google Shape;1289;p18"/>
            <p:cNvSpPr/>
            <p:nvPr/>
          </p:nvSpPr>
          <p:spPr>
            <a:xfrm>
              <a:off x="6455810" y="2121593"/>
              <a:ext cx="630750" cy="425690"/>
            </a:xfrm>
            <a:custGeom>
              <a:avLst/>
              <a:gdLst/>
              <a:ahLst/>
              <a:cxnLst/>
              <a:rect l="l" t="t" r="r" b="b"/>
              <a:pathLst>
                <a:path w="20378" h="13753" extrusionOk="0">
                  <a:moveTo>
                    <a:pt x="19839" y="0"/>
                  </a:moveTo>
                  <a:lnTo>
                    <a:pt x="1" y="12934"/>
                  </a:lnTo>
                  <a:lnTo>
                    <a:pt x="533" y="13752"/>
                  </a:lnTo>
                  <a:lnTo>
                    <a:pt x="20377" y="820"/>
                  </a:lnTo>
                  <a:lnTo>
                    <a:pt x="1983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90" name="Google Shape;1290;p18"/>
          <p:cNvSpPr txBox="1"/>
          <p:nvPr/>
        </p:nvSpPr>
        <p:spPr>
          <a:xfrm>
            <a:off x="1660797" y="525036"/>
            <a:ext cx="1580492" cy="40934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9. Fault Line</a:t>
            </a:r>
            <a:endParaRPr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0000"/>
              </a:lnSpc>
              <a:spcBef>
                <a:spcPts val="0"/>
              </a:spcBef>
              <a:spcAft>
                <a:spcPts val="0"/>
              </a:spcAft>
              <a:buNone/>
            </a:pPr>
            <a:endParaRPr sz="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Have students draw a diagonal line across an index card. On the top half, have them write the vocabulary word and definition. On the bottom half, have them draw a picture of the word and use it in a sentence. Cards can be joined together in a strip for easy review.</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1" name="Google Shape;1291;p18"/>
          <p:cNvSpPr txBox="1"/>
          <p:nvPr/>
        </p:nvSpPr>
        <p:spPr>
          <a:xfrm>
            <a:off x="4945584" y="505189"/>
            <a:ext cx="2681565" cy="40934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rPr>
              <a:t>10. Word Pop</a:t>
            </a:r>
            <a:endParaRPr sz="1400" b="1" i="0" u="none" strike="noStrike" cap="none">
              <a:solidFill>
                <a:srgbClr val="000000"/>
              </a:solidFill>
              <a:latin typeface="Arial Black" panose="020B0A04020102020204"/>
              <a:ea typeface="Arial Black" panose="020B0A04020102020204"/>
              <a:cs typeface="Arial Black" panose="020B0A04020102020204"/>
              <a:sym typeface="Arial Black" panose="020B0A04020102020204"/>
            </a:endParaRPr>
          </a:p>
          <a:p>
            <a:pPr marL="0" marR="0" lvl="0" indent="0" algn="l" rtl="0">
              <a:lnSpc>
                <a:spcPct val="100000"/>
              </a:lnSpc>
              <a:spcBef>
                <a:spcPts val="0"/>
              </a:spcBef>
              <a:spcAft>
                <a:spcPts val="0"/>
              </a:spcAft>
              <a:buNone/>
            </a:pPr>
            <a:endParaRPr sz="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t>Write vocabulary words on cards or craft sticks and place in a paper bag. Write the word Pop! on three to five cards or sticks and add them to the bag as well. To play, students will take turns drawing cards or sticks out of the bag, reading the word and giving the definition. If they correctly define the word, they keep the card or stick. If not, it goes back in the bag. If they pull the word Pop! they must return all their cards or sticks to the bag and start over. The player with the most cards or sticks wins.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grpSp>
        <p:nvGrpSpPr>
          <p:cNvPr id="1296" name="Google Shape;1296;p19"/>
          <p:cNvGrpSpPr/>
          <p:nvPr/>
        </p:nvGrpSpPr>
        <p:grpSpPr>
          <a:xfrm>
            <a:off x="6683028" y="3215492"/>
            <a:ext cx="1685126" cy="1393013"/>
            <a:chOff x="-1877297" y="3357817"/>
            <a:chExt cx="1685126" cy="1393013"/>
          </a:xfrm>
        </p:grpSpPr>
        <p:sp>
          <p:nvSpPr>
            <p:cNvPr id="1297" name="Google Shape;1297;p19"/>
            <p:cNvSpPr/>
            <p:nvPr/>
          </p:nvSpPr>
          <p:spPr>
            <a:xfrm>
              <a:off x="-1864949" y="4390800"/>
              <a:ext cx="1303324" cy="348203"/>
            </a:xfrm>
            <a:custGeom>
              <a:avLst/>
              <a:gdLst/>
              <a:ahLst/>
              <a:cxnLst/>
              <a:rect l="l" t="t" r="r" b="b"/>
              <a:pathLst>
                <a:path w="20055" h="5358" extrusionOk="0">
                  <a:moveTo>
                    <a:pt x="1" y="0"/>
                  </a:moveTo>
                  <a:cubicBezTo>
                    <a:pt x="1" y="0"/>
                    <a:pt x="638" y="1941"/>
                    <a:pt x="1" y="3040"/>
                  </a:cubicBezTo>
                  <a:lnTo>
                    <a:pt x="19572" y="5358"/>
                  </a:lnTo>
                  <a:cubicBezTo>
                    <a:pt x="20055" y="4049"/>
                    <a:pt x="19725" y="2753"/>
                    <a:pt x="19586" y="2326"/>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8" name="Google Shape;1298;p19"/>
            <p:cNvSpPr/>
            <p:nvPr/>
          </p:nvSpPr>
          <p:spPr>
            <a:xfrm>
              <a:off x="-593004" y="4269338"/>
              <a:ext cx="383166" cy="470120"/>
            </a:xfrm>
            <a:custGeom>
              <a:avLst/>
              <a:gdLst/>
              <a:ahLst/>
              <a:cxnLst/>
              <a:rect l="l" t="t" r="r" b="b"/>
              <a:pathLst>
                <a:path w="5896" h="7234" extrusionOk="0">
                  <a:moveTo>
                    <a:pt x="5370" y="1"/>
                  </a:moveTo>
                  <a:lnTo>
                    <a:pt x="14" y="4195"/>
                  </a:lnTo>
                  <a:cubicBezTo>
                    <a:pt x="153" y="4622"/>
                    <a:pt x="483" y="5918"/>
                    <a:pt x="0" y="7227"/>
                  </a:cubicBezTo>
                  <a:lnTo>
                    <a:pt x="14" y="7234"/>
                  </a:lnTo>
                  <a:lnTo>
                    <a:pt x="5370" y="3039"/>
                  </a:lnTo>
                  <a:cubicBezTo>
                    <a:pt x="5896" y="1281"/>
                    <a:pt x="5370" y="1"/>
                    <a:pt x="537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9" name="Google Shape;1299;p19"/>
            <p:cNvSpPr/>
            <p:nvPr/>
          </p:nvSpPr>
          <p:spPr>
            <a:xfrm>
              <a:off x="-1877297" y="4257575"/>
              <a:ext cx="1679277" cy="493255"/>
            </a:xfrm>
            <a:custGeom>
              <a:avLst/>
              <a:gdLst/>
              <a:ahLst/>
              <a:cxnLst/>
              <a:rect l="l" t="t" r="r" b="b"/>
              <a:pathLst>
                <a:path w="25840" h="7590" extrusionOk="0">
                  <a:moveTo>
                    <a:pt x="25138" y="1"/>
                  </a:moveTo>
                  <a:cubicBezTo>
                    <a:pt x="25097" y="1"/>
                    <a:pt x="25058" y="16"/>
                    <a:pt x="25027" y="42"/>
                  </a:cubicBezTo>
                  <a:lnTo>
                    <a:pt x="19727" y="4186"/>
                  </a:lnTo>
                  <a:lnTo>
                    <a:pt x="211" y="1876"/>
                  </a:lnTo>
                  <a:cubicBezTo>
                    <a:pt x="203" y="1874"/>
                    <a:pt x="195" y="1874"/>
                    <a:pt x="187" y="1874"/>
                  </a:cubicBezTo>
                  <a:cubicBezTo>
                    <a:pt x="100" y="1874"/>
                    <a:pt x="28" y="1941"/>
                    <a:pt x="16" y="2030"/>
                  </a:cubicBezTo>
                  <a:cubicBezTo>
                    <a:pt x="1" y="2128"/>
                    <a:pt x="71" y="2218"/>
                    <a:pt x="169" y="2227"/>
                  </a:cubicBezTo>
                  <a:lnTo>
                    <a:pt x="19762" y="4551"/>
                  </a:lnTo>
                  <a:cubicBezTo>
                    <a:pt x="19769" y="4552"/>
                    <a:pt x="19777" y="4553"/>
                    <a:pt x="19784" y="4553"/>
                  </a:cubicBezTo>
                  <a:cubicBezTo>
                    <a:pt x="19821" y="4553"/>
                    <a:pt x="19859" y="4539"/>
                    <a:pt x="19888" y="4516"/>
                  </a:cubicBezTo>
                  <a:lnTo>
                    <a:pt x="25041" y="476"/>
                  </a:lnTo>
                  <a:lnTo>
                    <a:pt x="25041" y="476"/>
                  </a:lnTo>
                  <a:cubicBezTo>
                    <a:pt x="25160" y="903"/>
                    <a:pt x="25335" y="1891"/>
                    <a:pt x="24979" y="3116"/>
                  </a:cubicBezTo>
                  <a:lnTo>
                    <a:pt x="19727" y="7226"/>
                  </a:lnTo>
                  <a:lnTo>
                    <a:pt x="211" y="4916"/>
                  </a:lnTo>
                  <a:cubicBezTo>
                    <a:pt x="202" y="4914"/>
                    <a:pt x="193" y="4914"/>
                    <a:pt x="185" y="4914"/>
                  </a:cubicBezTo>
                  <a:cubicBezTo>
                    <a:pt x="99" y="4914"/>
                    <a:pt x="28" y="4980"/>
                    <a:pt x="16" y="5069"/>
                  </a:cubicBezTo>
                  <a:cubicBezTo>
                    <a:pt x="1" y="5168"/>
                    <a:pt x="71" y="5258"/>
                    <a:pt x="169" y="5265"/>
                  </a:cubicBezTo>
                  <a:lnTo>
                    <a:pt x="19762" y="7589"/>
                  </a:lnTo>
                  <a:lnTo>
                    <a:pt x="19776" y="7589"/>
                  </a:lnTo>
                  <a:cubicBezTo>
                    <a:pt x="19818" y="7589"/>
                    <a:pt x="19860" y="7576"/>
                    <a:pt x="19888" y="7554"/>
                  </a:cubicBezTo>
                  <a:lnTo>
                    <a:pt x="25244" y="3361"/>
                  </a:lnTo>
                  <a:cubicBezTo>
                    <a:pt x="25273" y="3333"/>
                    <a:pt x="25293" y="3304"/>
                    <a:pt x="25308" y="3269"/>
                  </a:cubicBezTo>
                  <a:cubicBezTo>
                    <a:pt x="25839" y="1477"/>
                    <a:pt x="25322" y="168"/>
                    <a:pt x="25300" y="111"/>
                  </a:cubicBezTo>
                  <a:cubicBezTo>
                    <a:pt x="25280" y="62"/>
                    <a:pt x="25238" y="20"/>
                    <a:pt x="25182" y="7"/>
                  </a:cubicBezTo>
                  <a:cubicBezTo>
                    <a:pt x="25167" y="3"/>
                    <a:pt x="25152" y="1"/>
                    <a:pt x="2513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0" name="Google Shape;1300;p19"/>
            <p:cNvSpPr/>
            <p:nvPr/>
          </p:nvSpPr>
          <p:spPr>
            <a:xfrm>
              <a:off x="-1864949" y="3811108"/>
              <a:ext cx="1303324" cy="335011"/>
            </a:xfrm>
            <a:custGeom>
              <a:avLst/>
              <a:gdLst/>
              <a:ahLst/>
              <a:cxnLst/>
              <a:rect l="l" t="t" r="r" b="b"/>
              <a:pathLst>
                <a:path w="20055" h="5155" extrusionOk="0">
                  <a:moveTo>
                    <a:pt x="1" y="0"/>
                  </a:moveTo>
                  <a:cubicBezTo>
                    <a:pt x="1" y="0"/>
                    <a:pt x="638" y="1939"/>
                    <a:pt x="1" y="3039"/>
                  </a:cubicBezTo>
                  <a:lnTo>
                    <a:pt x="19572" y="5154"/>
                  </a:lnTo>
                  <a:cubicBezTo>
                    <a:pt x="20055" y="3837"/>
                    <a:pt x="19725" y="2114"/>
                    <a:pt x="19586" y="1681"/>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1" name="Google Shape;1301;p19"/>
            <p:cNvSpPr/>
            <p:nvPr/>
          </p:nvSpPr>
          <p:spPr>
            <a:xfrm>
              <a:off x="-593004" y="3695104"/>
              <a:ext cx="383166" cy="451013"/>
            </a:xfrm>
            <a:custGeom>
              <a:avLst/>
              <a:gdLst/>
              <a:ahLst/>
              <a:cxnLst/>
              <a:rect l="l" t="t" r="r" b="b"/>
              <a:pathLst>
                <a:path w="5896" h="6940" extrusionOk="0">
                  <a:moveTo>
                    <a:pt x="5370" y="0"/>
                  </a:moveTo>
                  <a:lnTo>
                    <a:pt x="14" y="3466"/>
                  </a:lnTo>
                  <a:cubicBezTo>
                    <a:pt x="153" y="3899"/>
                    <a:pt x="483" y="5622"/>
                    <a:pt x="0" y="6939"/>
                  </a:cubicBezTo>
                  <a:lnTo>
                    <a:pt x="14" y="6939"/>
                  </a:lnTo>
                  <a:lnTo>
                    <a:pt x="5370" y="3046"/>
                  </a:lnTo>
                  <a:cubicBezTo>
                    <a:pt x="5896" y="1294"/>
                    <a:pt x="5370" y="0"/>
                    <a:pt x="537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2" name="Google Shape;1302;p19"/>
            <p:cNvSpPr/>
            <p:nvPr/>
          </p:nvSpPr>
          <p:spPr>
            <a:xfrm>
              <a:off x="-1877297" y="3683667"/>
              <a:ext cx="1679277" cy="473824"/>
            </a:xfrm>
            <a:custGeom>
              <a:avLst/>
              <a:gdLst/>
              <a:ahLst/>
              <a:cxnLst/>
              <a:rect l="l" t="t" r="r" b="b"/>
              <a:pathLst>
                <a:path w="25840" h="7291" extrusionOk="0">
                  <a:moveTo>
                    <a:pt x="25136" y="0"/>
                  </a:moveTo>
                  <a:cubicBezTo>
                    <a:pt x="25102" y="0"/>
                    <a:pt x="25068" y="10"/>
                    <a:pt x="25041" y="29"/>
                  </a:cubicBezTo>
                  <a:lnTo>
                    <a:pt x="19734" y="3460"/>
                  </a:lnTo>
                  <a:lnTo>
                    <a:pt x="204" y="1780"/>
                  </a:lnTo>
                  <a:cubicBezTo>
                    <a:pt x="200" y="1779"/>
                    <a:pt x="196" y="1779"/>
                    <a:pt x="192" y="1779"/>
                  </a:cubicBezTo>
                  <a:cubicBezTo>
                    <a:pt x="100" y="1779"/>
                    <a:pt x="22" y="1853"/>
                    <a:pt x="16" y="1948"/>
                  </a:cubicBezTo>
                  <a:cubicBezTo>
                    <a:pt x="8" y="2038"/>
                    <a:pt x="78" y="2129"/>
                    <a:pt x="176" y="2136"/>
                  </a:cubicBezTo>
                  <a:lnTo>
                    <a:pt x="19762" y="3823"/>
                  </a:lnTo>
                  <a:cubicBezTo>
                    <a:pt x="19804" y="3823"/>
                    <a:pt x="19846" y="3816"/>
                    <a:pt x="19873" y="3796"/>
                  </a:cubicBezTo>
                  <a:lnTo>
                    <a:pt x="25034" y="449"/>
                  </a:lnTo>
                  <a:lnTo>
                    <a:pt x="25034" y="449"/>
                  </a:lnTo>
                  <a:cubicBezTo>
                    <a:pt x="25153" y="869"/>
                    <a:pt x="25342" y="1870"/>
                    <a:pt x="24985" y="3117"/>
                  </a:cubicBezTo>
                  <a:lnTo>
                    <a:pt x="19734" y="6932"/>
                  </a:lnTo>
                  <a:lnTo>
                    <a:pt x="211" y="4825"/>
                  </a:lnTo>
                  <a:cubicBezTo>
                    <a:pt x="203" y="4824"/>
                    <a:pt x="195" y="4823"/>
                    <a:pt x="187" y="4823"/>
                  </a:cubicBezTo>
                  <a:cubicBezTo>
                    <a:pt x="99" y="4823"/>
                    <a:pt x="22" y="4890"/>
                    <a:pt x="16" y="4979"/>
                  </a:cubicBezTo>
                  <a:cubicBezTo>
                    <a:pt x="1" y="5077"/>
                    <a:pt x="71" y="5161"/>
                    <a:pt x="169" y="5176"/>
                  </a:cubicBezTo>
                  <a:lnTo>
                    <a:pt x="19762" y="7290"/>
                  </a:lnTo>
                  <a:lnTo>
                    <a:pt x="19776" y="7290"/>
                  </a:lnTo>
                  <a:cubicBezTo>
                    <a:pt x="19818" y="7290"/>
                    <a:pt x="19853" y="7277"/>
                    <a:pt x="19880" y="7255"/>
                  </a:cubicBezTo>
                  <a:lnTo>
                    <a:pt x="25238" y="3369"/>
                  </a:lnTo>
                  <a:cubicBezTo>
                    <a:pt x="25273" y="3341"/>
                    <a:pt x="25293" y="3312"/>
                    <a:pt x="25308" y="3270"/>
                  </a:cubicBezTo>
                  <a:cubicBezTo>
                    <a:pt x="25839" y="1479"/>
                    <a:pt x="25322" y="161"/>
                    <a:pt x="25300" y="106"/>
                  </a:cubicBezTo>
                  <a:cubicBezTo>
                    <a:pt x="25280" y="57"/>
                    <a:pt x="25238" y="22"/>
                    <a:pt x="25189" y="8"/>
                  </a:cubicBezTo>
                  <a:cubicBezTo>
                    <a:pt x="25172" y="3"/>
                    <a:pt x="25154" y="0"/>
                    <a:pt x="2513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3" name="Google Shape;1303;p19"/>
            <p:cNvSpPr/>
            <p:nvPr/>
          </p:nvSpPr>
          <p:spPr>
            <a:xfrm>
              <a:off x="-1864949" y="4030962"/>
              <a:ext cx="1303324" cy="488186"/>
            </a:xfrm>
            <a:custGeom>
              <a:avLst/>
              <a:gdLst/>
              <a:ahLst/>
              <a:cxnLst/>
              <a:rect l="l" t="t" r="r" b="b"/>
              <a:pathLst>
                <a:path w="20055" h="7512" extrusionOk="0">
                  <a:moveTo>
                    <a:pt x="1" y="0"/>
                  </a:moveTo>
                  <a:lnTo>
                    <a:pt x="1" y="0"/>
                  </a:lnTo>
                  <a:cubicBezTo>
                    <a:pt x="1" y="0"/>
                    <a:pt x="673" y="3361"/>
                    <a:pt x="1" y="5195"/>
                  </a:cubicBezTo>
                  <a:lnTo>
                    <a:pt x="19572" y="7512"/>
                  </a:lnTo>
                  <a:cubicBezTo>
                    <a:pt x="20055" y="6196"/>
                    <a:pt x="19725" y="2583"/>
                    <a:pt x="19586" y="2156"/>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4" name="Google Shape;1304;p19"/>
            <p:cNvSpPr/>
            <p:nvPr/>
          </p:nvSpPr>
          <p:spPr>
            <a:xfrm>
              <a:off x="-593004" y="3920288"/>
              <a:ext cx="383166" cy="598860"/>
            </a:xfrm>
            <a:custGeom>
              <a:avLst/>
              <a:gdLst/>
              <a:ahLst/>
              <a:cxnLst/>
              <a:rect l="l" t="t" r="r" b="b"/>
              <a:pathLst>
                <a:path w="5896" h="9215" extrusionOk="0">
                  <a:moveTo>
                    <a:pt x="5370" y="1"/>
                  </a:moveTo>
                  <a:lnTo>
                    <a:pt x="14" y="3846"/>
                  </a:lnTo>
                  <a:cubicBezTo>
                    <a:pt x="14" y="3846"/>
                    <a:pt x="441" y="6639"/>
                    <a:pt x="0" y="9215"/>
                  </a:cubicBezTo>
                  <a:lnTo>
                    <a:pt x="14" y="9215"/>
                  </a:lnTo>
                  <a:lnTo>
                    <a:pt x="5370" y="5022"/>
                  </a:lnTo>
                  <a:cubicBezTo>
                    <a:pt x="5896" y="3271"/>
                    <a:pt x="5370" y="1"/>
                    <a:pt x="537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5" name="Google Shape;1305;p19"/>
            <p:cNvSpPr/>
            <p:nvPr/>
          </p:nvSpPr>
          <p:spPr>
            <a:xfrm>
              <a:off x="-1877297" y="3909110"/>
              <a:ext cx="1685126" cy="621995"/>
            </a:xfrm>
            <a:custGeom>
              <a:avLst/>
              <a:gdLst/>
              <a:ahLst/>
              <a:cxnLst/>
              <a:rect l="l" t="t" r="r" b="b"/>
              <a:pathLst>
                <a:path w="25930" h="9571" extrusionOk="0">
                  <a:moveTo>
                    <a:pt x="25132" y="0"/>
                  </a:moveTo>
                  <a:cubicBezTo>
                    <a:pt x="25096" y="0"/>
                    <a:pt x="25061" y="11"/>
                    <a:pt x="25034" y="33"/>
                  </a:cubicBezTo>
                  <a:lnTo>
                    <a:pt x="19782" y="3808"/>
                  </a:lnTo>
                  <a:lnTo>
                    <a:pt x="211" y="1699"/>
                  </a:lnTo>
                  <a:cubicBezTo>
                    <a:pt x="207" y="1698"/>
                    <a:pt x="202" y="1698"/>
                    <a:pt x="198" y="1698"/>
                  </a:cubicBezTo>
                  <a:cubicBezTo>
                    <a:pt x="106" y="1698"/>
                    <a:pt x="22" y="1767"/>
                    <a:pt x="16" y="1860"/>
                  </a:cubicBezTo>
                  <a:cubicBezTo>
                    <a:pt x="1" y="1959"/>
                    <a:pt x="71" y="2043"/>
                    <a:pt x="169" y="2057"/>
                  </a:cubicBezTo>
                  <a:lnTo>
                    <a:pt x="19811" y="4171"/>
                  </a:lnTo>
                  <a:cubicBezTo>
                    <a:pt x="19853" y="4171"/>
                    <a:pt x="19902" y="4164"/>
                    <a:pt x="19937" y="4135"/>
                  </a:cubicBezTo>
                  <a:lnTo>
                    <a:pt x="25021" y="480"/>
                  </a:lnTo>
                  <a:lnTo>
                    <a:pt x="25021" y="480"/>
                  </a:lnTo>
                  <a:cubicBezTo>
                    <a:pt x="25153" y="1168"/>
                    <a:pt x="25441" y="3127"/>
                    <a:pt x="24979" y="5095"/>
                  </a:cubicBezTo>
                  <a:lnTo>
                    <a:pt x="19727" y="9205"/>
                  </a:lnTo>
                  <a:lnTo>
                    <a:pt x="211" y="6895"/>
                  </a:lnTo>
                  <a:cubicBezTo>
                    <a:pt x="203" y="6894"/>
                    <a:pt x="195" y="6893"/>
                    <a:pt x="187" y="6893"/>
                  </a:cubicBezTo>
                  <a:cubicBezTo>
                    <a:pt x="100" y="6893"/>
                    <a:pt x="28" y="6959"/>
                    <a:pt x="16" y="7049"/>
                  </a:cubicBezTo>
                  <a:cubicBezTo>
                    <a:pt x="1" y="7147"/>
                    <a:pt x="71" y="7231"/>
                    <a:pt x="169" y="7244"/>
                  </a:cubicBezTo>
                  <a:lnTo>
                    <a:pt x="19762" y="9570"/>
                  </a:lnTo>
                  <a:lnTo>
                    <a:pt x="19776" y="9570"/>
                  </a:lnTo>
                  <a:cubicBezTo>
                    <a:pt x="19818" y="9570"/>
                    <a:pt x="19860" y="9555"/>
                    <a:pt x="19888" y="9528"/>
                  </a:cubicBezTo>
                  <a:lnTo>
                    <a:pt x="25244" y="5334"/>
                  </a:lnTo>
                  <a:cubicBezTo>
                    <a:pt x="25273" y="5312"/>
                    <a:pt x="25300" y="5278"/>
                    <a:pt x="25308" y="5236"/>
                  </a:cubicBezTo>
                  <a:cubicBezTo>
                    <a:pt x="25930" y="2700"/>
                    <a:pt x="25335" y="237"/>
                    <a:pt x="25308" y="131"/>
                  </a:cubicBezTo>
                  <a:cubicBezTo>
                    <a:pt x="25293" y="75"/>
                    <a:pt x="25251" y="26"/>
                    <a:pt x="25196" y="11"/>
                  </a:cubicBezTo>
                  <a:cubicBezTo>
                    <a:pt x="25175" y="4"/>
                    <a:pt x="25153" y="0"/>
                    <a:pt x="25132" y="0"/>
                  </a:cubicBezTo>
                  <a:close/>
                </a:path>
              </a:pathLst>
            </a:custGeom>
            <a:solidFill>
              <a:srgbClr val="FF94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6" name="Google Shape;1306;p19"/>
            <p:cNvSpPr/>
            <p:nvPr/>
          </p:nvSpPr>
          <p:spPr>
            <a:xfrm>
              <a:off x="-1864949" y="3594503"/>
              <a:ext cx="1303324" cy="304012"/>
            </a:xfrm>
            <a:custGeom>
              <a:avLst/>
              <a:gdLst/>
              <a:ahLst/>
              <a:cxnLst/>
              <a:rect l="l" t="t" r="r" b="b"/>
              <a:pathLst>
                <a:path w="20055" h="4678" extrusionOk="0">
                  <a:moveTo>
                    <a:pt x="1" y="1"/>
                  </a:moveTo>
                  <a:cubicBezTo>
                    <a:pt x="1" y="1"/>
                    <a:pt x="638" y="1940"/>
                    <a:pt x="1" y="3039"/>
                  </a:cubicBezTo>
                  <a:lnTo>
                    <a:pt x="19572" y="4678"/>
                  </a:lnTo>
                  <a:cubicBezTo>
                    <a:pt x="20055" y="3362"/>
                    <a:pt x="19725" y="2073"/>
                    <a:pt x="19586" y="1639"/>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7" name="Google Shape;1307;p19"/>
            <p:cNvSpPr/>
            <p:nvPr/>
          </p:nvSpPr>
          <p:spPr>
            <a:xfrm>
              <a:off x="-593004" y="3472521"/>
              <a:ext cx="383166" cy="425993"/>
            </a:xfrm>
            <a:custGeom>
              <a:avLst/>
              <a:gdLst/>
              <a:ahLst/>
              <a:cxnLst/>
              <a:rect l="l" t="t" r="r" b="b"/>
              <a:pathLst>
                <a:path w="5896" h="6555" extrusionOk="0">
                  <a:moveTo>
                    <a:pt x="5370" y="0"/>
                  </a:moveTo>
                  <a:lnTo>
                    <a:pt x="14" y="3516"/>
                  </a:lnTo>
                  <a:cubicBezTo>
                    <a:pt x="153" y="3950"/>
                    <a:pt x="483" y="5239"/>
                    <a:pt x="0" y="6555"/>
                  </a:cubicBezTo>
                  <a:lnTo>
                    <a:pt x="14" y="6555"/>
                  </a:lnTo>
                  <a:lnTo>
                    <a:pt x="5370" y="3039"/>
                  </a:lnTo>
                  <a:cubicBezTo>
                    <a:pt x="5896" y="1289"/>
                    <a:pt x="5370" y="0"/>
                    <a:pt x="537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8" name="Google Shape;1308;p19"/>
            <p:cNvSpPr/>
            <p:nvPr/>
          </p:nvSpPr>
          <p:spPr>
            <a:xfrm>
              <a:off x="-1876842" y="3461148"/>
              <a:ext cx="1678822" cy="448739"/>
            </a:xfrm>
            <a:custGeom>
              <a:avLst/>
              <a:gdLst/>
              <a:ahLst/>
              <a:cxnLst/>
              <a:rect l="l" t="t" r="r" b="b"/>
              <a:pathLst>
                <a:path w="25833" h="6905" extrusionOk="0">
                  <a:moveTo>
                    <a:pt x="25132" y="1"/>
                  </a:moveTo>
                  <a:cubicBezTo>
                    <a:pt x="25096" y="1"/>
                    <a:pt x="25060" y="10"/>
                    <a:pt x="25027" y="29"/>
                  </a:cubicBezTo>
                  <a:lnTo>
                    <a:pt x="19727" y="3508"/>
                  </a:lnTo>
                  <a:lnTo>
                    <a:pt x="197" y="1878"/>
                  </a:lnTo>
                  <a:cubicBezTo>
                    <a:pt x="189" y="1877"/>
                    <a:pt x="181" y="1876"/>
                    <a:pt x="173" y="1876"/>
                  </a:cubicBezTo>
                  <a:cubicBezTo>
                    <a:pt x="86" y="1876"/>
                    <a:pt x="15" y="1948"/>
                    <a:pt x="9" y="2038"/>
                  </a:cubicBezTo>
                  <a:cubicBezTo>
                    <a:pt x="1" y="2137"/>
                    <a:pt x="71" y="2221"/>
                    <a:pt x="169" y="2227"/>
                  </a:cubicBezTo>
                  <a:lnTo>
                    <a:pt x="19755" y="3866"/>
                  </a:lnTo>
                  <a:cubicBezTo>
                    <a:pt x="19763" y="3867"/>
                    <a:pt x="19770" y="3868"/>
                    <a:pt x="19777" y="3868"/>
                  </a:cubicBezTo>
                  <a:cubicBezTo>
                    <a:pt x="19812" y="3868"/>
                    <a:pt x="19844" y="3855"/>
                    <a:pt x="19866" y="3837"/>
                  </a:cubicBezTo>
                  <a:lnTo>
                    <a:pt x="25027" y="456"/>
                  </a:lnTo>
                  <a:lnTo>
                    <a:pt x="25027" y="456"/>
                  </a:lnTo>
                  <a:cubicBezTo>
                    <a:pt x="25146" y="870"/>
                    <a:pt x="25328" y="1863"/>
                    <a:pt x="24978" y="3103"/>
                  </a:cubicBezTo>
                  <a:lnTo>
                    <a:pt x="19727" y="6548"/>
                  </a:lnTo>
                  <a:lnTo>
                    <a:pt x="197" y="4916"/>
                  </a:lnTo>
                  <a:cubicBezTo>
                    <a:pt x="190" y="4915"/>
                    <a:pt x="182" y="4915"/>
                    <a:pt x="175" y="4915"/>
                  </a:cubicBezTo>
                  <a:cubicBezTo>
                    <a:pt x="87" y="4915"/>
                    <a:pt x="15" y="4986"/>
                    <a:pt x="9" y="5078"/>
                  </a:cubicBezTo>
                  <a:cubicBezTo>
                    <a:pt x="1" y="5175"/>
                    <a:pt x="71" y="5259"/>
                    <a:pt x="169" y="5266"/>
                  </a:cubicBezTo>
                  <a:lnTo>
                    <a:pt x="19755" y="6904"/>
                  </a:lnTo>
                  <a:lnTo>
                    <a:pt x="19769" y="6904"/>
                  </a:lnTo>
                  <a:cubicBezTo>
                    <a:pt x="19804" y="6904"/>
                    <a:pt x="19839" y="6898"/>
                    <a:pt x="19866" y="6877"/>
                  </a:cubicBezTo>
                  <a:lnTo>
                    <a:pt x="25224" y="3362"/>
                  </a:lnTo>
                  <a:cubicBezTo>
                    <a:pt x="25259" y="3340"/>
                    <a:pt x="25286" y="3306"/>
                    <a:pt x="25301" y="3271"/>
                  </a:cubicBezTo>
                  <a:cubicBezTo>
                    <a:pt x="25832" y="1471"/>
                    <a:pt x="25315" y="169"/>
                    <a:pt x="25293" y="113"/>
                  </a:cubicBezTo>
                  <a:cubicBezTo>
                    <a:pt x="25273" y="63"/>
                    <a:pt x="25231" y="21"/>
                    <a:pt x="25182" y="7"/>
                  </a:cubicBezTo>
                  <a:cubicBezTo>
                    <a:pt x="25166" y="3"/>
                    <a:pt x="25149" y="1"/>
                    <a:pt x="2513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9" name="Google Shape;1309;p19"/>
            <p:cNvSpPr/>
            <p:nvPr/>
          </p:nvSpPr>
          <p:spPr>
            <a:xfrm>
              <a:off x="-1864949" y="3369190"/>
              <a:ext cx="1618774" cy="331891"/>
            </a:xfrm>
            <a:custGeom>
              <a:avLst/>
              <a:gdLst/>
              <a:ahLst/>
              <a:cxnLst/>
              <a:rect l="l" t="t" r="r" b="b"/>
              <a:pathLst>
                <a:path w="24909" h="5107" extrusionOk="0">
                  <a:moveTo>
                    <a:pt x="5931" y="1"/>
                  </a:moveTo>
                  <a:lnTo>
                    <a:pt x="1" y="3468"/>
                  </a:lnTo>
                  <a:lnTo>
                    <a:pt x="19586" y="5106"/>
                  </a:lnTo>
                  <a:lnTo>
                    <a:pt x="24908" y="1590"/>
                  </a:lnTo>
                  <a:lnTo>
                    <a:pt x="593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0" name="Google Shape;1310;p19"/>
            <p:cNvSpPr/>
            <p:nvPr/>
          </p:nvSpPr>
          <p:spPr>
            <a:xfrm>
              <a:off x="-1877297" y="3357817"/>
              <a:ext cx="1643729" cy="354572"/>
            </a:xfrm>
            <a:custGeom>
              <a:avLst/>
              <a:gdLst/>
              <a:ahLst/>
              <a:cxnLst/>
              <a:rect l="l" t="t" r="r" b="b"/>
              <a:pathLst>
                <a:path w="25293" h="5456" extrusionOk="0">
                  <a:moveTo>
                    <a:pt x="6163" y="359"/>
                  </a:moveTo>
                  <a:lnTo>
                    <a:pt x="24579" y="1898"/>
                  </a:lnTo>
                  <a:lnTo>
                    <a:pt x="19734" y="5098"/>
                  </a:lnTo>
                  <a:lnTo>
                    <a:pt x="764" y="3510"/>
                  </a:lnTo>
                  <a:lnTo>
                    <a:pt x="6163" y="359"/>
                  </a:lnTo>
                  <a:close/>
                  <a:moveTo>
                    <a:pt x="6142" y="1"/>
                  </a:moveTo>
                  <a:cubicBezTo>
                    <a:pt x="6100" y="1"/>
                    <a:pt x="6066" y="8"/>
                    <a:pt x="6037" y="23"/>
                  </a:cubicBezTo>
                  <a:lnTo>
                    <a:pt x="100" y="3488"/>
                  </a:lnTo>
                  <a:cubicBezTo>
                    <a:pt x="36" y="3523"/>
                    <a:pt x="1" y="3607"/>
                    <a:pt x="16" y="3678"/>
                  </a:cubicBezTo>
                  <a:cubicBezTo>
                    <a:pt x="36" y="3754"/>
                    <a:pt x="100" y="3811"/>
                    <a:pt x="176" y="3817"/>
                  </a:cubicBezTo>
                  <a:lnTo>
                    <a:pt x="19762" y="5456"/>
                  </a:lnTo>
                  <a:lnTo>
                    <a:pt x="19776" y="5456"/>
                  </a:lnTo>
                  <a:cubicBezTo>
                    <a:pt x="19811" y="5456"/>
                    <a:pt x="19846" y="5449"/>
                    <a:pt x="19873" y="5427"/>
                  </a:cubicBezTo>
                  <a:lnTo>
                    <a:pt x="25196" y="1913"/>
                  </a:lnTo>
                  <a:cubicBezTo>
                    <a:pt x="25258" y="1871"/>
                    <a:pt x="25293" y="1794"/>
                    <a:pt x="25273" y="1723"/>
                  </a:cubicBezTo>
                  <a:cubicBezTo>
                    <a:pt x="25251" y="1653"/>
                    <a:pt x="25189" y="1597"/>
                    <a:pt x="25118" y="1591"/>
                  </a:cubicBezTo>
                  <a:lnTo>
                    <a:pt x="614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1" name="Google Shape;1311;p19"/>
            <p:cNvSpPr/>
            <p:nvPr/>
          </p:nvSpPr>
          <p:spPr>
            <a:xfrm>
              <a:off x="-1494063" y="4615918"/>
              <a:ext cx="43217" cy="38473"/>
            </a:xfrm>
            <a:custGeom>
              <a:avLst/>
              <a:gdLst/>
              <a:ahLst/>
              <a:cxnLst/>
              <a:rect l="l" t="t" r="r" b="b"/>
              <a:pathLst>
                <a:path w="665" h="592" extrusionOk="0">
                  <a:moveTo>
                    <a:pt x="548" y="0"/>
                  </a:moveTo>
                  <a:cubicBezTo>
                    <a:pt x="190" y="0"/>
                    <a:pt x="1" y="87"/>
                    <a:pt x="1" y="87"/>
                  </a:cubicBezTo>
                  <a:cubicBezTo>
                    <a:pt x="63" y="417"/>
                    <a:pt x="329" y="591"/>
                    <a:pt x="329" y="591"/>
                  </a:cubicBezTo>
                  <a:lnTo>
                    <a:pt x="665" y="3"/>
                  </a:lnTo>
                  <a:cubicBezTo>
                    <a:pt x="624" y="1"/>
                    <a:pt x="585" y="0"/>
                    <a:pt x="548" y="0"/>
                  </a:cubicBezTo>
                  <a:close/>
                </a:path>
              </a:pathLst>
            </a:custGeom>
            <a:solidFill>
              <a:srgbClr val="F976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312" name="Google Shape;1312;p19"/>
          <p:cNvGrpSpPr/>
          <p:nvPr/>
        </p:nvGrpSpPr>
        <p:grpSpPr>
          <a:xfrm>
            <a:off x="715100" y="3616796"/>
            <a:ext cx="1522880" cy="991699"/>
            <a:chOff x="3083826" y="2041643"/>
            <a:chExt cx="1017220" cy="662413"/>
          </a:xfrm>
        </p:grpSpPr>
        <p:sp>
          <p:nvSpPr>
            <p:cNvPr id="1313" name="Google Shape;1313;p19"/>
            <p:cNvSpPr/>
            <p:nvPr/>
          </p:nvSpPr>
          <p:spPr>
            <a:xfrm>
              <a:off x="3121123" y="2278057"/>
              <a:ext cx="545785" cy="425999"/>
            </a:xfrm>
            <a:custGeom>
              <a:avLst/>
              <a:gdLst/>
              <a:ahLst/>
              <a:cxnLst/>
              <a:rect l="l" t="t" r="r" b="b"/>
              <a:pathLst>
                <a:path w="17633" h="13763" extrusionOk="0">
                  <a:moveTo>
                    <a:pt x="3327" y="0"/>
                  </a:moveTo>
                  <a:lnTo>
                    <a:pt x="1626" y="3076"/>
                  </a:lnTo>
                  <a:cubicBezTo>
                    <a:pt x="1" y="5749"/>
                    <a:pt x="1807" y="9818"/>
                    <a:pt x="5666" y="12164"/>
                  </a:cubicBezTo>
                  <a:cubicBezTo>
                    <a:pt x="7427" y="13236"/>
                    <a:pt x="9311" y="13763"/>
                    <a:pt x="10994" y="13763"/>
                  </a:cubicBezTo>
                  <a:cubicBezTo>
                    <a:pt x="12992" y="13763"/>
                    <a:pt x="14706" y="13021"/>
                    <a:pt x="15588" y="11569"/>
                  </a:cubicBezTo>
                  <a:lnTo>
                    <a:pt x="17633" y="8060"/>
                  </a:lnTo>
                  <a:lnTo>
                    <a:pt x="3327"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4" name="Google Shape;1314;p19"/>
            <p:cNvSpPr/>
            <p:nvPr/>
          </p:nvSpPr>
          <p:spPr>
            <a:xfrm>
              <a:off x="3083826" y="2041643"/>
              <a:ext cx="808479" cy="651426"/>
            </a:xfrm>
            <a:custGeom>
              <a:avLst/>
              <a:gdLst/>
              <a:ahLst/>
              <a:cxnLst/>
              <a:rect l="l" t="t" r="r" b="b"/>
              <a:pathLst>
                <a:path w="26120" h="21046" extrusionOk="0">
                  <a:moveTo>
                    <a:pt x="18006" y="0"/>
                  </a:moveTo>
                  <a:cubicBezTo>
                    <a:pt x="17975" y="0"/>
                    <a:pt x="17944" y="2"/>
                    <a:pt x="17914" y="7"/>
                  </a:cubicBezTo>
                  <a:lnTo>
                    <a:pt x="646" y="2506"/>
                  </a:lnTo>
                  <a:cubicBezTo>
                    <a:pt x="246" y="2563"/>
                    <a:pt x="1" y="2983"/>
                    <a:pt x="155" y="3361"/>
                  </a:cubicBezTo>
                  <a:lnTo>
                    <a:pt x="7291" y="20656"/>
                  </a:lnTo>
                  <a:cubicBezTo>
                    <a:pt x="7393" y="20897"/>
                    <a:pt x="7625" y="21046"/>
                    <a:pt x="7876" y="21046"/>
                  </a:cubicBezTo>
                  <a:cubicBezTo>
                    <a:pt x="7903" y="21046"/>
                    <a:pt x="7930" y="21044"/>
                    <a:pt x="7956" y="21040"/>
                  </a:cubicBezTo>
                  <a:lnTo>
                    <a:pt x="25469" y="18639"/>
                  </a:lnTo>
                  <a:cubicBezTo>
                    <a:pt x="25874" y="18584"/>
                    <a:pt x="26120" y="18157"/>
                    <a:pt x="25958" y="17779"/>
                  </a:cubicBezTo>
                  <a:lnTo>
                    <a:pt x="18579" y="378"/>
                  </a:lnTo>
                  <a:cubicBezTo>
                    <a:pt x="18479" y="147"/>
                    <a:pt x="18251" y="0"/>
                    <a:pt x="1800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5" name="Google Shape;1315;p19"/>
            <p:cNvSpPr/>
            <p:nvPr/>
          </p:nvSpPr>
          <p:spPr>
            <a:xfrm>
              <a:off x="3612059" y="2286322"/>
              <a:ext cx="47667" cy="44881"/>
            </a:xfrm>
            <a:custGeom>
              <a:avLst/>
              <a:gdLst/>
              <a:ahLst/>
              <a:cxnLst/>
              <a:rect l="l" t="t" r="r" b="b"/>
              <a:pathLst>
                <a:path w="1540" h="1450" extrusionOk="0">
                  <a:moveTo>
                    <a:pt x="768" y="0"/>
                  </a:moveTo>
                  <a:cubicBezTo>
                    <a:pt x="416" y="0"/>
                    <a:pt x="107" y="264"/>
                    <a:pt x="56" y="624"/>
                  </a:cubicBezTo>
                  <a:cubicBezTo>
                    <a:pt x="1" y="1022"/>
                    <a:pt x="273" y="1387"/>
                    <a:pt x="673" y="1442"/>
                  </a:cubicBezTo>
                  <a:cubicBezTo>
                    <a:pt x="706" y="1447"/>
                    <a:pt x="739" y="1449"/>
                    <a:pt x="772" y="1449"/>
                  </a:cubicBezTo>
                  <a:cubicBezTo>
                    <a:pt x="1124" y="1449"/>
                    <a:pt x="1434" y="1185"/>
                    <a:pt x="1485" y="826"/>
                  </a:cubicBezTo>
                  <a:cubicBezTo>
                    <a:pt x="1540" y="427"/>
                    <a:pt x="1268" y="63"/>
                    <a:pt x="868" y="7"/>
                  </a:cubicBezTo>
                  <a:cubicBezTo>
                    <a:pt x="834" y="3"/>
                    <a:pt x="801" y="0"/>
                    <a:pt x="76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6" name="Google Shape;1316;p19"/>
            <p:cNvSpPr/>
            <p:nvPr/>
          </p:nvSpPr>
          <p:spPr>
            <a:xfrm>
              <a:off x="3638059" y="2163781"/>
              <a:ext cx="395356" cy="130991"/>
            </a:xfrm>
            <a:custGeom>
              <a:avLst/>
              <a:gdLst/>
              <a:ahLst/>
              <a:cxnLst/>
              <a:rect l="l" t="t" r="r" b="b"/>
              <a:pathLst>
                <a:path w="12773" h="4232" extrusionOk="0">
                  <a:moveTo>
                    <a:pt x="12611" y="0"/>
                  </a:moveTo>
                  <a:cubicBezTo>
                    <a:pt x="12557" y="0"/>
                    <a:pt x="12506" y="35"/>
                    <a:pt x="12486" y="94"/>
                  </a:cubicBezTo>
                  <a:cubicBezTo>
                    <a:pt x="11928" y="1518"/>
                    <a:pt x="10638" y="2185"/>
                    <a:pt x="8315" y="2185"/>
                  </a:cubicBezTo>
                  <a:cubicBezTo>
                    <a:pt x="7600" y="2185"/>
                    <a:pt x="6787" y="2122"/>
                    <a:pt x="5868" y="1998"/>
                  </a:cubicBezTo>
                  <a:cubicBezTo>
                    <a:pt x="5438" y="1941"/>
                    <a:pt x="5036" y="1915"/>
                    <a:pt x="4660" y="1915"/>
                  </a:cubicBezTo>
                  <a:cubicBezTo>
                    <a:pt x="1296" y="1915"/>
                    <a:pt x="55" y="3998"/>
                    <a:pt x="43" y="4022"/>
                  </a:cubicBezTo>
                  <a:cubicBezTo>
                    <a:pt x="1" y="4086"/>
                    <a:pt x="21" y="4176"/>
                    <a:pt x="92" y="4212"/>
                  </a:cubicBezTo>
                  <a:cubicBezTo>
                    <a:pt x="112" y="4225"/>
                    <a:pt x="134" y="4232"/>
                    <a:pt x="161" y="4232"/>
                  </a:cubicBezTo>
                  <a:cubicBezTo>
                    <a:pt x="211" y="4232"/>
                    <a:pt x="253" y="4205"/>
                    <a:pt x="280" y="4163"/>
                  </a:cubicBezTo>
                  <a:cubicBezTo>
                    <a:pt x="293" y="4137"/>
                    <a:pt x="1464" y="2192"/>
                    <a:pt x="4665" y="2192"/>
                  </a:cubicBezTo>
                  <a:cubicBezTo>
                    <a:pt x="5027" y="2192"/>
                    <a:pt x="5416" y="2217"/>
                    <a:pt x="5832" y="2272"/>
                  </a:cubicBezTo>
                  <a:cubicBezTo>
                    <a:pt x="6762" y="2397"/>
                    <a:pt x="7586" y="2461"/>
                    <a:pt x="8315" y="2461"/>
                  </a:cubicBezTo>
                  <a:cubicBezTo>
                    <a:pt x="10772" y="2461"/>
                    <a:pt x="12139" y="1737"/>
                    <a:pt x="12744" y="192"/>
                  </a:cubicBezTo>
                  <a:cubicBezTo>
                    <a:pt x="12773" y="121"/>
                    <a:pt x="12738" y="37"/>
                    <a:pt x="12660" y="10"/>
                  </a:cubicBezTo>
                  <a:cubicBezTo>
                    <a:pt x="12644" y="4"/>
                    <a:pt x="12627" y="0"/>
                    <a:pt x="1261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7" name="Google Shape;1317;p19"/>
            <p:cNvSpPr/>
            <p:nvPr/>
          </p:nvSpPr>
          <p:spPr>
            <a:xfrm>
              <a:off x="3647809" y="2206526"/>
              <a:ext cx="453237" cy="103227"/>
            </a:xfrm>
            <a:custGeom>
              <a:avLst/>
              <a:gdLst/>
              <a:ahLst/>
              <a:cxnLst/>
              <a:rect l="l" t="t" r="r" b="b"/>
              <a:pathLst>
                <a:path w="14643" h="3335" extrusionOk="0">
                  <a:moveTo>
                    <a:pt x="14481" y="1"/>
                  </a:moveTo>
                  <a:cubicBezTo>
                    <a:pt x="14430" y="1"/>
                    <a:pt x="14380" y="29"/>
                    <a:pt x="14355" y="78"/>
                  </a:cubicBezTo>
                  <a:cubicBezTo>
                    <a:pt x="13386" y="2106"/>
                    <a:pt x="11334" y="2733"/>
                    <a:pt x="8870" y="2733"/>
                  </a:cubicBezTo>
                  <a:cubicBezTo>
                    <a:pt x="7522" y="2733"/>
                    <a:pt x="6051" y="2546"/>
                    <a:pt x="4566" y="2298"/>
                  </a:cubicBezTo>
                  <a:cubicBezTo>
                    <a:pt x="4018" y="2207"/>
                    <a:pt x="3526" y="2169"/>
                    <a:pt x="3088" y="2169"/>
                  </a:cubicBezTo>
                  <a:cubicBezTo>
                    <a:pt x="970" y="2169"/>
                    <a:pt x="96" y="3057"/>
                    <a:pt x="49" y="3103"/>
                  </a:cubicBezTo>
                  <a:cubicBezTo>
                    <a:pt x="0" y="3160"/>
                    <a:pt x="0" y="3244"/>
                    <a:pt x="56" y="3299"/>
                  </a:cubicBezTo>
                  <a:cubicBezTo>
                    <a:pt x="84" y="3328"/>
                    <a:pt x="119" y="3335"/>
                    <a:pt x="155" y="3335"/>
                  </a:cubicBezTo>
                  <a:cubicBezTo>
                    <a:pt x="190" y="3335"/>
                    <a:pt x="224" y="3320"/>
                    <a:pt x="252" y="3293"/>
                  </a:cubicBezTo>
                  <a:cubicBezTo>
                    <a:pt x="263" y="3287"/>
                    <a:pt x="1097" y="2450"/>
                    <a:pt x="3116" y="2450"/>
                  </a:cubicBezTo>
                  <a:cubicBezTo>
                    <a:pt x="3534" y="2450"/>
                    <a:pt x="4002" y="2485"/>
                    <a:pt x="4524" y="2572"/>
                  </a:cubicBezTo>
                  <a:cubicBezTo>
                    <a:pt x="5608" y="2752"/>
                    <a:pt x="7165" y="3012"/>
                    <a:pt x="8754" y="3012"/>
                  </a:cubicBezTo>
                  <a:cubicBezTo>
                    <a:pt x="11107" y="3012"/>
                    <a:pt x="13533" y="2442"/>
                    <a:pt x="14607" y="197"/>
                  </a:cubicBezTo>
                  <a:cubicBezTo>
                    <a:pt x="14643" y="127"/>
                    <a:pt x="14614" y="51"/>
                    <a:pt x="14544" y="16"/>
                  </a:cubicBezTo>
                  <a:cubicBezTo>
                    <a:pt x="14523" y="5"/>
                    <a:pt x="14502" y="1"/>
                    <a:pt x="1448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8" name="Google Shape;1318;p19"/>
            <p:cNvSpPr/>
            <p:nvPr/>
          </p:nvSpPr>
          <p:spPr>
            <a:xfrm>
              <a:off x="3638276" y="2170498"/>
              <a:ext cx="410771" cy="124274"/>
            </a:xfrm>
            <a:custGeom>
              <a:avLst/>
              <a:gdLst/>
              <a:ahLst/>
              <a:cxnLst/>
              <a:rect l="l" t="t" r="r" b="b"/>
              <a:pathLst>
                <a:path w="13271" h="4015" extrusionOk="0">
                  <a:moveTo>
                    <a:pt x="13113" y="0"/>
                  </a:moveTo>
                  <a:cubicBezTo>
                    <a:pt x="13057" y="0"/>
                    <a:pt x="13003" y="33"/>
                    <a:pt x="12983" y="87"/>
                  </a:cubicBezTo>
                  <a:cubicBezTo>
                    <a:pt x="12336" y="1676"/>
                    <a:pt x="10778" y="2459"/>
                    <a:pt x="8246" y="2459"/>
                  </a:cubicBezTo>
                  <a:cubicBezTo>
                    <a:pt x="7429" y="2459"/>
                    <a:pt x="6511" y="2377"/>
                    <a:pt x="5489" y="2215"/>
                  </a:cubicBezTo>
                  <a:cubicBezTo>
                    <a:pt x="5082" y="2151"/>
                    <a:pt x="4697" y="2122"/>
                    <a:pt x="4333" y="2122"/>
                  </a:cubicBezTo>
                  <a:cubicBezTo>
                    <a:pt x="1568" y="2122"/>
                    <a:pt x="67" y="3765"/>
                    <a:pt x="49" y="3785"/>
                  </a:cubicBezTo>
                  <a:cubicBezTo>
                    <a:pt x="1" y="3840"/>
                    <a:pt x="1" y="3924"/>
                    <a:pt x="63" y="3979"/>
                  </a:cubicBezTo>
                  <a:cubicBezTo>
                    <a:pt x="85" y="4001"/>
                    <a:pt x="120" y="4015"/>
                    <a:pt x="154" y="4015"/>
                  </a:cubicBezTo>
                  <a:cubicBezTo>
                    <a:pt x="189" y="4015"/>
                    <a:pt x="231" y="4001"/>
                    <a:pt x="259" y="3966"/>
                  </a:cubicBezTo>
                  <a:cubicBezTo>
                    <a:pt x="271" y="3948"/>
                    <a:pt x="1694" y="2405"/>
                    <a:pt x="4324" y="2405"/>
                  </a:cubicBezTo>
                  <a:cubicBezTo>
                    <a:pt x="4677" y="2405"/>
                    <a:pt x="5051" y="2433"/>
                    <a:pt x="5447" y="2496"/>
                  </a:cubicBezTo>
                  <a:cubicBezTo>
                    <a:pt x="6475" y="2658"/>
                    <a:pt x="7403" y="2740"/>
                    <a:pt x="8231" y="2740"/>
                  </a:cubicBezTo>
                  <a:cubicBezTo>
                    <a:pt x="10899" y="2740"/>
                    <a:pt x="12547" y="1895"/>
                    <a:pt x="13242" y="192"/>
                  </a:cubicBezTo>
                  <a:cubicBezTo>
                    <a:pt x="13270" y="123"/>
                    <a:pt x="13235" y="45"/>
                    <a:pt x="13164" y="10"/>
                  </a:cubicBezTo>
                  <a:cubicBezTo>
                    <a:pt x="13148" y="3"/>
                    <a:pt x="13130" y="0"/>
                    <a:pt x="1311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9" name="Google Shape;1319;p19"/>
            <p:cNvSpPr/>
            <p:nvPr/>
          </p:nvSpPr>
          <p:spPr>
            <a:xfrm>
              <a:off x="3641959" y="2181331"/>
              <a:ext cx="423987" cy="116939"/>
            </a:xfrm>
            <a:custGeom>
              <a:avLst/>
              <a:gdLst/>
              <a:ahLst/>
              <a:cxnLst/>
              <a:rect l="l" t="t" r="r" b="b"/>
              <a:pathLst>
                <a:path w="13698" h="3778" extrusionOk="0">
                  <a:moveTo>
                    <a:pt x="13537" y="0"/>
                  </a:moveTo>
                  <a:cubicBezTo>
                    <a:pt x="13488" y="0"/>
                    <a:pt x="13441" y="25"/>
                    <a:pt x="13417" y="73"/>
                  </a:cubicBezTo>
                  <a:cubicBezTo>
                    <a:pt x="12354" y="2123"/>
                    <a:pt x="10298" y="2628"/>
                    <a:pt x="8299" y="2628"/>
                  </a:cubicBezTo>
                  <a:cubicBezTo>
                    <a:pt x="7137" y="2628"/>
                    <a:pt x="5993" y="2457"/>
                    <a:pt x="5076" y="2320"/>
                  </a:cubicBezTo>
                  <a:cubicBezTo>
                    <a:pt x="4627" y="2252"/>
                    <a:pt x="4209" y="2223"/>
                    <a:pt x="3823" y="2223"/>
                  </a:cubicBezTo>
                  <a:cubicBezTo>
                    <a:pt x="1302" y="2223"/>
                    <a:pt x="109" y="3480"/>
                    <a:pt x="50" y="3545"/>
                  </a:cubicBezTo>
                  <a:cubicBezTo>
                    <a:pt x="1" y="3603"/>
                    <a:pt x="1" y="3687"/>
                    <a:pt x="56" y="3742"/>
                  </a:cubicBezTo>
                  <a:cubicBezTo>
                    <a:pt x="85" y="3764"/>
                    <a:pt x="119" y="3777"/>
                    <a:pt x="154" y="3777"/>
                  </a:cubicBezTo>
                  <a:cubicBezTo>
                    <a:pt x="189" y="3777"/>
                    <a:pt x="224" y="3764"/>
                    <a:pt x="253" y="3735"/>
                  </a:cubicBezTo>
                  <a:cubicBezTo>
                    <a:pt x="271" y="3716"/>
                    <a:pt x="1431" y="2503"/>
                    <a:pt x="3853" y="2503"/>
                  </a:cubicBezTo>
                  <a:cubicBezTo>
                    <a:pt x="4218" y="2503"/>
                    <a:pt x="4611" y="2531"/>
                    <a:pt x="5034" y="2594"/>
                  </a:cubicBezTo>
                  <a:cubicBezTo>
                    <a:pt x="5967" y="2734"/>
                    <a:pt x="7129" y="2909"/>
                    <a:pt x="8316" y="2909"/>
                  </a:cubicBezTo>
                  <a:cubicBezTo>
                    <a:pt x="10389" y="2909"/>
                    <a:pt x="12536" y="2377"/>
                    <a:pt x="13662" y="200"/>
                  </a:cubicBezTo>
                  <a:cubicBezTo>
                    <a:pt x="13697" y="136"/>
                    <a:pt x="13669" y="52"/>
                    <a:pt x="13605" y="16"/>
                  </a:cubicBezTo>
                  <a:cubicBezTo>
                    <a:pt x="13583" y="6"/>
                    <a:pt x="13560" y="0"/>
                    <a:pt x="1353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0" name="Google Shape;1320;p19"/>
            <p:cNvSpPr/>
            <p:nvPr/>
          </p:nvSpPr>
          <p:spPr>
            <a:xfrm>
              <a:off x="3646076" y="2194517"/>
              <a:ext cx="437390" cy="111119"/>
            </a:xfrm>
            <a:custGeom>
              <a:avLst/>
              <a:gdLst/>
              <a:ahLst/>
              <a:cxnLst/>
              <a:rect l="l" t="t" r="r" b="b"/>
              <a:pathLst>
                <a:path w="14131" h="3590" extrusionOk="0">
                  <a:moveTo>
                    <a:pt x="13976" y="0"/>
                  </a:moveTo>
                  <a:cubicBezTo>
                    <a:pt x="13922" y="0"/>
                    <a:pt x="13869" y="27"/>
                    <a:pt x="13843" y="74"/>
                  </a:cubicBezTo>
                  <a:cubicBezTo>
                    <a:pt x="12763" y="2261"/>
                    <a:pt x="10155" y="2668"/>
                    <a:pt x="8356" y="2668"/>
                  </a:cubicBezTo>
                  <a:cubicBezTo>
                    <a:pt x="7297" y="2668"/>
                    <a:pt x="6519" y="2527"/>
                    <a:pt x="6498" y="2525"/>
                  </a:cubicBezTo>
                  <a:cubicBezTo>
                    <a:pt x="5287" y="2305"/>
                    <a:pt x="4298" y="2219"/>
                    <a:pt x="3492" y="2219"/>
                  </a:cubicBezTo>
                  <a:cubicBezTo>
                    <a:pt x="597" y="2219"/>
                    <a:pt x="55" y="3333"/>
                    <a:pt x="28" y="3393"/>
                  </a:cubicBezTo>
                  <a:cubicBezTo>
                    <a:pt x="1" y="3464"/>
                    <a:pt x="28" y="3540"/>
                    <a:pt x="98" y="3575"/>
                  </a:cubicBezTo>
                  <a:cubicBezTo>
                    <a:pt x="120" y="3582"/>
                    <a:pt x="133" y="3590"/>
                    <a:pt x="154" y="3590"/>
                  </a:cubicBezTo>
                  <a:cubicBezTo>
                    <a:pt x="211" y="3590"/>
                    <a:pt x="260" y="3555"/>
                    <a:pt x="280" y="3506"/>
                  </a:cubicBezTo>
                  <a:cubicBezTo>
                    <a:pt x="286" y="3494"/>
                    <a:pt x="801" y="2499"/>
                    <a:pt x="3500" y="2499"/>
                  </a:cubicBezTo>
                  <a:cubicBezTo>
                    <a:pt x="4284" y="2499"/>
                    <a:pt x="5250" y="2583"/>
                    <a:pt x="6442" y="2798"/>
                  </a:cubicBezTo>
                  <a:cubicBezTo>
                    <a:pt x="6466" y="2801"/>
                    <a:pt x="7260" y="2945"/>
                    <a:pt x="8345" y="2945"/>
                  </a:cubicBezTo>
                  <a:cubicBezTo>
                    <a:pt x="10214" y="2945"/>
                    <a:pt x="12948" y="2517"/>
                    <a:pt x="14095" y="200"/>
                  </a:cubicBezTo>
                  <a:cubicBezTo>
                    <a:pt x="14131" y="130"/>
                    <a:pt x="14102" y="46"/>
                    <a:pt x="14033" y="10"/>
                  </a:cubicBezTo>
                  <a:cubicBezTo>
                    <a:pt x="14015" y="3"/>
                    <a:pt x="13995" y="0"/>
                    <a:pt x="1397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1" name="Google Shape;1321;p19"/>
            <p:cNvSpPr/>
            <p:nvPr/>
          </p:nvSpPr>
          <p:spPr>
            <a:xfrm>
              <a:off x="3528147" y="2317057"/>
              <a:ext cx="97377" cy="23029"/>
            </a:xfrm>
            <a:custGeom>
              <a:avLst/>
              <a:gdLst/>
              <a:ahLst/>
              <a:cxnLst/>
              <a:rect l="l" t="t" r="r" b="b"/>
              <a:pathLst>
                <a:path w="3146" h="744" extrusionOk="0">
                  <a:moveTo>
                    <a:pt x="2970" y="1"/>
                  </a:moveTo>
                  <a:cubicBezTo>
                    <a:pt x="2937" y="25"/>
                    <a:pt x="2369" y="470"/>
                    <a:pt x="1499" y="470"/>
                  </a:cubicBezTo>
                  <a:cubicBezTo>
                    <a:pt x="1100" y="470"/>
                    <a:pt x="637" y="377"/>
                    <a:pt x="134" y="107"/>
                  </a:cubicBezTo>
                  <a:lnTo>
                    <a:pt x="1" y="352"/>
                  </a:lnTo>
                  <a:cubicBezTo>
                    <a:pt x="540" y="646"/>
                    <a:pt x="1045" y="743"/>
                    <a:pt x="1485" y="743"/>
                  </a:cubicBezTo>
                  <a:cubicBezTo>
                    <a:pt x="2480" y="743"/>
                    <a:pt x="3138" y="219"/>
                    <a:pt x="3145" y="211"/>
                  </a:cubicBezTo>
                  <a:lnTo>
                    <a:pt x="297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2" name="Google Shape;1322;p19"/>
            <p:cNvSpPr/>
            <p:nvPr/>
          </p:nvSpPr>
          <p:spPr>
            <a:xfrm>
              <a:off x="3463828" y="2284619"/>
              <a:ext cx="90381" cy="69736"/>
            </a:xfrm>
            <a:custGeom>
              <a:avLst/>
              <a:gdLst/>
              <a:ahLst/>
              <a:cxnLst/>
              <a:rect l="l" t="t" r="r" b="b"/>
              <a:pathLst>
                <a:path w="2920" h="2253" extrusionOk="0">
                  <a:moveTo>
                    <a:pt x="1163" y="1"/>
                  </a:moveTo>
                  <a:cubicBezTo>
                    <a:pt x="790" y="1"/>
                    <a:pt x="461" y="153"/>
                    <a:pt x="294" y="440"/>
                  </a:cubicBezTo>
                  <a:cubicBezTo>
                    <a:pt x="0" y="938"/>
                    <a:pt x="294" y="1637"/>
                    <a:pt x="938" y="2015"/>
                  </a:cubicBezTo>
                  <a:cubicBezTo>
                    <a:pt x="1205" y="2175"/>
                    <a:pt x="1491" y="2252"/>
                    <a:pt x="1756" y="2252"/>
                  </a:cubicBezTo>
                  <a:cubicBezTo>
                    <a:pt x="2128" y="2252"/>
                    <a:pt x="2457" y="2099"/>
                    <a:pt x="2625" y="1813"/>
                  </a:cubicBezTo>
                  <a:cubicBezTo>
                    <a:pt x="2919" y="1316"/>
                    <a:pt x="2625" y="615"/>
                    <a:pt x="1981" y="237"/>
                  </a:cubicBezTo>
                  <a:cubicBezTo>
                    <a:pt x="1714" y="77"/>
                    <a:pt x="1427" y="1"/>
                    <a:pt x="1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323" name="Google Shape;1323;p19"/>
          <p:cNvSpPr/>
          <p:nvPr/>
        </p:nvSpPr>
        <p:spPr>
          <a:xfrm rot="1421918">
            <a:off x="6898191" y="1864051"/>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4" name="Google Shape;1324;p19"/>
          <p:cNvSpPr/>
          <p:nvPr/>
        </p:nvSpPr>
        <p:spPr>
          <a:xfrm rot="-6522730">
            <a:off x="7774818" y="2522837"/>
            <a:ext cx="155529" cy="155660"/>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aphicFrame>
        <p:nvGraphicFramePr>
          <p:cNvPr id="1325" name="Google Shape;1325;p19"/>
          <p:cNvGraphicFramePr/>
          <p:nvPr/>
        </p:nvGraphicFramePr>
        <p:xfrm>
          <a:off x="358140" y="554990"/>
          <a:ext cx="8282950" cy="4713600"/>
        </p:xfrm>
        <a:graphic>
          <a:graphicData uri="http://schemas.openxmlformats.org/drawingml/2006/table">
            <a:tbl>
              <a:tblPr firstRow="1" bandRow="1">
                <a:noFill/>
                <a:tableStyleId>{F2C8C893-97C2-4CBA-906C-05D03A29AF5A}</a:tableStyleId>
              </a:tblPr>
              <a:tblGrid>
                <a:gridCol w="650875">
                  <a:extLst>
                    <a:ext uri="{9D8B030D-6E8A-4147-A177-3AD203B41FA5}">
                      <a16:colId xmlns:a16="http://schemas.microsoft.com/office/drawing/2014/main" val="20000"/>
                    </a:ext>
                  </a:extLst>
                </a:gridCol>
                <a:gridCol w="1802775">
                  <a:extLst>
                    <a:ext uri="{9D8B030D-6E8A-4147-A177-3AD203B41FA5}">
                      <a16:colId xmlns:a16="http://schemas.microsoft.com/office/drawing/2014/main" val="20001"/>
                    </a:ext>
                  </a:extLst>
                </a:gridCol>
                <a:gridCol w="2510150">
                  <a:extLst>
                    <a:ext uri="{9D8B030D-6E8A-4147-A177-3AD203B41FA5}">
                      <a16:colId xmlns:a16="http://schemas.microsoft.com/office/drawing/2014/main" val="20002"/>
                    </a:ext>
                  </a:extLst>
                </a:gridCol>
                <a:gridCol w="984250">
                  <a:extLst>
                    <a:ext uri="{9D8B030D-6E8A-4147-A177-3AD203B41FA5}">
                      <a16:colId xmlns:a16="http://schemas.microsoft.com/office/drawing/2014/main" val="20003"/>
                    </a:ext>
                  </a:extLst>
                </a:gridCol>
                <a:gridCol w="852800">
                  <a:extLst>
                    <a:ext uri="{9D8B030D-6E8A-4147-A177-3AD203B41FA5}">
                      <a16:colId xmlns:a16="http://schemas.microsoft.com/office/drawing/2014/main" val="20004"/>
                    </a:ext>
                  </a:extLst>
                </a:gridCol>
                <a:gridCol w="625475">
                  <a:extLst>
                    <a:ext uri="{9D8B030D-6E8A-4147-A177-3AD203B41FA5}">
                      <a16:colId xmlns:a16="http://schemas.microsoft.com/office/drawing/2014/main" val="20005"/>
                    </a:ext>
                  </a:extLst>
                </a:gridCol>
                <a:gridCol w="856625">
                  <a:extLst>
                    <a:ext uri="{9D8B030D-6E8A-4147-A177-3AD203B41FA5}">
                      <a16:colId xmlns:a16="http://schemas.microsoft.com/office/drawing/2014/main" val="20006"/>
                    </a:ext>
                  </a:extLst>
                </a:gridCol>
              </a:tblGrid>
              <a:tr h="1018550">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Academic Task </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Objective</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Detail of Academic Task </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Nature of Academic Task (group/individuals)</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Academic Task Mode</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Marks</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Allotment/</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submission Week</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extLst>
                  <a:ext uri="{0D108BD9-81ED-4DB2-BD59-A6C34878D82A}">
                    <a16:rowId xmlns:a16="http://schemas.microsoft.com/office/drawing/2014/main" val="10000"/>
                  </a:ext>
                </a:extLst>
              </a:tr>
              <a:tr h="895350">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Presentation-Individual 1</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To appraise students’ speaking ability</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Individual speaking task based on the topics from core </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Individual</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Offline</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30</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3/4</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extLst>
                  <a:ext uri="{0D108BD9-81ED-4DB2-BD59-A6C34878D82A}">
                    <a16:rowId xmlns:a16="http://schemas.microsoft.com/office/drawing/2014/main" val="10001"/>
                  </a:ext>
                </a:extLst>
              </a:tr>
              <a:tr h="640075">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Test 1</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To evaluate students’ abilityto solve MCQs</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30 MCQs based on grammar </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Individual</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Offline</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30</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5/6</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extLst>
                  <a:ext uri="{0D108BD9-81ED-4DB2-BD59-A6C34878D82A}">
                    <a16:rowId xmlns:a16="http://schemas.microsoft.com/office/drawing/2014/main" val="10002"/>
                  </a:ext>
                </a:extLst>
              </a:tr>
              <a:tr h="873125">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Test 2</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To ensure enhancement of students’ writing skills</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Paragraph writing task based on the topics from core</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Individual</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Offline</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30</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10/11</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extLst>
                  <a:ext uri="{0D108BD9-81ED-4DB2-BD59-A6C34878D82A}">
                    <a16:rowId xmlns:a16="http://schemas.microsoft.com/office/drawing/2014/main" val="10003"/>
                  </a:ext>
                </a:extLst>
              </a:tr>
              <a:tr h="927725">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Presentation-Individual 2</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To mirrorize students’ advanced grammaticalknowledge in his verbal presentation</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Power point Presentation based on the topics from core</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Individual</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Offline</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30</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12/13</a:t>
                      </a:r>
                      <a:endParaRPr sz="14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4ECC7"/>
                    </a:solidFill>
                  </a:tcPr>
                </a:tc>
                <a:extLst>
                  <a:ext uri="{0D108BD9-81ED-4DB2-BD59-A6C34878D82A}">
                    <a16:rowId xmlns:a16="http://schemas.microsoft.com/office/drawing/2014/main" val="10004"/>
                  </a:ext>
                </a:extLst>
              </a:tr>
            </a:tbl>
          </a:graphicData>
        </a:graphic>
      </p:graphicFrame>
      <p:sp>
        <p:nvSpPr>
          <p:cNvPr id="1326" name="Google Shape;1326;p19"/>
          <p:cNvSpPr txBox="1"/>
          <p:nvPr/>
        </p:nvSpPr>
        <p:spPr>
          <a:xfrm>
            <a:off x="52039" y="31667"/>
            <a:ext cx="7096823"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0" i="0" u="none" strike="noStrike" cap="none">
                <a:solidFill>
                  <a:schemeClr val="dk1"/>
                </a:solidFill>
                <a:latin typeface="Overlock" panose="02000506030000020004"/>
                <a:ea typeface="Overlock" panose="02000506030000020004"/>
                <a:cs typeface="Overlock" panose="02000506030000020004"/>
                <a:sym typeface="Overlock" panose="02000506030000020004"/>
              </a:rPr>
              <a:t>Continuous Assessment Criteria</a:t>
            </a:r>
            <a:endParaRPr sz="2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grpSp>
        <p:nvGrpSpPr>
          <p:cNvPr id="1331" name="Google Shape;1331;p20"/>
          <p:cNvGrpSpPr/>
          <p:nvPr/>
        </p:nvGrpSpPr>
        <p:grpSpPr>
          <a:xfrm>
            <a:off x="5711456" y="1358730"/>
            <a:ext cx="3082371" cy="537487"/>
            <a:chOff x="-3705625" y="3666475"/>
            <a:chExt cx="3235925" cy="1422300"/>
          </a:xfrm>
        </p:grpSpPr>
        <p:sp>
          <p:nvSpPr>
            <p:cNvPr id="1332" name="Google Shape;1332;p20"/>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3" name="Google Shape;1333;p20"/>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334" name="Google Shape;1334;p20"/>
          <p:cNvSpPr txBox="1">
            <a:spLocks noGrp="1"/>
          </p:cNvSpPr>
          <p:nvPr>
            <p:ph type="title"/>
          </p:nvPr>
        </p:nvSpPr>
        <p:spPr>
          <a:xfrm>
            <a:off x="1356237" y="166343"/>
            <a:ext cx="7667633" cy="841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600"/>
              <a:buNone/>
            </a:pPr>
            <a:r>
              <a:rPr lang="en-US" dirty="0"/>
              <a:t>Evaluation Strategies</a:t>
            </a:r>
          </a:p>
        </p:txBody>
      </p:sp>
      <p:sp>
        <p:nvSpPr>
          <p:cNvPr id="1335" name="Google Shape;1335;p20"/>
          <p:cNvSpPr txBox="1">
            <a:spLocks noGrp="1"/>
          </p:cNvSpPr>
          <p:nvPr>
            <p:ph type="subTitle" idx="1"/>
          </p:nvPr>
        </p:nvSpPr>
        <p:spPr>
          <a:xfrm>
            <a:off x="5837114" y="2169908"/>
            <a:ext cx="2819914" cy="34058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400"/>
              <a:buNone/>
            </a:pPr>
            <a:r>
              <a:rPr lang="en-US" sz="2000">
                <a:solidFill>
                  <a:srgbClr val="11142D"/>
                </a:solidFill>
                <a:latin typeface="Times New Roman" panose="02020603050405020304"/>
                <a:ea typeface="Times New Roman" panose="02020603050405020304"/>
                <a:cs typeface="Times New Roman" panose="02020603050405020304"/>
                <a:sym typeface="Times New Roman" panose="02020603050405020304"/>
              </a:rPr>
              <a:t>Coherence &amp; Cohesion</a:t>
            </a:r>
            <a:endParaRPr sz="2000">
              <a:solidFill>
                <a:srgbClr val="11142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36" name="Google Shape;1336;p20"/>
          <p:cNvSpPr/>
          <p:nvPr/>
        </p:nvSpPr>
        <p:spPr>
          <a:xfrm>
            <a:off x="3373499" y="2888336"/>
            <a:ext cx="148776" cy="14887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endParaRPr sz="20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7" name="Google Shape;1337;p20"/>
          <p:cNvSpPr/>
          <p:nvPr/>
        </p:nvSpPr>
        <p:spPr>
          <a:xfrm>
            <a:off x="4723451" y="1231196"/>
            <a:ext cx="982806" cy="809583"/>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8" name="Google Shape;1338;p20"/>
          <p:cNvSpPr/>
          <p:nvPr/>
        </p:nvSpPr>
        <p:spPr>
          <a:xfrm>
            <a:off x="4873764" y="1364487"/>
            <a:ext cx="692187" cy="535586"/>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9" name="Google Shape;1339;p20"/>
          <p:cNvSpPr txBox="1"/>
          <p:nvPr/>
        </p:nvSpPr>
        <p:spPr>
          <a:xfrm>
            <a:off x="4843050" y="1369919"/>
            <a:ext cx="837692" cy="492891"/>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6000"/>
              <a:buFont typeface="Montagu Slab SemiBold"/>
              <a:buNone/>
            </a:pPr>
            <a:r>
              <a:rPr lang="en-US" sz="1600" b="1" i="0" u="none" strike="noStrike" cap="none">
                <a:solidFill>
                  <a:schemeClr val="lt2"/>
                </a:solidFill>
                <a:latin typeface="Montagu Slab SemiBold"/>
                <a:ea typeface="Montagu Slab SemiBold"/>
                <a:cs typeface="Montagu Slab SemiBold"/>
                <a:sym typeface="Montagu Slab SemiBold"/>
              </a:rPr>
              <a:t>2.</a:t>
            </a:r>
            <a:endParaRPr sz="1600" b="1" i="0" u="none" strike="noStrike" cap="none">
              <a:solidFill>
                <a:schemeClr val="lt2"/>
              </a:solidFill>
              <a:latin typeface="Montagu Slab SemiBold"/>
              <a:ea typeface="Montagu Slab SemiBold"/>
              <a:cs typeface="Montagu Slab SemiBold"/>
              <a:sym typeface="Montagu Slab SemiBold"/>
            </a:endParaRPr>
          </a:p>
        </p:txBody>
      </p:sp>
      <p:sp>
        <p:nvSpPr>
          <p:cNvPr id="1340" name="Google Shape;1340;p20"/>
          <p:cNvSpPr/>
          <p:nvPr/>
        </p:nvSpPr>
        <p:spPr>
          <a:xfrm>
            <a:off x="236595" y="1229339"/>
            <a:ext cx="982806" cy="809583"/>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1" name="Google Shape;1341;p20"/>
          <p:cNvSpPr/>
          <p:nvPr/>
        </p:nvSpPr>
        <p:spPr>
          <a:xfrm>
            <a:off x="377471" y="1352583"/>
            <a:ext cx="692187" cy="535586"/>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2" name="Google Shape;1342;p20"/>
          <p:cNvSpPr txBox="1"/>
          <p:nvPr/>
        </p:nvSpPr>
        <p:spPr>
          <a:xfrm>
            <a:off x="350173" y="1366016"/>
            <a:ext cx="779995" cy="492891"/>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6000"/>
              <a:buFont typeface="Montagu Slab SemiBold"/>
              <a:buNone/>
            </a:pPr>
            <a:r>
              <a:rPr lang="en-US" sz="1600" b="1" i="0" u="none" strike="noStrike" cap="none">
                <a:solidFill>
                  <a:schemeClr val="lt2"/>
                </a:solidFill>
                <a:latin typeface="Montagu Slab SemiBold"/>
                <a:ea typeface="Montagu Slab SemiBold"/>
                <a:cs typeface="Montagu Slab SemiBold"/>
                <a:sym typeface="Montagu Slab SemiBold"/>
              </a:rPr>
              <a:t>1.</a:t>
            </a:r>
            <a:endParaRPr sz="1600" b="1" i="0" u="none" strike="noStrike" cap="none">
              <a:solidFill>
                <a:schemeClr val="lt2"/>
              </a:solidFill>
              <a:latin typeface="Montagu Slab SemiBold"/>
              <a:ea typeface="Montagu Slab SemiBold"/>
              <a:cs typeface="Montagu Slab SemiBold"/>
              <a:sym typeface="Montagu Slab SemiBold"/>
            </a:endParaRPr>
          </a:p>
        </p:txBody>
      </p:sp>
      <p:grpSp>
        <p:nvGrpSpPr>
          <p:cNvPr id="1343" name="Google Shape;1343;p20"/>
          <p:cNvGrpSpPr/>
          <p:nvPr/>
        </p:nvGrpSpPr>
        <p:grpSpPr>
          <a:xfrm>
            <a:off x="1230311" y="1353603"/>
            <a:ext cx="3074944" cy="537487"/>
            <a:chOff x="-3705625" y="3666475"/>
            <a:chExt cx="3235925" cy="1422300"/>
          </a:xfrm>
        </p:grpSpPr>
        <p:sp>
          <p:nvSpPr>
            <p:cNvPr id="1344" name="Google Shape;1344;p20"/>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5" name="Google Shape;1345;p20"/>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346" name="Google Shape;1346;p20"/>
          <p:cNvSpPr txBox="1"/>
          <p:nvPr/>
        </p:nvSpPr>
        <p:spPr>
          <a:xfrm>
            <a:off x="1351280" y="1183005"/>
            <a:ext cx="3082290" cy="35687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400"/>
              <a:buFont typeface="Lexend Medium"/>
              <a:buNone/>
            </a:pPr>
            <a:r>
              <a:rPr lang="en-US" sz="3600" b="1" i="0" u="none" strike="noStrike" cap="none">
                <a:solidFill>
                  <a:schemeClr val="lt1"/>
                </a:solidFill>
                <a:latin typeface="Lexend Medium"/>
                <a:ea typeface="Lexend Medium"/>
                <a:cs typeface="Lexend Medium"/>
                <a:sym typeface="Lexend Medium"/>
              </a:rPr>
              <a:t>SPEAKING</a:t>
            </a:r>
            <a:endParaRPr sz="3600" b="1" i="0" u="none" strike="noStrike" cap="none">
              <a:solidFill>
                <a:schemeClr val="lt1"/>
              </a:solidFill>
              <a:latin typeface="Lexend Medium"/>
              <a:ea typeface="Lexend Medium"/>
              <a:cs typeface="Lexend Medium"/>
              <a:sym typeface="Lexend Medium"/>
            </a:endParaRPr>
          </a:p>
        </p:txBody>
      </p:sp>
      <p:sp>
        <p:nvSpPr>
          <p:cNvPr id="1347" name="Google Shape;1347;p20"/>
          <p:cNvSpPr txBox="1">
            <a:spLocks noGrp="1"/>
          </p:cNvSpPr>
          <p:nvPr>
            <p:ph type="title" idx="2"/>
          </p:nvPr>
        </p:nvSpPr>
        <p:spPr>
          <a:xfrm>
            <a:off x="917216" y="2099403"/>
            <a:ext cx="3558616" cy="310710"/>
          </a:xfrm>
          <a:prstGeom prst="rect">
            <a:avLst/>
          </a:prstGeom>
          <a:noFill/>
          <a:ln>
            <a:noFill/>
          </a:ln>
        </p:spPr>
        <p:txBody>
          <a:bodyPr spcFirstLastPara="1" wrap="square" lIns="91425" tIns="91425" rIns="91425" bIns="91425" anchor="ctr" anchorCtr="0">
            <a:noAutofit/>
          </a:bodyPr>
          <a:lstStyle/>
          <a:p>
            <a:pPr marL="0" lvl="0" indent="0" algn="ctr" rtl="0">
              <a:lnSpc>
                <a:spcPct val="107000"/>
              </a:lnSpc>
              <a:spcBef>
                <a:spcPts val="0"/>
              </a:spcBef>
              <a:spcAft>
                <a:spcPts val="800"/>
              </a:spcAft>
              <a:buSzPts val="6000"/>
              <a:buNone/>
            </a:pPr>
            <a:r>
              <a:rPr lang="en-US"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Vocabulary range and Control</a:t>
            </a:r>
            <a:r>
              <a:rPr lang="en-US" sz="1800">
                <a:latin typeface="Calibri" panose="020F0502020204030204"/>
                <a:ea typeface="Calibri" panose="020F0502020204030204"/>
                <a:cs typeface="Calibri" panose="020F0502020204030204"/>
                <a:sym typeface="Calibri" panose="020F0502020204030204"/>
              </a:rPr>
              <a:t/>
            </a:r>
            <a:br>
              <a:rPr lang="en-US" sz="1800">
                <a:latin typeface="Calibri" panose="020F0502020204030204"/>
                <a:ea typeface="Calibri" panose="020F0502020204030204"/>
                <a:cs typeface="Calibri" panose="020F0502020204030204"/>
                <a:sym typeface="Calibri" panose="020F0502020204030204"/>
              </a:rPr>
            </a:br>
            <a:endParaRPr sz="800"/>
          </a:p>
        </p:txBody>
      </p:sp>
      <p:sp>
        <p:nvSpPr>
          <p:cNvPr id="1348" name="Google Shape;1348;p20"/>
          <p:cNvSpPr txBox="1"/>
          <p:nvPr/>
        </p:nvSpPr>
        <p:spPr>
          <a:xfrm>
            <a:off x="5874753" y="1200701"/>
            <a:ext cx="2597682" cy="356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400"/>
              <a:buFont typeface="Lexend Medium"/>
              <a:buNone/>
            </a:pPr>
            <a:r>
              <a:rPr lang="en-US" sz="3600" b="1" i="0" u="none" strike="noStrike" cap="none">
                <a:solidFill>
                  <a:schemeClr val="lt1"/>
                </a:solidFill>
                <a:latin typeface="Lexend Medium"/>
                <a:ea typeface="Lexend Medium"/>
                <a:cs typeface="Lexend Medium"/>
                <a:sym typeface="Lexend Medium"/>
              </a:rPr>
              <a:t>WRITING</a:t>
            </a:r>
            <a:endParaRPr sz="3600" b="1" i="0" u="none" strike="noStrike" cap="none">
              <a:solidFill>
                <a:schemeClr val="lt1"/>
              </a:solidFill>
              <a:latin typeface="Lexend Medium"/>
              <a:ea typeface="Lexend Medium"/>
              <a:cs typeface="Lexend Medium"/>
              <a:sym typeface="Lexend Medium"/>
            </a:endParaRPr>
          </a:p>
        </p:txBody>
      </p:sp>
      <p:sp>
        <p:nvSpPr>
          <p:cNvPr id="1349" name="Google Shape;1349;p20"/>
          <p:cNvSpPr txBox="1"/>
          <p:nvPr/>
        </p:nvSpPr>
        <p:spPr>
          <a:xfrm>
            <a:off x="1049563" y="2435695"/>
            <a:ext cx="3261920" cy="266074"/>
          </a:xfrm>
          <a:prstGeom prst="rect">
            <a:avLst/>
          </a:prstGeom>
          <a:noFill/>
          <a:ln>
            <a:noFill/>
          </a:ln>
        </p:spPr>
        <p:txBody>
          <a:bodyPr spcFirstLastPara="1" wrap="square" lIns="91425" tIns="91425" rIns="91425" bIns="91425" anchor="ctr" anchorCtr="0">
            <a:noAutofit/>
          </a:bodyPr>
          <a:lstStyle/>
          <a:p>
            <a:pPr marL="0" marR="0" lvl="0" indent="0" algn="ctr" rtl="0">
              <a:lnSpc>
                <a:spcPct val="107000"/>
              </a:lnSpc>
              <a:spcBef>
                <a:spcPts val="0"/>
              </a:spcBef>
              <a:spcAft>
                <a:spcPts val="800"/>
              </a:spcAft>
              <a:buClr>
                <a:schemeClr val="dk1"/>
              </a:buClr>
              <a:buSzPts val="6000"/>
              <a:buFont typeface="Montagu Slab SemiBold"/>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Grammatical Accuracy</a:t>
            </a:r>
            <a:r>
              <a:rPr lang="en-US" sz="1800" b="0" i="0" u="none" strike="noStrike" cap="none">
                <a:solidFill>
                  <a:schemeClr val="lt2"/>
                </a:solidFill>
                <a:latin typeface="Calibri" panose="020F0502020204030204"/>
                <a:ea typeface="Calibri" panose="020F0502020204030204"/>
                <a:cs typeface="Calibri" panose="020F0502020204030204"/>
                <a:sym typeface="Calibri" panose="020F0502020204030204"/>
              </a:rPr>
              <a:t/>
            </a:r>
            <a:br>
              <a:rPr lang="en-US" sz="1800" b="0" i="0" u="none" strike="noStrike" cap="none">
                <a:solidFill>
                  <a:schemeClr val="lt2"/>
                </a:solidFill>
                <a:latin typeface="Calibri" panose="020F0502020204030204"/>
                <a:ea typeface="Calibri" panose="020F0502020204030204"/>
                <a:cs typeface="Calibri" panose="020F0502020204030204"/>
                <a:sym typeface="Calibri" panose="020F0502020204030204"/>
              </a:rPr>
            </a:br>
            <a:endParaRPr sz="800" b="0" i="0" u="none" strike="noStrike" cap="none">
              <a:solidFill>
                <a:schemeClr val="lt2"/>
              </a:solidFill>
              <a:latin typeface="Montagu Slab SemiBold"/>
              <a:ea typeface="Montagu Slab SemiBold"/>
              <a:cs typeface="Montagu Slab SemiBold"/>
              <a:sym typeface="Montagu Slab SemiBold"/>
            </a:endParaRPr>
          </a:p>
        </p:txBody>
      </p:sp>
      <p:sp>
        <p:nvSpPr>
          <p:cNvPr id="1350" name="Google Shape;1350;p20"/>
          <p:cNvSpPr txBox="1"/>
          <p:nvPr/>
        </p:nvSpPr>
        <p:spPr>
          <a:xfrm>
            <a:off x="2072154" y="3313686"/>
            <a:ext cx="1103700" cy="343817"/>
          </a:xfrm>
          <a:prstGeom prst="rect">
            <a:avLst/>
          </a:prstGeom>
          <a:noFill/>
          <a:ln>
            <a:noFill/>
          </a:ln>
        </p:spPr>
        <p:txBody>
          <a:bodyPr spcFirstLastPara="1" wrap="square" lIns="91425" tIns="91425" rIns="91425" bIns="91425" anchor="ctr" anchorCtr="0">
            <a:noAutofit/>
          </a:bodyPr>
          <a:lstStyle/>
          <a:p>
            <a:pPr marL="0" marR="0" lvl="0" indent="0" algn="ctr" rtl="0">
              <a:lnSpc>
                <a:spcPct val="107000"/>
              </a:lnSpc>
              <a:spcBef>
                <a:spcPts val="0"/>
              </a:spcBef>
              <a:spcAft>
                <a:spcPts val="800"/>
              </a:spcAft>
              <a:buClr>
                <a:schemeClr val="dk1"/>
              </a:buClr>
              <a:buSzPts val="6000"/>
              <a:buFont typeface="Montagu Slab SemiBold"/>
              <a:buNone/>
            </a:pPr>
            <a:r>
              <a:rPr lang="en-US" sz="2000" b="0" i="0" u="none" strike="noStrike" cap="none">
                <a:solidFill>
                  <a:schemeClr val="lt2"/>
                </a:solidFill>
                <a:latin typeface="Calibri" panose="020F0502020204030204"/>
                <a:ea typeface="Calibri" panose="020F0502020204030204"/>
                <a:cs typeface="Calibri" panose="020F0502020204030204"/>
                <a:sym typeface="Calibri" panose="020F0502020204030204"/>
              </a:rPr>
              <a:t/>
            </a:r>
            <a:br>
              <a:rPr lang="en-US" sz="2000" b="0" i="0" u="none" strike="noStrike" cap="none">
                <a:solidFill>
                  <a:schemeClr val="lt2"/>
                </a:solidFill>
                <a:latin typeface="Calibri" panose="020F0502020204030204"/>
                <a:ea typeface="Calibri" panose="020F0502020204030204"/>
                <a:cs typeface="Calibri" panose="020F0502020204030204"/>
                <a:sym typeface="Calibri" panose="020F0502020204030204"/>
              </a:rPr>
            </a:b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Fluency </a:t>
            </a:r>
            <a:endParaRPr sz="2000" b="0" i="0" u="none" strike="noStrike" cap="none">
              <a:solidFill>
                <a:schemeClr val="lt2"/>
              </a:solidFill>
              <a:latin typeface="Montagu Slab SemiBold"/>
              <a:ea typeface="Montagu Slab SemiBold"/>
              <a:cs typeface="Montagu Slab SemiBold"/>
              <a:sym typeface="Montagu Slab SemiBold"/>
            </a:endParaRPr>
          </a:p>
        </p:txBody>
      </p:sp>
      <p:sp>
        <p:nvSpPr>
          <p:cNvPr id="1351" name="Google Shape;1351;p20"/>
          <p:cNvSpPr txBox="1"/>
          <p:nvPr/>
        </p:nvSpPr>
        <p:spPr>
          <a:xfrm>
            <a:off x="1277366" y="2765777"/>
            <a:ext cx="2779303" cy="326731"/>
          </a:xfrm>
          <a:prstGeom prst="rect">
            <a:avLst/>
          </a:prstGeom>
          <a:noFill/>
          <a:ln>
            <a:noFill/>
          </a:ln>
        </p:spPr>
        <p:txBody>
          <a:bodyPr spcFirstLastPara="1" wrap="square" lIns="91425" tIns="91425" rIns="91425" bIns="91425" anchor="ctr" anchorCtr="0">
            <a:noAutofit/>
          </a:bodyPr>
          <a:lstStyle/>
          <a:p>
            <a:pPr marL="0" marR="0" lvl="0" indent="0" algn="ctr" rtl="0">
              <a:lnSpc>
                <a:spcPct val="107000"/>
              </a:lnSpc>
              <a:spcBef>
                <a:spcPts val="0"/>
              </a:spcBef>
              <a:spcAft>
                <a:spcPts val="800"/>
              </a:spcAft>
              <a:buClr>
                <a:schemeClr val="dk1"/>
              </a:buClr>
              <a:buSzPts val="6000"/>
              <a:buFont typeface="Montagu Slab SemiBold"/>
              <a:buNone/>
            </a:pPr>
            <a:r>
              <a:rPr lang="en-US" sz="2000" b="0" i="0" u="none" strike="noStrike" cap="none">
                <a:solidFill>
                  <a:schemeClr val="lt2"/>
                </a:solidFill>
                <a:latin typeface="Calibri" panose="020F0502020204030204"/>
                <a:ea typeface="Calibri" panose="020F0502020204030204"/>
                <a:cs typeface="Calibri" panose="020F0502020204030204"/>
                <a:sym typeface="Calibri" panose="020F0502020204030204"/>
              </a:rPr>
              <a:t/>
            </a:r>
            <a:br>
              <a:rPr lang="en-US" sz="2000" b="0" i="0" u="none" strike="noStrike" cap="none">
                <a:solidFill>
                  <a:schemeClr val="lt2"/>
                </a:solidFill>
                <a:latin typeface="Calibri" panose="020F0502020204030204"/>
                <a:ea typeface="Calibri" panose="020F0502020204030204"/>
                <a:cs typeface="Calibri" panose="020F0502020204030204"/>
                <a:sym typeface="Calibri" panose="020F0502020204030204"/>
              </a:rPr>
            </a:b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Thematic development</a:t>
            </a:r>
            <a:endParaRPr sz="2000" b="0" i="0" u="none" strike="noStrike" cap="none">
              <a:solidFill>
                <a:schemeClr val="lt2"/>
              </a:solidFill>
              <a:latin typeface="Montagu Slab SemiBold"/>
              <a:ea typeface="Montagu Slab SemiBold"/>
              <a:cs typeface="Montagu Slab SemiBold"/>
              <a:sym typeface="Montagu Slab SemiBold"/>
            </a:endParaRPr>
          </a:p>
        </p:txBody>
      </p:sp>
      <p:sp>
        <p:nvSpPr>
          <p:cNvPr id="1352" name="Google Shape;1352;p20"/>
          <p:cNvSpPr txBox="1"/>
          <p:nvPr/>
        </p:nvSpPr>
        <p:spPr>
          <a:xfrm>
            <a:off x="1286922" y="2634736"/>
            <a:ext cx="2719510" cy="330298"/>
          </a:xfrm>
          <a:prstGeom prst="rect">
            <a:avLst/>
          </a:prstGeom>
          <a:noFill/>
          <a:ln>
            <a:noFill/>
          </a:ln>
        </p:spPr>
        <p:txBody>
          <a:bodyPr spcFirstLastPara="1" wrap="square" lIns="91425" tIns="91425" rIns="91425" bIns="91425" anchor="ctr" anchorCtr="0">
            <a:noAutofit/>
          </a:bodyPr>
          <a:lstStyle/>
          <a:p>
            <a:pPr marL="0" marR="0" lvl="0" indent="0" algn="ctr" rtl="0">
              <a:lnSpc>
                <a:spcPct val="107000"/>
              </a:lnSpc>
              <a:spcBef>
                <a:spcPts val="0"/>
              </a:spcBef>
              <a:spcAft>
                <a:spcPts val="800"/>
              </a:spcAft>
              <a:buClr>
                <a:schemeClr val="dk1"/>
              </a:buClr>
              <a:buSzPts val="6000"/>
              <a:buFont typeface="Montagu Slab SemiBold"/>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Phonological Control</a:t>
            </a:r>
            <a:endParaRPr sz="2000" b="0" i="0" u="none" strike="noStrike" cap="none">
              <a:solidFill>
                <a:schemeClr val="lt2"/>
              </a:solidFill>
              <a:latin typeface="Montagu Slab SemiBold"/>
              <a:ea typeface="Montagu Slab SemiBold"/>
              <a:cs typeface="Montagu Slab SemiBold"/>
              <a:sym typeface="Montagu Slab SemiBold"/>
            </a:endParaRPr>
          </a:p>
        </p:txBody>
      </p:sp>
      <p:sp>
        <p:nvSpPr>
          <p:cNvPr id="1353" name="Google Shape;1353;p20"/>
          <p:cNvSpPr txBox="1"/>
          <p:nvPr/>
        </p:nvSpPr>
        <p:spPr>
          <a:xfrm>
            <a:off x="1893129" y="3016016"/>
            <a:ext cx="1458769" cy="356701"/>
          </a:xfrm>
          <a:prstGeom prst="rect">
            <a:avLst/>
          </a:prstGeom>
          <a:noFill/>
          <a:ln>
            <a:noFill/>
          </a:ln>
        </p:spPr>
        <p:txBody>
          <a:bodyPr spcFirstLastPara="1" wrap="square" lIns="91425" tIns="91425" rIns="91425" bIns="91425" anchor="ctr" anchorCtr="0">
            <a:noAutofit/>
          </a:bodyPr>
          <a:lstStyle/>
          <a:p>
            <a:pPr marL="0" marR="0" lvl="0" indent="0" algn="ctr" rtl="0">
              <a:lnSpc>
                <a:spcPct val="107000"/>
              </a:lnSpc>
              <a:spcBef>
                <a:spcPts val="0"/>
              </a:spcBef>
              <a:spcAft>
                <a:spcPts val="800"/>
              </a:spcAft>
              <a:buClr>
                <a:schemeClr val="dk1"/>
              </a:buClr>
              <a:buSzPts val="6000"/>
              <a:buFont typeface="Montagu Slab SemiBold"/>
              <a:buNone/>
            </a:pPr>
            <a:r>
              <a:rPr lang="en-US" sz="2000" b="0" i="0" u="none" strike="noStrike" cap="none">
                <a:solidFill>
                  <a:schemeClr val="lt2"/>
                </a:solidFill>
                <a:latin typeface="Calibri" panose="020F0502020204030204"/>
                <a:ea typeface="Calibri" panose="020F0502020204030204"/>
                <a:cs typeface="Calibri" panose="020F0502020204030204"/>
                <a:sym typeface="Calibri" panose="020F0502020204030204"/>
              </a:rPr>
              <a:t/>
            </a:r>
            <a:br>
              <a:rPr lang="en-US" sz="2000" b="0" i="0" u="none" strike="noStrike" cap="none">
                <a:solidFill>
                  <a:schemeClr val="lt2"/>
                </a:solidFill>
                <a:latin typeface="Calibri" panose="020F0502020204030204"/>
                <a:ea typeface="Calibri" panose="020F0502020204030204"/>
                <a:cs typeface="Calibri" panose="020F0502020204030204"/>
                <a:sym typeface="Calibri" panose="020F0502020204030204"/>
              </a:rPr>
            </a:b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Coherence</a:t>
            </a:r>
            <a:endParaRPr sz="2000" b="0" i="0" u="none" strike="noStrike" cap="none">
              <a:solidFill>
                <a:schemeClr val="lt2"/>
              </a:solidFill>
              <a:latin typeface="Montagu Slab SemiBold"/>
              <a:ea typeface="Montagu Slab SemiBold"/>
              <a:cs typeface="Montagu Slab SemiBold"/>
              <a:sym typeface="Montagu Slab SemiBold"/>
            </a:endParaRPr>
          </a:p>
        </p:txBody>
      </p:sp>
      <p:sp>
        <p:nvSpPr>
          <p:cNvPr id="1354" name="Google Shape;1354;p20"/>
          <p:cNvSpPr txBox="1"/>
          <p:nvPr/>
        </p:nvSpPr>
        <p:spPr>
          <a:xfrm>
            <a:off x="5806399" y="1865953"/>
            <a:ext cx="2819915" cy="362623"/>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400"/>
              <a:buFont typeface="Lexend Medium"/>
              <a:buNone/>
            </a:pPr>
            <a:r>
              <a:rPr lang="en-US" sz="2000" b="0" i="0" u="none" strike="noStrike" cap="none">
                <a:solidFill>
                  <a:srgbClr val="11142D"/>
                </a:solidFill>
                <a:latin typeface="Times New Roman" panose="02020603050405020304"/>
                <a:ea typeface="Times New Roman" panose="02020603050405020304"/>
                <a:cs typeface="Times New Roman" panose="02020603050405020304"/>
                <a:sym typeface="Times New Roman" panose="02020603050405020304"/>
              </a:rPr>
              <a:t>Task Achievement</a:t>
            </a:r>
            <a:endParaRPr sz="2000" b="0" i="0" u="none" strike="noStrike" cap="none">
              <a:solidFill>
                <a:srgbClr val="11142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55" name="Google Shape;1355;p20"/>
          <p:cNvSpPr txBox="1"/>
          <p:nvPr/>
        </p:nvSpPr>
        <p:spPr>
          <a:xfrm>
            <a:off x="5866427" y="2487124"/>
            <a:ext cx="2819914" cy="34058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400"/>
              <a:buFont typeface="Lexend Medium"/>
              <a:buNone/>
            </a:pPr>
            <a:r>
              <a:rPr lang="en-US" sz="2000" b="0" i="0" u="none" strike="noStrike" cap="none">
                <a:solidFill>
                  <a:srgbClr val="11142D"/>
                </a:solidFill>
                <a:latin typeface="Times New Roman" panose="02020603050405020304"/>
                <a:ea typeface="Times New Roman" panose="02020603050405020304"/>
                <a:cs typeface="Times New Roman" panose="02020603050405020304"/>
                <a:sym typeface="Times New Roman" panose="02020603050405020304"/>
              </a:rPr>
              <a:t>Lexical Resource</a:t>
            </a:r>
            <a:endParaRPr sz="2000" b="0" i="0" u="none" strike="noStrike" cap="none">
              <a:solidFill>
                <a:srgbClr val="11142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56" name="Google Shape;1356;p20"/>
          <p:cNvSpPr txBox="1"/>
          <p:nvPr/>
        </p:nvSpPr>
        <p:spPr>
          <a:xfrm>
            <a:off x="5501109" y="2784636"/>
            <a:ext cx="3522761" cy="34058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400"/>
              <a:buFont typeface="Lexend Medium"/>
              <a:buNone/>
            </a:pPr>
            <a:r>
              <a:rPr lang="en-US" sz="2000" b="0" i="0" u="none" strike="noStrike" cap="none">
                <a:solidFill>
                  <a:srgbClr val="11142D"/>
                </a:solidFill>
                <a:latin typeface="Times New Roman" panose="02020603050405020304"/>
                <a:ea typeface="Times New Roman" panose="02020603050405020304"/>
                <a:cs typeface="Times New Roman" panose="02020603050405020304"/>
                <a:sym typeface="Times New Roman" panose="02020603050405020304"/>
              </a:rPr>
              <a:t>Grammatical Range &amp; Accuracy</a:t>
            </a:r>
            <a:endParaRPr sz="2000" b="0" i="0" u="none" strike="noStrike" cap="none">
              <a:solidFill>
                <a:srgbClr val="11142D"/>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sp>
        <p:nvSpPr>
          <p:cNvPr id="1361" name="Google Shape;1361;p21"/>
          <p:cNvSpPr txBox="1">
            <a:spLocks noGrp="1"/>
          </p:cNvSpPr>
          <p:nvPr>
            <p:ph type="title"/>
          </p:nvPr>
        </p:nvSpPr>
        <p:spPr>
          <a:xfrm>
            <a:off x="74341" y="113084"/>
            <a:ext cx="8980449" cy="1266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US" sz="3200"/>
              <a:t>MOOCs/Industry Certification/National/International competition or Tests</a:t>
            </a:r>
            <a:r>
              <a:rPr lang="en-US" sz="3600"/>
              <a:t>:</a:t>
            </a:r>
          </a:p>
        </p:txBody>
      </p:sp>
      <p:grpSp>
        <p:nvGrpSpPr>
          <p:cNvPr id="1362" name="Google Shape;1362;p21"/>
          <p:cNvGrpSpPr/>
          <p:nvPr/>
        </p:nvGrpSpPr>
        <p:grpSpPr>
          <a:xfrm>
            <a:off x="440917" y="1848511"/>
            <a:ext cx="8261784" cy="2208075"/>
            <a:chOff x="4970228" y="810214"/>
            <a:chExt cx="1995600" cy="3691199"/>
          </a:xfrm>
        </p:grpSpPr>
        <p:sp>
          <p:nvSpPr>
            <p:cNvPr id="1363" name="Google Shape;1363;p21"/>
            <p:cNvSpPr/>
            <p:nvPr/>
          </p:nvSpPr>
          <p:spPr>
            <a:xfrm>
              <a:off x="4970228" y="810214"/>
              <a:ext cx="1995600" cy="3691199"/>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364" name="Google Shape;1364;p21"/>
            <p:cNvGrpSpPr/>
            <p:nvPr/>
          </p:nvGrpSpPr>
          <p:grpSpPr>
            <a:xfrm>
              <a:off x="5585119" y="1018000"/>
              <a:ext cx="769400" cy="3450400"/>
              <a:chOff x="5585119" y="1018000"/>
              <a:chExt cx="769400" cy="3450400"/>
            </a:xfrm>
          </p:grpSpPr>
          <p:sp>
            <p:nvSpPr>
              <p:cNvPr id="1365" name="Google Shape;1365;p21"/>
              <p:cNvSpPr/>
              <p:nvPr/>
            </p:nvSpPr>
            <p:spPr>
              <a:xfrm>
                <a:off x="5754722" y="4391000"/>
                <a:ext cx="430200" cy="774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366" name="Google Shape;1366;p21"/>
              <p:cNvGrpSpPr/>
              <p:nvPr/>
            </p:nvGrpSpPr>
            <p:grpSpPr>
              <a:xfrm>
                <a:off x="5585119" y="1018000"/>
                <a:ext cx="769400" cy="77400"/>
                <a:chOff x="2038675" y="826850"/>
                <a:chExt cx="769400" cy="77400"/>
              </a:xfrm>
            </p:grpSpPr>
            <p:sp>
              <p:nvSpPr>
                <p:cNvPr id="1367" name="Google Shape;1367;p21"/>
                <p:cNvSpPr/>
                <p:nvPr/>
              </p:nvSpPr>
              <p:spPr>
                <a:xfrm>
                  <a:off x="2626350" y="826850"/>
                  <a:ext cx="77400" cy="774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8" name="Google Shape;1368;p21"/>
                <p:cNvSpPr/>
                <p:nvPr/>
              </p:nvSpPr>
              <p:spPr>
                <a:xfrm>
                  <a:off x="2038675" y="826850"/>
                  <a:ext cx="77400" cy="774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9" name="Google Shape;1369;p21"/>
                <p:cNvSpPr/>
                <p:nvPr/>
              </p:nvSpPr>
              <p:spPr>
                <a:xfrm>
                  <a:off x="2747775" y="835400"/>
                  <a:ext cx="60300" cy="603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grpSp>
        <p:nvGrpSpPr>
          <p:cNvPr id="1370" name="Google Shape;1370;p21"/>
          <p:cNvGrpSpPr/>
          <p:nvPr/>
        </p:nvGrpSpPr>
        <p:grpSpPr>
          <a:xfrm>
            <a:off x="734220" y="2423416"/>
            <a:ext cx="2636632" cy="1058142"/>
            <a:chOff x="-3705625" y="3666475"/>
            <a:chExt cx="3235925" cy="1422300"/>
          </a:xfrm>
        </p:grpSpPr>
        <p:sp>
          <p:nvSpPr>
            <p:cNvPr id="1371" name="Google Shape;1371;p21"/>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2" name="Google Shape;1372;p21"/>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373" name="Google Shape;1373;p21"/>
          <p:cNvGrpSpPr/>
          <p:nvPr/>
        </p:nvGrpSpPr>
        <p:grpSpPr>
          <a:xfrm>
            <a:off x="3357245" y="2423160"/>
            <a:ext cx="4911090" cy="1057910"/>
            <a:chOff x="-3705625" y="3666475"/>
            <a:chExt cx="3235925" cy="1422300"/>
          </a:xfrm>
        </p:grpSpPr>
        <p:sp>
          <p:nvSpPr>
            <p:cNvPr id="1374" name="Google Shape;1374;p21"/>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5" name="Google Shape;1375;p21"/>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376" name="Google Shape;1376;p21"/>
          <p:cNvGrpSpPr/>
          <p:nvPr/>
        </p:nvGrpSpPr>
        <p:grpSpPr>
          <a:xfrm>
            <a:off x="2473902" y="3651990"/>
            <a:ext cx="2549909" cy="1051933"/>
            <a:chOff x="-3705625" y="3666475"/>
            <a:chExt cx="3235925" cy="1422300"/>
          </a:xfrm>
        </p:grpSpPr>
        <p:sp>
          <p:nvSpPr>
            <p:cNvPr id="1377" name="Google Shape;1377;p21"/>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8" name="Google Shape;1378;p21"/>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379" name="Google Shape;1379;p21"/>
          <p:cNvSpPr txBox="1"/>
          <p:nvPr/>
        </p:nvSpPr>
        <p:spPr>
          <a:xfrm>
            <a:off x="961390" y="2675890"/>
            <a:ext cx="2345690" cy="63627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GB" altLang="en-US" sz="1800" b="0" i="0" u="none" strike="noStrike" cap="none">
                <a:solidFill>
                  <a:schemeClr val="accent4">
                    <a:lumMod val="75000"/>
                  </a:schemeClr>
                </a:solidFill>
                <a:latin typeface="Arial" panose="020B0604020202020204"/>
                <a:ea typeface="Arial" panose="020B0604020202020204"/>
                <a:cs typeface="Arial" panose="020B0604020202020204"/>
                <a:sym typeface="Arial" panose="020B0604020202020204"/>
              </a:rPr>
              <a:t>Clear MOOCs </a:t>
            </a:r>
            <a:endParaRPr lang="en-US" sz="1800" b="0" i="0" u="none" strike="noStrike" cap="none">
              <a:solidFill>
                <a:schemeClr val="accent4">
                  <a:lumMod val="75000"/>
                </a:schemeClr>
              </a:solidFill>
              <a:latin typeface="Arial" panose="020B0604020202020204"/>
              <a:ea typeface="Arial" panose="020B0604020202020204"/>
              <a:cs typeface="Arial" panose="020B0604020202020204"/>
              <a:sym typeface="Arial" panose="020B0604020202020204"/>
            </a:endParaRPr>
          </a:p>
        </p:txBody>
      </p:sp>
      <p:sp>
        <p:nvSpPr>
          <p:cNvPr id="1380" name="Google Shape;1380;p21"/>
          <p:cNvSpPr txBox="1"/>
          <p:nvPr/>
        </p:nvSpPr>
        <p:spPr>
          <a:xfrm>
            <a:off x="3576955" y="2499995"/>
            <a:ext cx="4425950" cy="90551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sz="1800" b="1">
              <a:solidFill>
                <a:srgbClr val="8A0651"/>
              </a:solidFill>
              <a:latin typeface="Times New Roman" panose="02020603050405020304" charset="0"/>
              <a:ea typeface="Trebuchet MS" panose="020B0603020202020204"/>
              <a:cs typeface="Times New Roman" panose="02020603050405020304" charset="0"/>
              <a:sym typeface="Trebuchet MS" panose="020B0603020202020204"/>
            </a:endParaRPr>
          </a:p>
          <a:p>
            <a:pPr marL="0" lvl="0" indent="0" algn="l" rtl="0">
              <a:spcBef>
                <a:spcPts val="0"/>
              </a:spcBef>
              <a:spcAft>
                <a:spcPts val="0"/>
              </a:spcAft>
              <a:buNone/>
            </a:pPr>
            <a:endParaRPr lang="en-US" sz="1800" b="1">
              <a:solidFill>
                <a:srgbClr val="8A0651"/>
              </a:solidFill>
              <a:latin typeface="Times New Roman" panose="02020603050405020304" charset="0"/>
              <a:ea typeface="Trebuchet MS" panose="020B0603020202020204"/>
              <a:cs typeface="Times New Roman" panose="02020603050405020304" charset="0"/>
              <a:sym typeface="Trebuchet MS" panose="020B0603020202020204"/>
            </a:endParaRPr>
          </a:p>
          <a:p>
            <a:pPr marL="0" lvl="0" indent="0" algn="l" rtl="0">
              <a:spcBef>
                <a:spcPts val="0"/>
              </a:spcBef>
              <a:spcAft>
                <a:spcPts val="0"/>
              </a:spcAft>
              <a:buNone/>
            </a:pPr>
            <a:r>
              <a:rPr lang="en-US" sz="1800" b="1">
                <a:solidFill>
                  <a:srgbClr val="8A0651"/>
                </a:solidFill>
                <a:latin typeface="Times New Roman" panose="02020603050405020304" charset="0"/>
                <a:ea typeface="Trebuchet MS" panose="020B0603020202020204"/>
                <a:cs typeface="Times New Roman" panose="02020603050405020304" charset="0"/>
                <a:sym typeface="Trebuchet MS" panose="020B0603020202020204"/>
              </a:rPr>
              <a:t>English Communication </a:t>
            </a:r>
          </a:p>
          <a:p>
            <a:pPr marL="0" lvl="0" indent="0" algn="l" rtl="0">
              <a:spcBef>
                <a:spcPts val="0"/>
              </a:spcBef>
              <a:spcAft>
                <a:spcPts val="0"/>
              </a:spcAft>
              <a:buNone/>
            </a:pPr>
            <a:r>
              <a:rPr lang="en-US" sz="1800" b="1">
                <a:solidFill>
                  <a:srgbClr val="8A0651"/>
                </a:solidFill>
                <a:latin typeface="Times New Roman" panose="02020603050405020304" charset="0"/>
                <a:ea typeface="Trebuchet MS" panose="020B0603020202020204"/>
                <a:cs typeface="Times New Roman" panose="02020603050405020304" charset="0"/>
                <a:sym typeface="Trebuchet MS" panose="020B0603020202020204"/>
              </a:rPr>
              <a:t>Dr.Kshema Jose   https://onlinecourses.swayam2.ac.in/cec24_lg01/preview</a:t>
            </a:r>
            <a:endParaRPr sz="1800" b="1">
              <a:solidFill>
                <a:srgbClr val="8A0651"/>
              </a:solidFill>
              <a:latin typeface="Times New Roman" panose="02020603050405020304" charset="0"/>
              <a:ea typeface="Trebuchet MS" panose="020B0603020202020204"/>
              <a:cs typeface="Times New Roman" panose="02020603050405020304" charset="0"/>
              <a:sym typeface="Trebuchet MS" panose="020B0603020202020204"/>
            </a:endParaRPr>
          </a:p>
          <a:p>
            <a:pPr marL="0" marR="0" lvl="0" indent="0" algn="ctr" rtl="0">
              <a:lnSpc>
                <a:spcPct val="100000"/>
              </a:lnSpc>
              <a:spcBef>
                <a:spcPts val="0"/>
              </a:spcBef>
              <a:spcAft>
                <a:spcPts val="0"/>
              </a:spcAft>
              <a:buClr>
                <a:schemeClr val="dk1"/>
              </a:buClr>
              <a:buSzPts val="3500"/>
              <a:buFont typeface="Montagu Slab SemiBold"/>
              <a:buNone/>
            </a:pPr>
            <a:endParaRPr sz="1800" b="1">
              <a:solidFill>
                <a:srgbClr val="8A0651"/>
              </a:solidFill>
              <a:latin typeface="Trebuchet MS" panose="020B0603020202020204"/>
              <a:ea typeface="Trebuchet MS" panose="020B0603020202020204"/>
              <a:cs typeface="Trebuchet MS" panose="020B0603020202020204"/>
              <a:sym typeface="Trebuchet MS" panose="020B0603020202020204"/>
            </a:endParaRPr>
          </a:p>
          <a:p>
            <a:pPr marL="0" marR="0" lvl="0" indent="0" algn="ctr" rtl="0">
              <a:lnSpc>
                <a:spcPct val="100000"/>
              </a:lnSpc>
              <a:spcBef>
                <a:spcPts val="0"/>
              </a:spcBef>
              <a:spcAft>
                <a:spcPts val="0"/>
              </a:spcAft>
              <a:buClr>
                <a:schemeClr val="dk1"/>
              </a:buClr>
              <a:buSzPts val="3500"/>
              <a:buFont typeface="Montagu Slab SemiBold"/>
              <a:buNone/>
            </a:pPr>
            <a:endParaRPr sz="1800" b="1">
              <a:solidFill>
                <a:srgbClr val="8A0651"/>
              </a:solidFill>
              <a:latin typeface="Trebuchet MS" panose="020B0603020202020204"/>
              <a:ea typeface="Trebuchet MS" panose="020B0603020202020204"/>
              <a:cs typeface="Trebuchet MS" panose="020B0603020202020204"/>
              <a:sym typeface="Trebuchet MS" panose="020B0603020202020204"/>
            </a:endParaRPr>
          </a:p>
        </p:txBody>
      </p:sp>
      <p:sp>
        <p:nvSpPr>
          <p:cNvPr id="1381" name="Google Shape;1381;p21"/>
          <p:cNvSpPr txBox="1"/>
          <p:nvPr/>
        </p:nvSpPr>
        <p:spPr>
          <a:xfrm>
            <a:off x="4219088" y="4525696"/>
            <a:ext cx="1161900" cy="29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Calibri" panose="020F0502020204030204"/>
                <a:ea typeface="Calibri" panose="020F0502020204030204"/>
                <a:cs typeface="Calibri" panose="020F0502020204030204"/>
                <a:sym typeface="Calibri" panose="020F0502020204030204"/>
              </a:rPr>
              <a:t> </a:t>
            </a:r>
            <a: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t/>
            </a:r>
            <a:br>
              <a:rPr lang="en-US" sz="2400" b="0" i="0" u="none" strike="noStrike" cap="none">
                <a:solidFill>
                  <a:srgbClr val="000000"/>
                </a:solidFill>
                <a:latin typeface="Arial" panose="020B0604020202020204"/>
                <a:ea typeface="Arial" panose="020B0604020202020204"/>
                <a:cs typeface="Arial" panose="020B0604020202020204"/>
                <a:sym typeface="Arial" panose="020B0604020202020204"/>
              </a:rPr>
            </a:b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2" name="Google Shape;1382;p21"/>
          <p:cNvSpPr txBox="1"/>
          <p:nvPr/>
        </p:nvSpPr>
        <p:spPr>
          <a:xfrm>
            <a:off x="7231380" y="2710815"/>
            <a:ext cx="1312545" cy="51244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2915920" y="3798570"/>
            <a:ext cx="1666875" cy="1014730"/>
          </a:xfrm>
          <a:prstGeom prst="rect">
            <a:avLst/>
          </a:prstGeom>
          <a:noFill/>
        </p:spPr>
        <p:txBody>
          <a:bodyPr wrap="square" rtlCol="0">
            <a:spAutoFit/>
          </a:bodyPr>
          <a:lstStyle/>
          <a:p>
            <a:r>
              <a:rPr lang="en-US" sz="2000" b="1">
                <a:solidFill>
                  <a:srgbClr val="8A0651"/>
                </a:solidFill>
                <a:latin typeface="Trebuchet MS" panose="020B0603020202020204"/>
                <a:ea typeface="Trebuchet MS" panose="020B0603020202020204"/>
                <a:cs typeface="Trebuchet MS" panose="020B0603020202020204"/>
                <a:sym typeface="Trebuchet MS" panose="020B0603020202020204"/>
              </a:rPr>
              <a:t>All AT</a:t>
            </a:r>
            <a:r>
              <a:rPr lang="en-GB" altLang="en-US" sz="2000" b="1">
                <a:solidFill>
                  <a:srgbClr val="8A0651"/>
                </a:solidFill>
                <a:latin typeface="Trebuchet MS" panose="020B0603020202020204"/>
                <a:ea typeface="Trebuchet MS" panose="020B0603020202020204"/>
                <a:cs typeface="Trebuchet MS" panose="020B0603020202020204"/>
                <a:sym typeface="Trebuchet MS" panose="020B0603020202020204"/>
              </a:rPr>
              <a:t>s</a:t>
            </a:r>
            <a:r>
              <a:rPr lang="en-US" sz="2000">
                <a:sym typeface="Arial" panose="020B0604020202020204"/>
              </a:rPr>
              <a:t/>
            </a:r>
            <a:br>
              <a:rPr lang="en-US" sz="2000">
                <a:sym typeface="Arial" panose="020B0604020202020204"/>
              </a:rPr>
            </a:br>
            <a:r>
              <a:rPr lang="en-US" sz="2000">
                <a:latin typeface="Calibri" panose="020F0502020204030204"/>
                <a:ea typeface="Calibri" panose="020F0502020204030204"/>
                <a:cs typeface="Calibri" panose="020F0502020204030204"/>
                <a:sym typeface="Calibri" panose="020F0502020204030204"/>
              </a:rPr>
              <a:t>exempted</a:t>
            </a:r>
            <a:endPara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endParaRPr lang="en-US" sz="20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cxnSp>
        <p:nvCxnSpPr>
          <p:cNvPr id="1387" name="Google Shape;1387;p22"/>
          <p:cNvCxnSpPr/>
          <p:nvPr/>
        </p:nvCxnSpPr>
        <p:spPr>
          <a:xfrm rot="10800000">
            <a:off x="3533225" y="1708450"/>
            <a:ext cx="838500" cy="367500"/>
          </a:xfrm>
          <a:prstGeom prst="curvedConnector3">
            <a:avLst>
              <a:gd name="adj1" fmla="val 50000"/>
            </a:avLst>
          </a:prstGeom>
          <a:noFill/>
          <a:ln w="19050" cap="flat" cmpd="sng">
            <a:solidFill>
              <a:schemeClr val="dk2"/>
            </a:solidFill>
            <a:prstDash val="solid"/>
            <a:round/>
            <a:headEnd type="oval" w="med" len="med"/>
            <a:tailEnd type="none" w="sm" len="sm"/>
          </a:ln>
        </p:spPr>
      </p:cxnSp>
      <p:sp>
        <p:nvSpPr>
          <p:cNvPr id="1388" name="Google Shape;1388;p22"/>
          <p:cNvSpPr txBox="1">
            <a:spLocks noGrp="1"/>
          </p:cNvSpPr>
          <p:nvPr>
            <p:ph type="title"/>
          </p:nvPr>
        </p:nvSpPr>
        <p:spPr>
          <a:xfrm>
            <a:off x="720000" y="392850"/>
            <a:ext cx="7708800" cy="67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sz="3600" i="1">
                <a:solidFill>
                  <a:schemeClr val="dk1"/>
                </a:solidFill>
                <a:latin typeface="Overlock" panose="02000506030000020004"/>
                <a:ea typeface="Overlock" panose="02000506030000020004"/>
                <a:cs typeface="Overlock" panose="02000506030000020004"/>
                <a:sym typeface="Overlock" panose="02000506030000020004"/>
              </a:rPr>
              <a:t>Complete Evaluation Criteria</a:t>
            </a:r>
          </a:p>
        </p:txBody>
      </p:sp>
      <p:sp>
        <p:nvSpPr>
          <p:cNvPr id="1389" name="Google Shape;1389;p22"/>
          <p:cNvSpPr txBox="1"/>
          <p:nvPr/>
        </p:nvSpPr>
        <p:spPr>
          <a:xfrm>
            <a:off x="1302900" y="1299000"/>
            <a:ext cx="1691400" cy="5067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MTE</a:t>
            </a:r>
            <a:endParaRPr sz="32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0" name="Google Shape;1390;p22"/>
          <p:cNvSpPr txBox="1"/>
          <p:nvPr/>
        </p:nvSpPr>
        <p:spPr>
          <a:xfrm>
            <a:off x="720000" y="2413450"/>
            <a:ext cx="1691400" cy="5067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5566BC"/>
                </a:solidFill>
                <a:latin typeface="Montagu Slab SemiBold"/>
                <a:ea typeface="Montagu Slab SemiBold"/>
                <a:cs typeface="Montagu Slab SemiBold"/>
                <a:sym typeface="Montagu Slab SemiBold"/>
              </a:rPr>
              <a:t>UNIT:-I, II, III</a:t>
            </a:r>
            <a:endParaRPr sz="2300" b="0" i="0" u="none" strike="noStrike" cap="none">
              <a:solidFill>
                <a:srgbClr val="5566BC"/>
              </a:solidFill>
              <a:latin typeface="Montagu Slab SemiBold"/>
              <a:ea typeface="Montagu Slab SemiBold"/>
              <a:cs typeface="Montagu Slab SemiBold"/>
              <a:sym typeface="Montagu Slab SemiBold"/>
            </a:endParaRPr>
          </a:p>
        </p:txBody>
      </p:sp>
      <p:sp>
        <p:nvSpPr>
          <p:cNvPr id="1391" name="Google Shape;1391;p22"/>
          <p:cNvSpPr txBox="1"/>
          <p:nvPr/>
        </p:nvSpPr>
        <p:spPr>
          <a:xfrm>
            <a:off x="1302900" y="3527900"/>
            <a:ext cx="1691400" cy="5067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5566BC"/>
                </a:solidFill>
                <a:latin typeface="Montagu Slab SemiBold"/>
                <a:ea typeface="Montagu Slab SemiBold"/>
                <a:cs typeface="Montagu Slab SemiBold"/>
                <a:sym typeface="Montagu Slab SemiBold"/>
              </a:rPr>
              <a:t>Type:-MCQs</a:t>
            </a:r>
            <a:endParaRPr sz="2300" b="0" i="0" u="none" strike="noStrike" cap="none">
              <a:solidFill>
                <a:srgbClr val="5566BC"/>
              </a:solidFill>
              <a:latin typeface="Montagu Slab SemiBold"/>
              <a:ea typeface="Montagu Slab SemiBold"/>
              <a:cs typeface="Montagu Slab SemiBold"/>
              <a:sym typeface="Montagu Slab SemiBold"/>
            </a:endParaRPr>
          </a:p>
        </p:txBody>
      </p:sp>
      <p:sp>
        <p:nvSpPr>
          <p:cNvPr id="1392" name="Google Shape;1392;p22"/>
          <p:cNvSpPr txBox="1"/>
          <p:nvPr/>
        </p:nvSpPr>
        <p:spPr>
          <a:xfrm>
            <a:off x="5897689" y="1659561"/>
            <a:ext cx="3246311" cy="599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panose="020B0604020202020204"/>
              <a:buNone/>
            </a:pPr>
            <a:r>
              <a:rPr lang="en-US" sz="2000" b="0" i="0" u="none" strike="noStrike" cap="none">
                <a:solidFill>
                  <a:srgbClr val="5562C0"/>
                </a:solidFill>
                <a:latin typeface="Montagu Slab SemiBold"/>
                <a:ea typeface="Montagu Slab SemiBold"/>
                <a:cs typeface="Montagu Slab SemiBold"/>
                <a:sym typeface="Montagu Slab SemiBold"/>
              </a:rPr>
              <a:t>UNIT:-I, II, III, IV, V, VI</a:t>
            </a:r>
            <a:endParaRPr sz="2000" b="0" i="0" u="none" strike="noStrike" cap="none">
              <a:solidFill>
                <a:srgbClr val="5562C0"/>
              </a:solidFill>
              <a:latin typeface="Montagu Slab SemiBold"/>
              <a:ea typeface="Montagu Slab SemiBold"/>
              <a:cs typeface="Montagu Slab SemiBold"/>
              <a:sym typeface="Montagu Slab SemiBold"/>
            </a:endParaRPr>
          </a:p>
        </p:txBody>
      </p:sp>
      <p:sp>
        <p:nvSpPr>
          <p:cNvPr id="1393" name="Google Shape;1393;p22"/>
          <p:cNvSpPr txBox="1"/>
          <p:nvPr/>
        </p:nvSpPr>
        <p:spPr>
          <a:xfrm>
            <a:off x="6149675" y="1299000"/>
            <a:ext cx="1691400" cy="506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panose="020B0604020202020204"/>
                <a:ea typeface="Arial" panose="020B0604020202020204"/>
                <a:cs typeface="Arial" panose="020B0604020202020204"/>
                <a:sym typeface="Arial" panose="020B0604020202020204"/>
              </a:rPr>
              <a:t>ETT</a:t>
            </a:r>
            <a:endParaRPr sz="32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4" name="Google Shape;1394;p22"/>
          <p:cNvSpPr txBox="1"/>
          <p:nvPr/>
        </p:nvSpPr>
        <p:spPr>
          <a:xfrm>
            <a:off x="6732600" y="2746575"/>
            <a:ext cx="2346086" cy="506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200"/>
              <a:buFont typeface="Arial" panose="020B0604020202020204"/>
              <a:buNone/>
            </a:pPr>
            <a:endParaRPr lang="en-US" sz="2200" b="0" i="0" u="none" strike="noStrike" cap="none" dirty="0" smtClean="0">
              <a:solidFill>
                <a:srgbClr val="5566BC"/>
              </a:solidFill>
              <a:latin typeface="Montagu Slab SemiBold"/>
              <a:ea typeface="Montagu Slab SemiBold"/>
              <a:cs typeface="Montagu Slab SemiBold"/>
              <a:sym typeface="Montagu Slab SemiBold"/>
            </a:endParaRPr>
          </a:p>
          <a:p>
            <a:pPr marL="0" marR="0" lvl="0" indent="0" algn="l" rtl="0">
              <a:lnSpc>
                <a:spcPct val="100000"/>
              </a:lnSpc>
              <a:spcBef>
                <a:spcPts val="0"/>
              </a:spcBef>
              <a:spcAft>
                <a:spcPts val="0"/>
              </a:spcAft>
              <a:buClr>
                <a:srgbClr val="000000"/>
              </a:buClr>
              <a:buSzPts val="2200"/>
              <a:buFont typeface="Arial" panose="020B0604020202020204"/>
              <a:buNone/>
            </a:pPr>
            <a:endParaRPr lang="en-US" sz="2200" dirty="0">
              <a:solidFill>
                <a:srgbClr val="5566BC"/>
              </a:solidFill>
              <a:latin typeface="Montagu Slab SemiBold"/>
              <a:ea typeface="Montagu Slab SemiBold"/>
              <a:cs typeface="Montagu Slab SemiBold"/>
              <a:sym typeface="Montagu Slab SemiBold"/>
            </a:endParaRPr>
          </a:p>
          <a:p>
            <a:pPr marL="0" marR="0" lvl="0" indent="0" algn="l" rtl="0">
              <a:lnSpc>
                <a:spcPct val="100000"/>
              </a:lnSpc>
              <a:spcBef>
                <a:spcPts val="0"/>
              </a:spcBef>
              <a:spcAft>
                <a:spcPts val="0"/>
              </a:spcAft>
              <a:buClr>
                <a:srgbClr val="000000"/>
              </a:buClr>
              <a:buSzPts val="2200"/>
              <a:buFont typeface="Arial" panose="020B0604020202020204"/>
              <a:buNone/>
            </a:pPr>
            <a:endParaRPr lang="en-US" sz="2200" b="0" i="0" u="none" strike="noStrike" cap="none" dirty="0" smtClean="0">
              <a:solidFill>
                <a:srgbClr val="5566BC"/>
              </a:solidFill>
              <a:latin typeface="Montagu Slab SemiBold"/>
              <a:ea typeface="Montagu Slab SemiBold"/>
              <a:cs typeface="Montagu Slab SemiBold"/>
              <a:sym typeface="Montagu Slab SemiBold"/>
            </a:endParaRPr>
          </a:p>
          <a:p>
            <a:pPr marL="0" marR="0" lvl="0" indent="0" algn="l" rtl="0">
              <a:lnSpc>
                <a:spcPct val="100000"/>
              </a:lnSpc>
              <a:spcBef>
                <a:spcPts val="0"/>
              </a:spcBef>
              <a:spcAft>
                <a:spcPts val="0"/>
              </a:spcAft>
              <a:buClr>
                <a:srgbClr val="000000"/>
              </a:buClr>
              <a:buSzPts val="2200"/>
              <a:buFont typeface="Arial" panose="020B0604020202020204"/>
              <a:buNone/>
            </a:pPr>
            <a:r>
              <a:rPr lang="en-US" sz="2200" b="0" i="0" u="none" strike="noStrike" cap="none" dirty="0" smtClean="0">
                <a:solidFill>
                  <a:srgbClr val="5566BC"/>
                </a:solidFill>
                <a:latin typeface="Montagu Slab SemiBold"/>
                <a:ea typeface="Montagu Slab SemiBold"/>
                <a:cs typeface="Montagu Slab SemiBold"/>
                <a:sym typeface="Montagu Slab SemiBold"/>
              </a:rPr>
              <a:t>Type</a:t>
            </a:r>
            <a:r>
              <a:rPr lang="en-US" sz="2200" b="0" i="0" u="none" strike="noStrike" cap="none" dirty="0">
                <a:solidFill>
                  <a:srgbClr val="5566BC"/>
                </a:solidFill>
                <a:latin typeface="Montagu Slab SemiBold"/>
                <a:ea typeface="Montagu Slab SemiBold"/>
                <a:cs typeface="Montagu Slab SemiBold"/>
                <a:sym typeface="Montagu Slab SemiBold"/>
              </a:rPr>
              <a:t>:-MCQs + Subjective</a:t>
            </a:r>
            <a:endParaRPr sz="2200" b="0" i="0" u="none" strike="noStrike" cap="none" dirty="0">
              <a:solidFill>
                <a:srgbClr val="5566BC"/>
              </a:solidFill>
              <a:latin typeface="Montagu Slab SemiBold"/>
              <a:ea typeface="Montagu Slab SemiBold"/>
              <a:cs typeface="Montagu Slab SemiBold"/>
              <a:sym typeface="Montagu Slab SemiBold"/>
            </a:endParaRPr>
          </a:p>
        </p:txBody>
      </p:sp>
      <p:sp>
        <p:nvSpPr>
          <p:cNvPr id="1395" name="Google Shape;1395;p22"/>
          <p:cNvSpPr txBox="1"/>
          <p:nvPr/>
        </p:nvSpPr>
        <p:spPr>
          <a:xfrm>
            <a:off x="6126438" y="3622958"/>
            <a:ext cx="2775319" cy="4565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5566BC"/>
                </a:solidFill>
                <a:latin typeface="Montagu Slab SemiBold"/>
                <a:ea typeface="Montagu Slab SemiBold"/>
                <a:cs typeface="Montagu Slab SemiBold"/>
                <a:sym typeface="Montagu Slab SemiBold"/>
              </a:rPr>
              <a:t>Platform: Cocubes</a:t>
            </a:r>
            <a:endParaRPr sz="2300" b="0" i="0" u="none" strike="noStrike" cap="none">
              <a:solidFill>
                <a:srgbClr val="5566BC"/>
              </a:solidFill>
              <a:latin typeface="Montagu Slab SemiBold"/>
              <a:ea typeface="Montagu Slab SemiBold"/>
              <a:cs typeface="Montagu Slab SemiBold"/>
              <a:sym typeface="Montagu Slab SemiBold"/>
            </a:endParaRPr>
          </a:p>
        </p:txBody>
      </p:sp>
      <p:grpSp>
        <p:nvGrpSpPr>
          <p:cNvPr id="1396" name="Google Shape;1396;p22"/>
          <p:cNvGrpSpPr/>
          <p:nvPr/>
        </p:nvGrpSpPr>
        <p:grpSpPr>
          <a:xfrm>
            <a:off x="3931000" y="2205125"/>
            <a:ext cx="1493075" cy="1550475"/>
            <a:chOff x="3931000" y="2205125"/>
            <a:chExt cx="1493075" cy="1550475"/>
          </a:xfrm>
        </p:grpSpPr>
        <p:sp>
          <p:nvSpPr>
            <p:cNvPr id="1397" name="Google Shape;1397;p22"/>
            <p:cNvSpPr/>
            <p:nvPr/>
          </p:nvSpPr>
          <p:spPr>
            <a:xfrm>
              <a:off x="4553050" y="3043500"/>
              <a:ext cx="251050" cy="305200"/>
            </a:xfrm>
            <a:custGeom>
              <a:avLst/>
              <a:gdLst/>
              <a:ahLst/>
              <a:cxnLst/>
              <a:rect l="l" t="t" r="r" b="b"/>
              <a:pathLst>
                <a:path w="10042" h="12208" extrusionOk="0">
                  <a:moveTo>
                    <a:pt x="2436" y="1"/>
                  </a:moveTo>
                  <a:cubicBezTo>
                    <a:pt x="2436" y="1"/>
                    <a:pt x="4464" y="7746"/>
                    <a:pt x="0" y="12207"/>
                  </a:cubicBezTo>
                  <a:lnTo>
                    <a:pt x="10042" y="12207"/>
                  </a:lnTo>
                  <a:cubicBezTo>
                    <a:pt x="5497" y="7656"/>
                    <a:pt x="7604" y="1"/>
                    <a:pt x="760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8" name="Google Shape;1398;p22"/>
            <p:cNvSpPr/>
            <p:nvPr/>
          </p:nvSpPr>
          <p:spPr>
            <a:xfrm>
              <a:off x="4393925" y="3328000"/>
              <a:ext cx="537950" cy="41225"/>
            </a:xfrm>
            <a:custGeom>
              <a:avLst/>
              <a:gdLst/>
              <a:ahLst/>
              <a:cxnLst/>
              <a:rect l="l" t="t" r="r" b="b"/>
              <a:pathLst>
                <a:path w="21518" h="1649" extrusionOk="0">
                  <a:moveTo>
                    <a:pt x="0" y="1"/>
                  </a:moveTo>
                  <a:lnTo>
                    <a:pt x="0" y="1648"/>
                  </a:lnTo>
                  <a:lnTo>
                    <a:pt x="21518" y="1648"/>
                  </a:lnTo>
                  <a:lnTo>
                    <a:pt x="21518"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9" name="Google Shape;1399;p22"/>
            <p:cNvSpPr/>
            <p:nvPr/>
          </p:nvSpPr>
          <p:spPr>
            <a:xfrm>
              <a:off x="4312700" y="3521200"/>
              <a:ext cx="700400" cy="41225"/>
            </a:xfrm>
            <a:custGeom>
              <a:avLst/>
              <a:gdLst/>
              <a:ahLst/>
              <a:cxnLst/>
              <a:rect l="l" t="t" r="r" b="b"/>
              <a:pathLst>
                <a:path w="28016" h="1649" extrusionOk="0">
                  <a:moveTo>
                    <a:pt x="1" y="0"/>
                  </a:moveTo>
                  <a:lnTo>
                    <a:pt x="1" y="1648"/>
                  </a:lnTo>
                  <a:lnTo>
                    <a:pt x="28015" y="1648"/>
                  </a:lnTo>
                  <a:lnTo>
                    <a:pt x="28015"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0" name="Google Shape;1400;p22"/>
            <p:cNvSpPr/>
            <p:nvPr/>
          </p:nvSpPr>
          <p:spPr>
            <a:xfrm>
              <a:off x="4254225" y="3714375"/>
              <a:ext cx="817300" cy="41225"/>
            </a:xfrm>
            <a:custGeom>
              <a:avLst/>
              <a:gdLst/>
              <a:ahLst/>
              <a:cxnLst/>
              <a:rect l="l" t="t" r="r" b="b"/>
              <a:pathLst>
                <a:path w="32692" h="1649" extrusionOk="0">
                  <a:moveTo>
                    <a:pt x="1" y="1"/>
                  </a:moveTo>
                  <a:lnTo>
                    <a:pt x="1" y="1649"/>
                  </a:lnTo>
                  <a:lnTo>
                    <a:pt x="32691" y="1649"/>
                  </a:lnTo>
                  <a:lnTo>
                    <a:pt x="32691"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1" name="Google Shape;1401;p22"/>
            <p:cNvSpPr/>
            <p:nvPr/>
          </p:nvSpPr>
          <p:spPr>
            <a:xfrm>
              <a:off x="4553050" y="2923550"/>
              <a:ext cx="250225" cy="128850"/>
            </a:xfrm>
            <a:custGeom>
              <a:avLst/>
              <a:gdLst/>
              <a:ahLst/>
              <a:cxnLst/>
              <a:rect l="l" t="t" r="r" b="b"/>
              <a:pathLst>
                <a:path w="10009" h="5154" extrusionOk="0">
                  <a:moveTo>
                    <a:pt x="0" y="1"/>
                  </a:moveTo>
                  <a:lnTo>
                    <a:pt x="0" y="4438"/>
                  </a:lnTo>
                  <a:cubicBezTo>
                    <a:pt x="0" y="4832"/>
                    <a:pt x="319" y="5153"/>
                    <a:pt x="713" y="5153"/>
                  </a:cubicBezTo>
                  <a:lnTo>
                    <a:pt x="9303" y="5153"/>
                  </a:lnTo>
                  <a:cubicBezTo>
                    <a:pt x="9689" y="5153"/>
                    <a:pt x="10008" y="4832"/>
                    <a:pt x="10008" y="4438"/>
                  </a:cubicBezTo>
                  <a:lnTo>
                    <a:pt x="10008"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2" name="Google Shape;1402;p22"/>
            <p:cNvSpPr/>
            <p:nvPr/>
          </p:nvSpPr>
          <p:spPr>
            <a:xfrm>
              <a:off x="3931000" y="2359975"/>
              <a:ext cx="296375" cy="325925"/>
            </a:xfrm>
            <a:custGeom>
              <a:avLst/>
              <a:gdLst/>
              <a:ahLst/>
              <a:cxnLst/>
              <a:rect l="l" t="t" r="r" b="b"/>
              <a:pathLst>
                <a:path w="11855" h="13037" extrusionOk="0">
                  <a:moveTo>
                    <a:pt x="386" y="1"/>
                  </a:moveTo>
                  <a:lnTo>
                    <a:pt x="321" y="910"/>
                  </a:lnTo>
                  <a:cubicBezTo>
                    <a:pt x="313" y="1133"/>
                    <a:pt x="0" y="6244"/>
                    <a:pt x="3324" y="9796"/>
                  </a:cubicBezTo>
                  <a:cubicBezTo>
                    <a:pt x="5334" y="11946"/>
                    <a:pt x="8205" y="13036"/>
                    <a:pt x="11855" y="13036"/>
                  </a:cubicBezTo>
                  <a:lnTo>
                    <a:pt x="11855" y="11083"/>
                  </a:lnTo>
                  <a:cubicBezTo>
                    <a:pt x="8772" y="11083"/>
                    <a:pt x="6383" y="10205"/>
                    <a:pt x="4759" y="8467"/>
                  </a:cubicBezTo>
                  <a:cubicBezTo>
                    <a:pt x="2774" y="6350"/>
                    <a:pt x="2363" y="3421"/>
                    <a:pt x="2282" y="1962"/>
                  </a:cubicBezTo>
                  <a:lnTo>
                    <a:pt x="11855" y="1962"/>
                  </a:lnTo>
                  <a:lnTo>
                    <a:pt x="11855"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3" name="Google Shape;1403;p22"/>
            <p:cNvSpPr/>
            <p:nvPr/>
          </p:nvSpPr>
          <p:spPr>
            <a:xfrm>
              <a:off x="5127700" y="2359975"/>
              <a:ext cx="296375" cy="325925"/>
            </a:xfrm>
            <a:custGeom>
              <a:avLst/>
              <a:gdLst/>
              <a:ahLst/>
              <a:cxnLst/>
              <a:rect l="l" t="t" r="r" b="b"/>
              <a:pathLst>
                <a:path w="11855" h="13037" extrusionOk="0">
                  <a:moveTo>
                    <a:pt x="1" y="1"/>
                  </a:moveTo>
                  <a:lnTo>
                    <a:pt x="1" y="1962"/>
                  </a:lnTo>
                  <a:lnTo>
                    <a:pt x="9573" y="1962"/>
                  </a:lnTo>
                  <a:cubicBezTo>
                    <a:pt x="9492" y="3421"/>
                    <a:pt x="9081" y="6350"/>
                    <a:pt x="7096" y="8467"/>
                  </a:cubicBezTo>
                  <a:cubicBezTo>
                    <a:pt x="5472" y="10205"/>
                    <a:pt x="3086" y="11083"/>
                    <a:pt x="1" y="11083"/>
                  </a:cubicBezTo>
                  <a:lnTo>
                    <a:pt x="1" y="13036"/>
                  </a:lnTo>
                  <a:cubicBezTo>
                    <a:pt x="3651" y="13036"/>
                    <a:pt x="6521" y="11946"/>
                    <a:pt x="8532" y="9796"/>
                  </a:cubicBezTo>
                  <a:cubicBezTo>
                    <a:pt x="11855" y="6244"/>
                    <a:pt x="11542" y="1133"/>
                    <a:pt x="11534" y="910"/>
                  </a:cubicBezTo>
                  <a:lnTo>
                    <a:pt x="1146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4" name="Google Shape;1404;p22"/>
            <p:cNvSpPr/>
            <p:nvPr/>
          </p:nvSpPr>
          <p:spPr>
            <a:xfrm>
              <a:off x="4158900" y="2280400"/>
              <a:ext cx="1038575" cy="707550"/>
            </a:xfrm>
            <a:custGeom>
              <a:avLst/>
              <a:gdLst/>
              <a:ahLst/>
              <a:cxnLst/>
              <a:rect l="l" t="t" r="r" b="b"/>
              <a:pathLst>
                <a:path w="41543" h="28302" extrusionOk="0">
                  <a:moveTo>
                    <a:pt x="0" y="0"/>
                  </a:moveTo>
                  <a:lnTo>
                    <a:pt x="0" y="7531"/>
                  </a:lnTo>
                  <a:cubicBezTo>
                    <a:pt x="0" y="15505"/>
                    <a:pt x="4495" y="22421"/>
                    <a:pt x="11083" y="25908"/>
                  </a:cubicBezTo>
                  <a:cubicBezTo>
                    <a:pt x="13979" y="27434"/>
                    <a:pt x="17267" y="28302"/>
                    <a:pt x="20771" y="28302"/>
                  </a:cubicBezTo>
                  <a:cubicBezTo>
                    <a:pt x="31903" y="28302"/>
                    <a:pt x="40983" y="19549"/>
                    <a:pt x="41517" y="8549"/>
                  </a:cubicBezTo>
                  <a:cubicBezTo>
                    <a:pt x="41533" y="8212"/>
                    <a:pt x="41542" y="7875"/>
                    <a:pt x="41542" y="7531"/>
                  </a:cubicBezTo>
                  <a:lnTo>
                    <a:pt x="41542"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5" name="Google Shape;1405;p22"/>
            <p:cNvSpPr/>
            <p:nvPr/>
          </p:nvSpPr>
          <p:spPr>
            <a:xfrm>
              <a:off x="4158900" y="2446700"/>
              <a:ext cx="1038575" cy="48275"/>
            </a:xfrm>
            <a:custGeom>
              <a:avLst/>
              <a:gdLst/>
              <a:ahLst/>
              <a:cxnLst/>
              <a:rect l="l" t="t" r="r" b="b"/>
              <a:pathLst>
                <a:path w="41543" h="1931" extrusionOk="0">
                  <a:moveTo>
                    <a:pt x="0" y="1"/>
                  </a:moveTo>
                  <a:lnTo>
                    <a:pt x="0" y="1930"/>
                  </a:lnTo>
                  <a:lnTo>
                    <a:pt x="41542" y="1930"/>
                  </a:lnTo>
                  <a:lnTo>
                    <a:pt x="41542"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6" name="Google Shape;1406;p22"/>
            <p:cNvSpPr/>
            <p:nvPr/>
          </p:nvSpPr>
          <p:spPr>
            <a:xfrm>
              <a:off x="4158900" y="2322025"/>
              <a:ext cx="1038575" cy="124700"/>
            </a:xfrm>
            <a:custGeom>
              <a:avLst/>
              <a:gdLst/>
              <a:ahLst/>
              <a:cxnLst/>
              <a:rect l="l" t="t" r="r" b="b"/>
              <a:pathLst>
                <a:path w="41543" h="4988" extrusionOk="0">
                  <a:moveTo>
                    <a:pt x="0" y="1"/>
                  </a:moveTo>
                  <a:lnTo>
                    <a:pt x="0" y="4988"/>
                  </a:lnTo>
                  <a:lnTo>
                    <a:pt x="41542" y="4988"/>
                  </a:lnTo>
                  <a:lnTo>
                    <a:pt x="4154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7" name="Google Shape;1407;p22"/>
            <p:cNvSpPr/>
            <p:nvPr/>
          </p:nvSpPr>
          <p:spPr>
            <a:xfrm>
              <a:off x="4102275" y="2205125"/>
              <a:ext cx="1151800" cy="83500"/>
            </a:xfrm>
            <a:custGeom>
              <a:avLst/>
              <a:gdLst/>
              <a:ahLst/>
              <a:cxnLst/>
              <a:rect l="l" t="t" r="r" b="b"/>
              <a:pathLst>
                <a:path w="46072" h="3340" extrusionOk="0">
                  <a:moveTo>
                    <a:pt x="1674" y="1"/>
                  </a:moveTo>
                  <a:cubicBezTo>
                    <a:pt x="747" y="1"/>
                    <a:pt x="1" y="747"/>
                    <a:pt x="1" y="1674"/>
                  </a:cubicBezTo>
                  <a:cubicBezTo>
                    <a:pt x="1" y="2594"/>
                    <a:pt x="747" y="3340"/>
                    <a:pt x="1674" y="3340"/>
                  </a:cubicBezTo>
                  <a:lnTo>
                    <a:pt x="44406" y="3340"/>
                  </a:lnTo>
                  <a:cubicBezTo>
                    <a:pt x="45323" y="3340"/>
                    <a:pt x="46072" y="2594"/>
                    <a:pt x="46072" y="1674"/>
                  </a:cubicBezTo>
                  <a:cubicBezTo>
                    <a:pt x="46072" y="747"/>
                    <a:pt x="45323" y="1"/>
                    <a:pt x="4440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8" name="Google Shape;1408;p22"/>
            <p:cNvSpPr/>
            <p:nvPr/>
          </p:nvSpPr>
          <p:spPr>
            <a:xfrm>
              <a:off x="4428375" y="3369200"/>
              <a:ext cx="469050" cy="152025"/>
            </a:xfrm>
            <a:custGeom>
              <a:avLst/>
              <a:gdLst/>
              <a:ahLst/>
              <a:cxnLst/>
              <a:rect l="l" t="t" r="r" b="b"/>
              <a:pathLst>
                <a:path w="18762" h="6081" extrusionOk="0">
                  <a:moveTo>
                    <a:pt x="0" y="0"/>
                  </a:moveTo>
                  <a:lnTo>
                    <a:pt x="0" y="6080"/>
                  </a:lnTo>
                  <a:lnTo>
                    <a:pt x="18761" y="6080"/>
                  </a:lnTo>
                  <a:lnTo>
                    <a:pt x="1876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9" name="Google Shape;1409;p22"/>
            <p:cNvSpPr/>
            <p:nvPr/>
          </p:nvSpPr>
          <p:spPr>
            <a:xfrm>
              <a:off x="4336075" y="3562400"/>
              <a:ext cx="653625" cy="152000"/>
            </a:xfrm>
            <a:custGeom>
              <a:avLst/>
              <a:gdLst/>
              <a:ahLst/>
              <a:cxnLst/>
              <a:rect l="l" t="t" r="r" b="b"/>
              <a:pathLst>
                <a:path w="26145" h="6080" extrusionOk="0">
                  <a:moveTo>
                    <a:pt x="1" y="0"/>
                  </a:moveTo>
                  <a:lnTo>
                    <a:pt x="1" y="6080"/>
                  </a:lnTo>
                  <a:lnTo>
                    <a:pt x="26145" y="6080"/>
                  </a:lnTo>
                  <a:lnTo>
                    <a:pt x="2614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cxnSp>
        <p:nvCxnSpPr>
          <p:cNvPr id="1410" name="Google Shape;1410;p22"/>
          <p:cNvCxnSpPr/>
          <p:nvPr/>
        </p:nvCxnSpPr>
        <p:spPr>
          <a:xfrm flipH="1">
            <a:off x="3504775" y="3260475"/>
            <a:ext cx="714300" cy="635100"/>
          </a:xfrm>
          <a:prstGeom prst="curvedConnector3">
            <a:avLst>
              <a:gd name="adj1" fmla="val 50000"/>
            </a:avLst>
          </a:prstGeom>
          <a:noFill/>
          <a:ln w="19050" cap="flat" cmpd="sng">
            <a:solidFill>
              <a:schemeClr val="dk2"/>
            </a:solidFill>
            <a:prstDash val="solid"/>
            <a:round/>
            <a:headEnd type="oval" w="med" len="med"/>
            <a:tailEnd type="none" w="sm" len="sm"/>
          </a:ln>
        </p:spPr>
      </p:cxnSp>
      <p:cxnSp>
        <p:nvCxnSpPr>
          <p:cNvPr id="1411" name="Google Shape;1411;p22"/>
          <p:cNvCxnSpPr/>
          <p:nvPr/>
        </p:nvCxnSpPr>
        <p:spPr>
          <a:xfrm>
            <a:off x="5122750" y="3498600"/>
            <a:ext cx="537300" cy="372600"/>
          </a:xfrm>
          <a:prstGeom prst="curvedConnector3">
            <a:avLst>
              <a:gd name="adj1" fmla="val 50000"/>
            </a:avLst>
          </a:prstGeom>
          <a:noFill/>
          <a:ln w="19050" cap="flat" cmpd="sng">
            <a:solidFill>
              <a:schemeClr val="dk2"/>
            </a:solidFill>
            <a:prstDash val="solid"/>
            <a:round/>
            <a:headEnd type="oval" w="med" len="med"/>
            <a:tailEnd type="none" w="sm" len="sm"/>
          </a:ln>
        </p:spPr>
      </p:cxnSp>
      <p:cxnSp>
        <p:nvCxnSpPr>
          <p:cNvPr id="1412" name="Google Shape;1412;p22"/>
          <p:cNvCxnSpPr/>
          <p:nvPr/>
        </p:nvCxnSpPr>
        <p:spPr>
          <a:xfrm>
            <a:off x="2949075" y="2753700"/>
            <a:ext cx="983100" cy="0"/>
          </a:xfrm>
          <a:prstGeom prst="straightConnector1">
            <a:avLst/>
          </a:prstGeom>
          <a:noFill/>
          <a:ln w="19050" cap="flat" cmpd="sng">
            <a:solidFill>
              <a:schemeClr val="dk2"/>
            </a:solidFill>
            <a:prstDash val="solid"/>
            <a:round/>
            <a:headEnd type="none" w="sm" len="sm"/>
            <a:tailEnd type="oval" w="med" len="med"/>
          </a:ln>
        </p:spPr>
      </p:cxnSp>
      <p:cxnSp>
        <p:nvCxnSpPr>
          <p:cNvPr id="1413" name="Google Shape;1413;p22"/>
          <p:cNvCxnSpPr/>
          <p:nvPr/>
        </p:nvCxnSpPr>
        <p:spPr>
          <a:xfrm rot="10800000">
            <a:off x="5257100" y="2747600"/>
            <a:ext cx="885300" cy="0"/>
          </a:xfrm>
          <a:prstGeom prst="straightConnector1">
            <a:avLst/>
          </a:prstGeom>
          <a:noFill/>
          <a:ln w="19050" cap="flat" cmpd="sng">
            <a:solidFill>
              <a:schemeClr val="dk2"/>
            </a:solidFill>
            <a:prstDash val="solid"/>
            <a:round/>
            <a:headEnd type="none" w="sm" len="sm"/>
            <a:tailEnd type="oval" w="med" len="med"/>
          </a:ln>
        </p:spPr>
      </p:cxnSp>
      <p:cxnSp>
        <p:nvCxnSpPr>
          <p:cNvPr id="1414" name="Google Shape;1414;p22"/>
          <p:cNvCxnSpPr/>
          <p:nvPr/>
        </p:nvCxnSpPr>
        <p:spPr>
          <a:xfrm rot="10800000" flipH="1">
            <a:off x="4854075" y="1624350"/>
            <a:ext cx="738900" cy="445500"/>
          </a:xfrm>
          <a:prstGeom prst="curvedConnector3">
            <a:avLst>
              <a:gd name="adj1" fmla="val 50000"/>
            </a:avLst>
          </a:prstGeom>
          <a:noFill/>
          <a:ln w="19050" cap="flat" cmpd="sng">
            <a:solidFill>
              <a:schemeClr val="dk2"/>
            </a:solidFill>
            <a:prstDash val="solid"/>
            <a:round/>
            <a:headEnd type="oval" w="med" len="med"/>
            <a:tailEnd type="none" w="sm" len="sm"/>
          </a:ln>
        </p:spPr>
      </p:cxnSp>
      <p:sp>
        <p:nvSpPr>
          <p:cNvPr id="1415" name="Google Shape;1415;p22"/>
          <p:cNvSpPr/>
          <p:nvPr/>
        </p:nvSpPr>
        <p:spPr>
          <a:xfrm>
            <a:off x="3110513" y="129900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6" name="Google Shape;1416;p22"/>
          <p:cNvSpPr/>
          <p:nvPr/>
        </p:nvSpPr>
        <p:spPr>
          <a:xfrm>
            <a:off x="2527613" y="241345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7" name="Google Shape;1417;p22"/>
          <p:cNvSpPr/>
          <p:nvPr/>
        </p:nvSpPr>
        <p:spPr>
          <a:xfrm>
            <a:off x="3110513" y="352790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8" name="Google Shape;1418;p22"/>
          <p:cNvSpPr/>
          <p:nvPr/>
        </p:nvSpPr>
        <p:spPr>
          <a:xfrm>
            <a:off x="5355813" y="129900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9" name="Google Shape;1419;p22"/>
          <p:cNvSpPr/>
          <p:nvPr/>
        </p:nvSpPr>
        <p:spPr>
          <a:xfrm>
            <a:off x="5938713" y="241345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0" name="Google Shape;1420;p22"/>
          <p:cNvSpPr/>
          <p:nvPr/>
        </p:nvSpPr>
        <p:spPr>
          <a:xfrm>
            <a:off x="5355813" y="352790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421" name="Google Shape;1421;p22"/>
          <p:cNvGrpSpPr/>
          <p:nvPr/>
        </p:nvGrpSpPr>
        <p:grpSpPr>
          <a:xfrm>
            <a:off x="5566767" y="3693721"/>
            <a:ext cx="263828" cy="345444"/>
            <a:chOff x="5626152" y="3109571"/>
            <a:chExt cx="263828" cy="345444"/>
          </a:xfrm>
        </p:grpSpPr>
        <p:sp>
          <p:nvSpPr>
            <p:cNvPr id="1422" name="Google Shape;1422;p22"/>
            <p:cNvSpPr/>
            <p:nvPr/>
          </p:nvSpPr>
          <p:spPr>
            <a:xfrm>
              <a:off x="5725991" y="3109571"/>
              <a:ext cx="65336" cy="69478"/>
            </a:xfrm>
            <a:custGeom>
              <a:avLst/>
              <a:gdLst/>
              <a:ahLst/>
              <a:cxnLst/>
              <a:rect l="l" t="t" r="r" b="b"/>
              <a:pathLst>
                <a:path w="1814" h="1929" extrusionOk="0">
                  <a:moveTo>
                    <a:pt x="0" y="1"/>
                  </a:moveTo>
                  <a:lnTo>
                    <a:pt x="0" y="1156"/>
                  </a:lnTo>
                  <a:lnTo>
                    <a:pt x="205" y="1156"/>
                  </a:lnTo>
                  <a:cubicBezTo>
                    <a:pt x="288" y="1156"/>
                    <a:pt x="361" y="1190"/>
                    <a:pt x="418" y="1255"/>
                  </a:cubicBezTo>
                  <a:cubicBezTo>
                    <a:pt x="467" y="1314"/>
                    <a:pt x="492" y="1387"/>
                    <a:pt x="485" y="1469"/>
                  </a:cubicBezTo>
                  <a:lnTo>
                    <a:pt x="485" y="1511"/>
                  </a:lnTo>
                  <a:cubicBezTo>
                    <a:pt x="485" y="1739"/>
                    <a:pt x="674" y="1928"/>
                    <a:pt x="902" y="1928"/>
                  </a:cubicBezTo>
                  <a:cubicBezTo>
                    <a:pt x="1140" y="1928"/>
                    <a:pt x="1329" y="1739"/>
                    <a:pt x="1329" y="1511"/>
                  </a:cubicBezTo>
                  <a:cubicBezTo>
                    <a:pt x="1329" y="1493"/>
                    <a:pt x="1329" y="1485"/>
                    <a:pt x="1321" y="1469"/>
                  </a:cubicBezTo>
                  <a:cubicBezTo>
                    <a:pt x="1313" y="1387"/>
                    <a:pt x="1345" y="1314"/>
                    <a:pt x="1394" y="1255"/>
                  </a:cubicBezTo>
                  <a:cubicBezTo>
                    <a:pt x="1451" y="1190"/>
                    <a:pt x="1526" y="1156"/>
                    <a:pt x="1609" y="1156"/>
                  </a:cubicBezTo>
                  <a:lnTo>
                    <a:pt x="1814" y="1156"/>
                  </a:lnTo>
                  <a:lnTo>
                    <a:pt x="181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3" name="Google Shape;1423;p22"/>
            <p:cNvSpPr/>
            <p:nvPr/>
          </p:nvSpPr>
          <p:spPr>
            <a:xfrm>
              <a:off x="5626152" y="3109571"/>
              <a:ext cx="263828" cy="345444"/>
            </a:xfrm>
            <a:custGeom>
              <a:avLst/>
              <a:gdLst/>
              <a:ahLst/>
              <a:cxnLst/>
              <a:rect l="l" t="t" r="r" b="b"/>
              <a:pathLst>
                <a:path w="7325" h="9591" extrusionOk="0">
                  <a:moveTo>
                    <a:pt x="278" y="1"/>
                  </a:moveTo>
                  <a:cubicBezTo>
                    <a:pt x="122" y="1"/>
                    <a:pt x="0" y="123"/>
                    <a:pt x="0" y="270"/>
                  </a:cubicBezTo>
                  <a:lnTo>
                    <a:pt x="0" y="9311"/>
                  </a:lnTo>
                  <a:cubicBezTo>
                    <a:pt x="0" y="9467"/>
                    <a:pt x="122" y="9591"/>
                    <a:pt x="278" y="9591"/>
                  </a:cubicBezTo>
                  <a:lnTo>
                    <a:pt x="7054" y="9591"/>
                  </a:lnTo>
                  <a:cubicBezTo>
                    <a:pt x="7202" y="9591"/>
                    <a:pt x="7324" y="9467"/>
                    <a:pt x="7324" y="9311"/>
                  </a:cubicBezTo>
                  <a:lnTo>
                    <a:pt x="7324" y="270"/>
                  </a:lnTo>
                  <a:cubicBezTo>
                    <a:pt x="7324" y="123"/>
                    <a:pt x="7202" y="1"/>
                    <a:pt x="7054" y="1"/>
                  </a:cubicBezTo>
                  <a:lnTo>
                    <a:pt x="5151" y="1"/>
                  </a:lnTo>
                  <a:lnTo>
                    <a:pt x="5151" y="1156"/>
                  </a:lnTo>
                  <a:lnTo>
                    <a:pt x="6005" y="1156"/>
                  </a:lnTo>
                  <a:cubicBezTo>
                    <a:pt x="6153" y="1156"/>
                    <a:pt x="6283" y="1288"/>
                    <a:pt x="6283" y="1444"/>
                  </a:cubicBezTo>
                  <a:lnTo>
                    <a:pt x="6283" y="8179"/>
                  </a:lnTo>
                  <a:cubicBezTo>
                    <a:pt x="6283" y="8335"/>
                    <a:pt x="6153" y="8467"/>
                    <a:pt x="6005" y="8467"/>
                  </a:cubicBezTo>
                  <a:lnTo>
                    <a:pt x="1329" y="8467"/>
                  </a:lnTo>
                  <a:cubicBezTo>
                    <a:pt x="1172" y="8467"/>
                    <a:pt x="1042" y="8335"/>
                    <a:pt x="1042" y="8179"/>
                  </a:cubicBezTo>
                  <a:lnTo>
                    <a:pt x="1042" y="1444"/>
                  </a:lnTo>
                  <a:cubicBezTo>
                    <a:pt x="1042" y="1288"/>
                    <a:pt x="1172" y="1156"/>
                    <a:pt x="1329" y="1156"/>
                  </a:cubicBezTo>
                  <a:lnTo>
                    <a:pt x="2205" y="1156"/>
                  </a:lnTo>
                  <a:lnTo>
                    <a:pt x="2205"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4" name="Google Shape;1424;p22"/>
            <p:cNvSpPr/>
            <p:nvPr/>
          </p:nvSpPr>
          <p:spPr>
            <a:xfrm>
              <a:off x="5683995" y="3171628"/>
              <a:ext cx="148104" cy="222480"/>
            </a:xfrm>
            <a:custGeom>
              <a:avLst/>
              <a:gdLst/>
              <a:ahLst/>
              <a:cxnLst/>
              <a:rect l="l" t="t" r="r" b="b"/>
              <a:pathLst>
                <a:path w="4112" h="6177" extrusionOk="0">
                  <a:moveTo>
                    <a:pt x="853" y="1333"/>
                  </a:moveTo>
                  <a:cubicBezTo>
                    <a:pt x="903" y="1333"/>
                    <a:pt x="955" y="1346"/>
                    <a:pt x="1003" y="1371"/>
                  </a:cubicBezTo>
                  <a:cubicBezTo>
                    <a:pt x="1101" y="1428"/>
                    <a:pt x="1150" y="1550"/>
                    <a:pt x="1133" y="1666"/>
                  </a:cubicBezTo>
                  <a:cubicBezTo>
                    <a:pt x="1101" y="1796"/>
                    <a:pt x="985" y="1894"/>
                    <a:pt x="855" y="1894"/>
                  </a:cubicBezTo>
                  <a:cubicBezTo>
                    <a:pt x="739" y="1894"/>
                    <a:pt x="633" y="1822"/>
                    <a:pt x="591" y="1707"/>
                  </a:cubicBezTo>
                  <a:cubicBezTo>
                    <a:pt x="550" y="1599"/>
                    <a:pt x="583" y="1469"/>
                    <a:pt x="674" y="1394"/>
                  </a:cubicBezTo>
                  <a:cubicBezTo>
                    <a:pt x="725" y="1354"/>
                    <a:pt x="788" y="1333"/>
                    <a:pt x="853" y="1333"/>
                  </a:cubicBezTo>
                  <a:close/>
                  <a:moveTo>
                    <a:pt x="3257" y="1329"/>
                  </a:moveTo>
                  <a:cubicBezTo>
                    <a:pt x="3415" y="1329"/>
                    <a:pt x="3537" y="1461"/>
                    <a:pt x="3537" y="1617"/>
                  </a:cubicBezTo>
                  <a:cubicBezTo>
                    <a:pt x="3537" y="1764"/>
                    <a:pt x="3415" y="1894"/>
                    <a:pt x="3257" y="1894"/>
                  </a:cubicBezTo>
                  <a:lnTo>
                    <a:pt x="1977" y="1894"/>
                  </a:lnTo>
                  <a:cubicBezTo>
                    <a:pt x="1822" y="1894"/>
                    <a:pt x="1700" y="1764"/>
                    <a:pt x="1700" y="1617"/>
                  </a:cubicBezTo>
                  <a:cubicBezTo>
                    <a:pt x="1700" y="1461"/>
                    <a:pt x="1822" y="1329"/>
                    <a:pt x="1977" y="1329"/>
                  </a:cubicBezTo>
                  <a:close/>
                  <a:moveTo>
                    <a:pt x="854" y="2456"/>
                  </a:moveTo>
                  <a:cubicBezTo>
                    <a:pt x="904" y="2456"/>
                    <a:pt x="956" y="2469"/>
                    <a:pt x="1003" y="2495"/>
                  </a:cubicBezTo>
                  <a:cubicBezTo>
                    <a:pt x="1101" y="2552"/>
                    <a:pt x="1150" y="2674"/>
                    <a:pt x="1133" y="2790"/>
                  </a:cubicBezTo>
                  <a:cubicBezTo>
                    <a:pt x="1101" y="2920"/>
                    <a:pt x="985" y="3019"/>
                    <a:pt x="855" y="3019"/>
                  </a:cubicBezTo>
                  <a:cubicBezTo>
                    <a:pt x="739" y="3019"/>
                    <a:pt x="633" y="2946"/>
                    <a:pt x="591" y="2830"/>
                  </a:cubicBezTo>
                  <a:cubicBezTo>
                    <a:pt x="550" y="2723"/>
                    <a:pt x="583" y="2593"/>
                    <a:pt x="674" y="2519"/>
                  </a:cubicBezTo>
                  <a:cubicBezTo>
                    <a:pt x="725" y="2478"/>
                    <a:pt x="789" y="2456"/>
                    <a:pt x="854" y="2456"/>
                  </a:cubicBezTo>
                  <a:close/>
                  <a:moveTo>
                    <a:pt x="3257" y="2454"/>
                  </a:moveTo>
                  <a:cubicBezTo>
                    <a:pt x="3415" y="2454"/>
                    <a:pt x="3537" y="2584"/>
                    <a:pt x="3537" y="2741"/>
                  </a:cubicBezTo>
                  <a:cubicBezTo>
                    <a:pt x="3537" y="2889"/>
                    <a:pt x="3415" y="3019"/>
                    <a:pt x="3257" y="3019"/>
                  </a:cubicBezTo>
                  <a:lnTo>
                    <a:pt x="1977" y="3019"/>
                  </a:lnTo>
                  <a:cubicBezTo>
                    <a:pt x="1822" y="3019"/>
                    <a:pt x="1700" y="2889"/>
                    <a:pt x="1700" y="2741"/>
                  </a:cubicBezTo>
                  <a:cubicBezTo>
                    <a:pt x="1700" y="2584"/>
                    <a:pt x="1822" y="2454"/>
                    <a:pt x="1977" y="2454"/>
                  </a:cubicBezTo>
                  <a:close/>
                  <a:moveTo>
                    <a:pt x="857" y="3580"/>
                  </a:moveTo>
                  <a:cubicBezTo>
                    <a:pt x="907" y="3580"/>
                    <a:pt x="957" y="3593"/>
                    <a:pt x="1003" y="3617"/>
                  </a:cubicBezTo>
                  <a:cubicBezTo>
                    <a:pt x="1101" y="3684"/>
                    <a:pt x="1158" y="3806"/>
                    <a:pt x="1125" y="3922"/>
                  </a:cubicBezTo>
                  <a:cubicBezTo>
                    <a:pt x="1101" y="4044"/>
                    <a:pt x="985" y="4143"/>
                    <a:pt x="855" y="4143"/>
                  </a:cubicBezTo>
                  <a:cubicBezTo>
                    <a:pt x="739" y="4143"/>
                    <a:pt x="633" y="4070"/>
                    <a:pt x="591" y="3962"/>
                  </a:cubicBezTo>
                  <a:cubicBezTo>
                    <a:pt x="550" y="3848"/>
                    <a:pt x="583" y="3725"/>
                    <a:pt x="666" y="3651"/>
                  </a:cubicBezTo>
                  <a:cubicBezTo>
                    <a:pt x="723" y="3603"/>
                    <a:pt x="790" y="3580"/>
                    <a:pt x="857" y="3580"/>
                  </a:cubicBezTo>
                  <a:close/>
                  <a:moveTo>
                    <a:pt x="3257" y="3578"/>
                  </a:moveTo>
                  <a:cubicBezTo>
                    <a:pt x="3415" y="3578"/>
                    <a:pt x="3537" y="3708"/>
                    <a:pt x="3537" y="3863"/>
                  </a:cubicBezTo>
                  <a:cubicBezTo>
                    <a:pt x="3537" y="4011"/>
                    <a:pt x="3415" y="4143"/>
                    <a:pt x="3257" y="4143"/>
                  </a:cubicBezTo>
                  <a:lnTo>
                    <a:pt x="1977" y="4143"/>
                  </a:lnTo>
                  <a:cubicBezTo>
                    <a:pt x="1822" y="4143"/>
                    <a:pt x="1700" y="4011"/>
                    <a:pt x="1700" y="3863"/>
                  </a:cubicBezTo>
                  <a:cubicBezTo>
                    <a:pt x="1700" y="3708"/>
                    <a:pt x="1822" y="3578"/>
                    <a:pt x="1977" y="3578"/>
                  </a:cubicBezTo>
                  <a:close/>
                  <a:moveTo>
                    <a:pt x="854" y="4704"/>
                  </a:moveTo>
                  <a:cubicBezTo>
                    <a:pt x="904" y="4704"/>
                    <a:pt x="956" y="4716"/>
                    <a:pt x="1003" y="4741"/>
                  </a:cubicBezTo>
                  <a:cubicBezTo>
                    <a:pt x="1101" y="4798"/>
                    <a:pt x="1150" y="4922"/>
                    <a:pt x="1133" y="5037"/>
                  </a:cubicBezTo>
                  <a:cubicBezTo>
                    <a:pt x="1101" y="5169"/>
                    <a:pt x="985" y="5267"/>
                    <a:pt x="855" y="5267"/>
                  </a:cubicBezTo>
                  <a:cubicBezTo>
                    <a:pt x="739" y="5267"/>
                    <a:pt x="633" y="5192"/>
                    <a:pt x="591" y="5078"/>
                  </a:cubicBezTo>
                  <a:cubicBezTo>
                    <a:pt x="550" y="4972"/>
                    <a:pt x="583" y="4840"/>
                    <a:pt x="674" y="4767"/>
                  </a:cubicBezTo>
                  <a:cubicBezTo>
                    <a:pt x="725" y="4725"/>
                    <a:pt x="789" y="4704"/>
                    <a:pt x="854" y="4704"/>
                  </a:cubicBezTo>
                  <a:close/>
                  <a:moveTo>
                    <a:pt x="3257" y="4700"/>
                  </a:moveTo>
                  <a:cubicBezTo>
                    <a:pt x="3415" y="4700"/>
                    <a:pt x="3537" y="4832"/>
                    <a:pt x="3537" y="4987"/>
                  </a:cubicBezTo>
                  <a:cubicBezTo>
                    <a:pt x="3537" y="5135"/>
                    <a:pt x="3415" y="5267"/>
                    <a:pt x="3257" y="5267"/>
                  </a:cubicBezTo>
                  <a:lnTo>
                    <a:pt x="1977" y="5267"/>
                  </a:lnTo>
                  <a:cubicBezTo>
                    <a:pt x="1822" y="5267"/>
                    <a:pt x="1700" y="5135"/>
                    <a:pt x="1700" y="4987"/>
                  </a:cubicBezTo>
                  <a:cubicBezTo>
                    <a:pt x="1700" y="4832"/>
                    <a:pt x="1822" y="4700"/>
                    <a:pt x="1977" y="4700"/>
                  </a:cubicBezTo>
                  <a:close/>
                  <a:moveTo>
                    <a:pt x="1" y="0"/>
                  </a:moveTo>
                  <a:lnTo>
                    <a:pt x="1" y="6177"/>
                  </a:lnTo>
                  <a:lnTo>
                    <a:pt x="4112" y="6177"/>
                  </a:lnTo>
                  <a:lnTo>
                    <a:pt x="4112" y="0"/>
                  </a:lnTo>
                  <a:lnTo>
                    <a:pt x="3029" y="0"/>
                  </a:lnTo>
                  <a:cubicBezTo>
                    <a:pt x="2938" y="443"/>
                    <a:pt x="2544" y="772"/>
                    <a:pt x="2068" y="772"/>
                  </a:cubicBezTo>
                  <a:cubicBezTo>
                    <a:pt x="1601" y="772"/>
                    <a:pt x="1208" y="443"/>
                    <a:pt x="110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425" name="Google Shape;1425;p22"/>
          <p:cNvGrpSpPr/>
          <p:nvPr/>
        </p:nvGrpSpPr>
        <p:grpSpPr>
          <a:xfrm>
            <a:off x="3260819" y="1464815"/>
            <a:ext cx="359595" cy="345443"/>
            <a:chOff x="4775502" y="2520080"/>
            <a:chExt cx="359595" cy="345443"/>
          </a:xfrm>
        </p:grpSpPr>
        <p:sp>
          <p:nvSpPr>
            <p:cNvPr id="1426" name="Google Shape;1426;p22"/>
            <p:cNvSpPr/>
            <p:nvPr/>
          </p:nvSpPr>
          <p:spPr>
            <a:xfrm>
              <a:off x="4775502" y="2557754"/>
              <a:ext cx="95122" cy="94474"/>
            </a:xfrm>
            <a:custGeom>
              <a:avLst/>
              <a:gdLst/>
              <a:ahLst/>
              <a:cxnLst/>
              <a:rect l="l" t="t" r="r" b="b"/>
              <a:pathLst>
                <a:path w="2641" h="2623" extrusionOk="0">
                  <a:moveTo>
                    <a:pt x="1791" y="0"/>
                  </a:moveTo>
                  <a:cubicBezTo>
                    <a:pt x="1437" y="0"/>
                    <a:pt x="1082" y="118"/>
                    <a:pt x="788" y="359"/>
                  </a:cubicBezTo>
                  <a:cubicBezTo>
                    <a:pt x="106" y="908"/>
                    <a:pt x="0" y="1918"/>
                    <a:pt x="557" y="2597"/>
                  </a:cubicBezTo>
                  <a:lnTo>
                    <a:pt x="573" y="2623"/>
                  </a:lnTo>
                  <a:cubicBezTo>
                    <a:pt x="977" y="1613"/>
                    <a:pt x="1705" y="776"/>
                    <a:pt x="2640" y="244"/>
                  </a:cubicBezTo>
                  <a:cubicBezTo>
                    <a:pt x="2383" y="83"/>
                    <a:pt x="2087" y="0"/>
                    <a:pt x="179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7" name="Google Shape;1427;p22"/>
            <p:cNvSpPr/>
            <p:nvPr/>
          </p:nvSpPr>
          <p:spPr>
            <a:xfrm>
              <a:off x="5039903" y="2557754"/>
              <a:ext cx="95194" cy="94474"/>
            </a:xfrm>
            <a:custGeom>
              <a:avLst/>
              <a:gdLst/>
              <a:ahLst/>
              <a:cxnLst/>
              <a:rect l="l" t="t" r="r" b="b"/>
              <a:pathLst>
                <a:path w="2643" h="2623" extrusionOk="0">
                  <a:moveTo>
                    <a:pt x="852" y="0"/>
                  </a:moveTo>
                  <a:cubicBezTo>
                    <a:pt x="554" y="0"/>
                    <a:pt x="259" y="83"/>
                    <a:pt x="1" y="244"/>
                  </a:cubicBezTo>
                  <a:cubicBezTo>
                    <a:pt x="936" y="776"/>
                    <a:pt x="1674" y="1613"/>
                    <a:pt x="2068" y="2623"/>
                  </a:cubicBezTo>
                  <a:lnTo>
                    <a:pt x="2092" y="2597"/>
                  </a:lnTo>
                  <a:cubicBezTo>
                    <a:pt x="2643" y="1918"/>
                    <a:pt x="2545" y="908"/>
                    <a:pt x="1863" y="359"/>
                  </a:cubicBezTo>
                  <a:cubicBezTo>
                    <a:pt x="1565" y="118"/>
                    <a:pt x="1207" y="0"/>
                    <a:pt x="85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8" name="Google Shape;1428;p22"/>
            <p:cNvSpPr/>
            <p:nvPr/>
          </p:nvSpPr>
          <p:spPr>
            <a:xfrm>
              <a:off x="4934121" y="2520080"/>
              <a:ext cx="42573" cy="25212"/>
            </a:xfrm>
            <a:custGeom>
              <a:avLst/>
              <a:gdLst/>
              <a:ahLst/>
              <a:cxnLst/>
              <a:rect l="l" t="t" r="r" b="b"/>
              <a:pathLst>
                <a:path w="1182" h="700" extrusionOk="0">
                  <a:moveTo>
                    <a:pt x="591" y="1"/>
                  </a:moveTo>
                  <a:cubicBezTo>
                    <a:pt x="264" y="1"/>
                    <a:pt x="0" y="273"/>
                    <a:pt x="0" y="601"/>
                  </a:cubicBezTo>
                  <a:lnTo>
                    <a:pt x="0" y="700"/>
                  </a:lnTo>
                  <a:cubicBezTo>
                    <a:pt x="189" y="674"/>
                    <a:pt x="386" y="666"/>
                    <a:pt x="591" y="666"/>
                  </a:cubicBezTo>
                  <a:cubicBezTo>
                    <a:pt x="788" y="666"/>
                    <a:pt x="985" y="674"/>
                    <a:pt x="1182" y="700"/>
                  </a:cubicBezTo>
                  <a:lnTo>
                    <a:pt x="1182" y="601"/>
                  </a:lnTo>
                  <a:cubicBezTo>
                    <a:pt x="1182" y="273"/>
                    <a:pt x="920" y="1"/>
                    <a:pt x="59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9" name="Google Shape;1429;p22"/>
            <p:cNvSpPr/>
            <p:nvPr/>
          </p:nvSpPr>
          <p:spPr>
            <a:xfrm>
              <a:off x="4804712" y="2564129"/>
              <a:ext cx="301394" cy="301394"/>
            </a:xfrm>
            <a:custGeom>
              <a:avLst/>
              <a:gdLst/>
              <a:ahLst/>
              <a:cxnLst/>
              <a:rect l="l" t="t" r="r" b="b"/>
              <a:pathLst>
                <a:path w="8368" h="8368" extrusionOk="0">
                  <a:moveTo>
                    <a:pt x="4184" y="879"/>
                  </a:moveTo>
                  <a:cubicBezTo>
                    <a:pt x="6005" y="879"/>
                    <a:pt x="7490" y="2363"/>
                    <a:pt x="7490" y="4184"/>
                  </a:cubicBezTo>
                  <a:cubicBezTo>
                    <a:pt x="7490" y="6013"/>
                    <a:pt x="6005" y="7490"/>
                    <a:pt x="4184" y="7490"/>
                  </a:cubicBezTo>
                  <a:cubicBezTo>
                    <a:pt x="2355" y="7490"/>
                    <a:pt x="878" y="6013"/>
                    <a:pt x="878" y="4184"/>
                  </a:cubicBezTo>
                  <a:cubicBezTo>
                    <a:pt x="878" y="2363"/>
                    <a:pt x="2355" y="879"/>
                    <a:pt x="4184" y="879"/>
                  </a:cubicBezTo>
                  <a:close/>
                  <a:moveTo>
                    <a:pt x="4184" y="0"/>
                  </a:moveTo>
                  <a:cubicBezTo>
                    <a:pt x="1871" y="0"/>
                    <a:pt x="0" y="1879"/>
                    <a:pt x="0" y="4184"/>
                  </a:cubicBezTo>
                  <a:cubicBezTo>
                    <a:pt x="0" y="6498"/>
                    <a:pt x="1871" y="8368"/>
                    <a:pt x="4184" y="8368"/>
                  </a:cubicBezTo>
                  <a:cubicBezTo>
                    <a:pt x="6489" y="8368"/>
                    <a:pt x="8368" y="6498"/>
                    <a:pt x="8368" y="4184"/>
                  </a:cubicBezTo>
                  <a:cubicBezTo>
                    <a:pt x="8368" y="1879"/>
                    <a:pt x="6489" y="0"/>
                    <a:pt x="418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0" name="Google Shape;1430;p22"/>
            <p:cNvSpPr/>
            <p:nvPr/>
          </p:nvSpPr>
          <p:spPr>
            <a:xfrm>
              <a:off x="4857045" y="2616462"/>
              <a:ext cx="196800" cy="196800"/>
            </a:xfrm>
            <a:custGeom>
              <a:avLst/>
              <a:gdLst/>
              <a:ahLst/>
              <a:cxnLst/>
              <a:rect l="l" t="t" r="r" b="b"/>
              <a:pathLst>
                <a:path w="5464" h="5464" extrusionOk="0">
                  <a:moveTo>
                    <a:pt x="2731" y="1452"/>
                  </a:moveTo>
                  <a:cubicBezTo>
                    <a:pt x="2887" y="1452"/>
                    <a:pt x="3011" y="1576"/>
                    <a:pt x="3011" y="1731"/>
                  </a:cubicBezTo>
                  <a:lnTo>
                    <a:pt x="3011" y="2454"/>
                  </a:lnTo>
                  <a:lnTo>
                    <a:pt x="3339" y="2454"/>
                  </a:lnTo>
                  <a:cubicBezTo>
                    <a:pt x="3495" y="2454"/>
                    <a:pt x="3617" y="2576"/>
                    <a:pt x="3617" y="2731"/>
                  </a:cubicBezTo>
                  <a:cubicBezTo>
                    <a:pt x="3617" y="2887"/>
                    <a:pt x="3495" y="3011"/>
                    <a:pt x="3339" y="3011"/>
                  </a:cubicBezTo>
                  <a:lnTo>
                    <a:pt x="2731" y="3011"/>
                  </a:lnTo>
                  <a:cubicBezTo>
                    <a:pt x="2575" y="3011"/>
                    <a:pt x="2453" y="2887"/>
                    <a:pt x="2453" y="2731"/>
                  </a:cubicBezTo>
                  <a:lnTo>
                    <a:pt x="2453" y="1731"/>
                  </a:lnTo>
                  <a:cubicBezTo>
                    <a:pt x="2453" y="1576"/>
                    <a:pt x="2575" y="1452"/>
                    <a:pt x="2731" y="1452"/>
                  </a:cubicBezTo>
                  <a:close/>
                  <a:moveTo>
                    <a:pt x="2453" y="0"/>
                  </a:moveTo>
                  <a:cubicBezTo>
                    <a:pt x="1902" y="58"/>
                    <a:pt x="1402" y="278"/>
                    <a:pt x="1000" y="607"/>
                  </a:cubicBezTo>
                  <a:lnTo>
                    <a:pt x="1435" y="1042"/>
                  </a:lnTo>
                  <a:cubicBezTo>
                    <a:pt x="1542" y="1148"/>
                    <a:pt x="1542" y="1329"/>
                    <a:pt x="1435" y="1436"/>
                  </a:cubicBezTo>
                  <a:cubicBezTo>
                    <a:pt x="1378" y="1493"/>
                    <a:pt x="1311" y="1526"/>
                    <a:pt x="1239" y="1526"/>
                  </a:cubicBezTo>
                  <a:cubicBezTo>
                    <a:pt x="1164" y="1526"/>
                    <a:pt x="1091" y="1493"/>
                    <a:pt x="1042" y="1436"/>
                  </a:cubicBezTo>
                  <a:lnTo>
                    <a:pt x="599" y="1001"/>
                  </a:lnTo>
                  <a:cubicBezTo>
                    <a:pt x="270" y="1402"/>
                    <a:pt x="57" y="1902"/>
                    <a:pt x="0" y="2454"/>
                  </a:cubicBezTo>
                  <a:lnTo>
                    <a:pt x="614" y="2454"/>
                  </a:lnTo>
                  <a:cubicBezTo>
                    <a:pt x="770" y="2454"/>
                    <a:pt x="902" y="2576"/>
                    <a:pt x="902" y="2731"/>
                  </a:cubicBezTo>
                  <a:cubicBezTo>
                    <a:pt x="902" y="2887"/>
                    <a:pt x="770" y="3011"/>
                    <a:pt x="614" y="3011"/>
                  </a:cubicBezTo>
                  <a:lnTo>
                    <a:pt x="0" y="3011"/>
                  </a:lnTo>
                  <a:cubicBezTo>
                    <a:pt x="57" y="3560"/>
                    <a:pt x="270" y="4060"/>
                    <a:pt x="599" y="4462"/>
                  </a:cubicBezTo>
                  <a:lnTo>
                    <a:pt x="1042" y="4029"/>
                  </a:lnTo>
                  <a:cubicBezTo>
                    <a:pt x="1095" y="3975"/>
                    <a:pt x="1167" y="3947"/>
                    <a:pt x="1239" y="3947"/>
                  </a:cubicBezTo>
                  <a:cubicBezTo>
                    <a:pt x="1310" y="3947"/>
                    <a:pt x="1382" y="3975"/>
                    <a:pt x="1435" y="4029"/>
                  </a:cubicBezTo>
                  <a:cubicBezTo>
                    <a:pt x="1542" y="4135"/>
                    <a:pt x="1542" y="4314"/>
                    <a:pt x="1435" y="4422"/>
                  </a:cubicBezTo>
                  <a:lnTo>
                    <a:pt x="1000" y="4865"/>
                  </a:lnTo>
                  <a:cubicBezTo>
                    <a:pt x="1402" y="5192"/>
                    <a:pt x="1902" y="5407"/>
                    <a:pt x="2453" y="5464"/>
                  </a:cubicBezTo>
                  <a:lnTo>
                    <a:pt x="2453" y="4848"/>
                  </a:lnTo>
                  <a:cubicBezTo>
                    <a:pt x="2453" y="4692"/>
                    <a:pt x="2575" y="4560"/>
                    <a:pt x="2731" y="4560"/>
                  </a:cubicBezTo>
                  <a:cubicBezTo>
                    <a:pt x="2887" y="4560"/>
                    <a:pt x="3011" y="4692"/>
                    <a:pt x="3011" y="4848"/>
                  </a:cubicBezTo>
                  <a:lnTo>
                    <a:pt x="3011" y="5464"/>
                  </a:lnTo>
                  <a:cubicBezTo>
                    <a:pt x="3560" y="5407"/>
                    <a:pt x="4060" y="5192"/>
                    <a:pt x="4462" y="4865"/>
                  </a:cubicBezTo>
                  <a:lnTo>
                    <a:pt x="4019" y="4422"/>
                  </a:lnTo>
                  <a:cubicBezTo>
                    <a:pt x="3912" y="4314"/>
                    <a:pt x="3912" y="4135"/>
                    <a:pt x="4019" y="4029"/>
                  </a:cubicBezTo>
                  <a:cubicBezTo>
                    <a:pt x="4077" y="3975"/>
                    <a:pt x="4150" y="3947"/>
                    <a:pt x="4223" y="3947"/>
                  </a:cubicBezTo>
                  <a:cubicBezTo>
                    <a:pt x="4296" y="3947"/>
                    <a:pt x="4368" y="3975"/>
                    <a:pt x="4422" y="4029"/>
                  </a:cubicBezTo>
                  <a:lnTo>
                    <a:pt x="4855" y="4462"/>
                  </a:lnTo>
                  <a:cubicBezTo>
                    <a:pt x="5184" y="4060"/>
                    <a:pt x="5407" y="3560"/>
                    <a:pt x="5464" y="3011"/>
                  </a:cubicBezTo>
                  <a:lnTo>
                    <a:pt x="4840" y="3011"/>
                  </a:lnTo>
                  <a:cubicBezTo>
                    <a:pt x="4684" y="3011"/>
                    <a:pt x="4560" y="2887"/>
                    <a:pt x="4560" y="2731"/>
                  </a:cubicBezTo>
                  <a:cubicBezTo>
                    <a:pt x="4560" y="2576"/>
                    <a:pt x="4684" y="2454"/>
                    <a:pt x="4840" y="2454"/>
                  </a:cubicBezTo>
                  <a:lnTo>
                    <a:pt x="5464" y="2454"/>
                  </a:lnTo>
                  <a:cubicBezTo>
                    <a:pt x="5407" y="1902"/>
                    <a:pt x="5184" y="1402"/>
                    <a:pt x="4855" y="1001"/>
                  </a:cubicBezTo>
                  <a:lnTo>
                    <a:pt x="4422" y="1436"/>
                  </a:lnTo>
                  <a:cubicBezTo>
                    <a:pt x="4363" y="1493"/>
                    <a:pt x="4290" y="1526"/>
                    <a:pt x="4225" y="1526"/>
                  </a:cubicBezTo>
                  <a:cubicBezTo>
                    <a:pt x="4150" y="1526"/>
                    <a:pt x="4078" y="1493"/>
                    <a:pt x="4028" y="1436"/>
                  </a:cubicBezTo>
                  <a:cubicBezTo>
                    <a:pt x="3912" y="1329"/>
                    <a:pt x="3912" y="1148"/>
                    <a:pt x="4028" y="1042"/>
                  </a:cubicBezTo>
                  <a:lnTo>
                    <a:pt x="4462" y="607"/>
                  </a:lnTo>
                  <a:cubicBezTo>
                    <a:pt x="4060" y="278"/>
                    <a:pt x="3560" y="58"/>
                    <a:pt x="3011" y="0"/>
                  </a:cubicBezTo>
                  <a:lnTo>
                    <a:pt x="3011" y="623"/>
                  </a:lnTo>
                  <a:cubicBezTo>
                    <a:pt x="3011" y="780"/>
                    <a:pt x="2887" y="902"/>
                    <a:pt x="2731" y="902"/>
                  </a:cubicBezTo>
                  <a:cubicBezTo>
                    <a:pt x="2575" y="902"/>
                    <a:pt x="2453" y="780"/>
                    <a:pt x="2453" y="623"/>
                  </a:cubicBezTo>
                  <a:lnTo>
                    <a:pt x="2453"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431" name="Google Shape;1431;p22"/>
          <p:cNvGrpSpPr/>
          <p:nvPr/>
        </p:nvGrpSpPr>
        <p:grpSpPr>
          <a:xfrm>
            <a:off x="6149687" y="2574881"/>
            <a:ext cx="271284" cy="345440"/>
            <a:chOff x="7190587" y="1920901"/>
            <a:chExt cx="271284" cy="345440"/>
          </a:xfrm>
        </p:grpSpPr>
        <p:sp>
          <p:nvSpPr>
            <p:cNvPr id="1432" name="Google Shape;1432;p22"/>
            <p:cNvSpPr/>
            <p:nvPr/>
          </p:nvSpPr>
          <p:spPr>
            <a:xfrm>
              <a:off x="7190587" y="2205183"/>
              <a:ext cx="271284" cy="61158"/>
            </a:xfrm>
            <a:custGeom>
              <a:avLst/>
              <a:gdLst/>
              <a:ahLst/>
              <a:cxnLst/>
              <a:rect l="l" t="t" r="r" b="b"/>
              <a:pathLst>
                <a:path w="7532" h="1698" extrusionOk="0">
                  <a:moveTo>
                    <a:pt x="845" y="0"/>
                  </a:moveTo>
                  <a:cubicBezTo>
                    <a:pt x="378" y="0"/>
                    <a:pt x="0" y="376"/>
                    <a:pt x="0" y="845"/>
                  </a:cubicBezTo>
                  <a:cubicBezTo>
                    <a:pt x="0" y="1312"/>
                    <a:pt x="378" y="1697"/>
                    <a:pt x="845" y="1697"/>
                  </a:cubicBezTo>
                  <a:lnTo>
                    <a:pt x="7252" y="1697"/>
                  </a:lnTo>
                  <a:cubicBezTo>
                    <a:pt x="7409" y="1697"/>
                    <a:pt x="7531" y="1567"/>
                    <a:pt x="7531" y="1420"/>
                  </a:cubicBezTo>
                  <a:cubicBezTo>
                    <a:pt x="7531" y="1262"/>
                    <a:pt x="7409" y="1132"/>
                    <a:pt x="7252" y="1132"/>
                  </a:cubicBezTo>
                  <a:lnTo>
                    <a:pt x="845" y="1132"/>
                  </a:lnTo>
                  <a:cubicBezTo>
                    <a:pt x="690" y="1132"/>
                    <a:pt x="558" y="1008"/>
                    <a:pt x="558" y="845"/>
                  </a:cubicBezTo>
                  <a:cubicBezTo>
                    <a:pt x="558" y="689"/>
                    <a:pt x="690" y="557"/>
                    <a:pt x="845" y="557"/>
                  </a:cubicBezTo>
                  <a:lnTo>
                    <a:pt x="7252" y="557"/>
                  </a:lnTo>
                  <a:cubicBezTo>
                    <a:pt x="7409" y="557"/>
                    <a:pt x="7531" y="435"/>
                    <a:pt x="7531" y="278"/>
                  </a:cubicBezTo>
                  <a:cubicBezTo>
                    <a:pt x="7531" y="122"/>
                    <a:pt x="7409" y="0"/>
                    <a:pt x="725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3" name="Google Shape;1433;p22"/>
            <p:cNvSpPr/>
            <p:nvPr/>
          </p:nvSpPr>
          <p:spPr>
            <a:xfrm>
              <a:off x="7317943" y="2019588"/>
              <a:ext cx="20386" cy="73007"/>
            </a:xfrm>
            <a:custGeom>
              <a:avLst/>
              <a:gdLst/>
              <a:ahLst/>
              <a:cxnLst/>
              <a:rect l="l" t="t" r="r" b="b"/>
              <a:pathLst>
                <a:path w="566" h="2027" extrusionOk="0">
                  <a:moveTo>
                    <a:pt x="0" y="1"/>
                  </a:moveTo>
                  <a:lnTo>
                    <a:pt x="0" y="2027"/>
                  </a:lnTo>
                  <a:lnTo>
                    <a:pt x="566" y="2027"/>
                  </a:lnTo>
                  <a:lnTo>
                    <a:pt x="56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4" name="Google Shape;1434;p22"/>
            <p:cNvSpPr/>
            <p:nvPr/>
          </p:nvSpPr>
          <p:spPr>
            <a:xfrm>
              <a:off x="7277460" y="2019588"/>
              <a:ext cx="20458" cy="73007"/>
            </a:xfrm>
            <a:custGeom>
              <a:avLst/>
              <a:gdLst/>
              <a:ahLst/>
              <a:cxnLst/>
              <a:rect l="l" t="t" r="r" b="b"/>
              <a:pathLst>
                <a:path w="568" h="2027" extrusionOk="0">
                  <a:moveTo>
                    <a:pt x="0" y="1"/>
                  </a:moveTo>
                  <a:lnTo>
                    <a:pt x="0" y="2027"/>
                  </a:lnTo>
                  <a:lnTo>
                    <a:pt x="567" y="2027"/>
                  </a:lnTo>
                  <a:lnTo>
                    <a:pt x="567"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5" name="Google Shape;1435;p22"/>
            <p:cNvSpPr/>
            <p:nvPr/>
          </p:nvSpPr>
          <p:spPr>
            <a:xfrm>
              <a:off x="7279513" y="1970533"/>
              <a:ext cx="97247" cy="28742"/>
            </a:xfrm>
            <a:custGeom>
              <a:avLst/>
              <a:gdLst/>
              <a:ahLst/>
              <a:cxnLst/>
              <a:rect l="l" t="t" r="r" b="b"/>
              <a:pathLst>
                <a:path w="2700" h="798" extrusionOk="0">
                  <a:moveTo>
                    <a:pt x="1355" y="0"/>
                  </a:moveTo>
                  <a:lnTo>
                    <a:pt x="0" y="798"/>
                  </a:lnTo>
                  <a:lnTo>
                    <a:pt x="2700" y="798"/>
                  </a:lnTo>
                  <a:lnTo>
                    <a:pt x="135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6" name="Google Shape;1436;p22"/>
            <p:cNvSpPr/>
            <p:nvPr/>
          </p:nvSpPr>
          <p:spPr>
            <a:xfrm>
              <a:off x="7358426" y="2019588"/>
              <a:ext cx="20386" cy="73007"/>
            </a:xfrm>
            <a:custGeom>
              <a:avLst/>
              <a:gdLst/>
              <a:ahLst/>
              <a:cxnLst/>
              <a:rect l="l" t="t" r="r" b="b"/>
              <a:pathLst>
                <a:path w="566" h="2027" extrusionOk="0">
                  <a:moveTo>
                    <a:pt x="1" y="1"/>
                  </a:moveTo>
                  <a:lnTo>
                    <a:pt x="1" y="2027"/>
                  </a:lnTo>
                  <a:lnTo>
                    <a:pt x="566" y="2027"/>
                  </a:lnTo>
                  <a:lnTo>
                    <a:pt x="56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7" name="Google Shape;1437;p22"/>
            <p:cNvSpPr/>
            <p:nvPr/>
          </p:nvSpPr>
          <p:spPr>
            <a:xfrm>
              <a:off x="7190587" y="1920901"/>
              <a:ext cx="262676" cy="274237"/>
            </a:xfrm>
            <a:custGeom>
              <a:avLst/>
              <a:gdLst/>
              <a:ahLst/>
              <a:cxnLst/>
              <a:rect l="l" t="t" r="r" b="b"/>
              <a:pathLst>
                <a:path w="7293" h="7614" extrusionOk="0">
                  <a:moveTo>
                    <a:pt x="3820" y="771"/>
                  </a:moveTo>
                  <a:cubicBezTo>
                    <a:pt x="3869" y="771"/>
                    <a:pt x="3918" y="785"/>
                    <a:pt x="3964" y="813"/>
                  </a:cubicBezTo>
                  <a:lnTo>
                    <a:pt x="6342" y="2215"/>
                  </a:lnTo>
                  <a:cubicBezTo>
                    <a:pt x="6482" y="2290"/>
                    <a:pt x="6523" y="2461"/>
                    <a:pt x="6440" y="2601"/>
                  </a:cubicBezTo>
                  <a:cubicBezTo>
                    <a:pt x="6391" y="2692"/>
                    <a:pt x="6301" y="2741"/>
                    <a:pt x="6202" y="2741"/>
                  </a:cubicBezTo>
                  <a:lnTo>
                    <a:pt x="5793" y="2741"/>
                  </a:lnTo>
                  <a:lnTo>
                    <a:pt x="5793" y="4767"/>
                  </a:lnTo>
                  <a:lnTo>
                    <a:pt x="5899" y="4767"/>
                  </a:lnTo>
                  <a:cubicBezTo>
                    <a:pt x="6055" y="4767"/>
                    <a:pt x="6179" y="4899"/>
                    <a:pt x="6179" y="5054"/>
                  </a:cubicBezTo>
                  <a:cubicBezTo>
                    <a:pt x="6179" y="5202"/>
                    <a:pt x="6055" y="5334"/>
                    <a:pt x="5899" y="5334"/>
                  </a:cubicBezTo>
                  <a:lnTo>
                    <a:pt x="1739" y="5334"/>
                  </a:lnTo>
                  <a:cubicBezTo>
                    <a:pt x="1591" y="5334"/>
                    <a:pt x="1461" y="5202"/>
                    <a:pt x="1461" y="5054"/>
                  </a:cubicBezTo>
                  <a:cubicBezTo>
                    <a:pt x="1461" y="4899"/>
                    <a:pt x="1591" y="4767"/>
                    <a:pt x="1739" y="4767"/>
                  </a:cubicBezTo>
                  <a:lnTo>
                    <a:pt x="1855" y="4767"/>
                  </a:lnTo>
                  <a:lnTo>
                    <a:pt x="1855" y="2741"/>
                  </a:lnTo>
                  <a:lnTo>
                    <a:pt x="1436" y="2741"/>
                  </a:lnTo>
                  <a:cubicBezTo>
                    <a:pt x="1345" y="2733"/>
                    <a:pt x="1247" y="2684"/>
                    <a:pt x="1197" y="2601"/>
                  </a:cubicBezTo>
                  <a:cubicBezTo>
                    <a:pt x="1117" y="2461"/>
                    <a:pt x="1166" y="2290"/>
                    <a:pt x="1296" y="2215"/>
                  </a:cubicBezTo>
                  <a:lnTo>
                    <a:pt x="3676" y="813"/>
                  </a:lnTo>
                  <a:cubicBezTo>
                    <a:pt x="3722" y="785"/>
                    <a:pt x="3771" y="771"/>
                    <a:pt x="3820" y="771"/>
                  </a:cubicBezTo>
                  <a:close/>
                  <a:moveTo>
                    <a:pt x="4767" y="6015"/>
                  </a:moveTo>
                  <a:cubicBezTo>
                    <a:pt x="4923" y="6015"/>
                    <a:pt x="5047" y="6137"/>
                    <a:pt x="5047" y="6293"/>
                  </a:cubicBezTo>
                  <a:cubicBezTo>
                    <a:pt x="5047" y="6448"/>
                    <a:pt x="4923" y="6572"/>
                    <a:pt x="4767" y="6572"/>
                  </a:cubicBezTo>
                  <a:lnTo>
                    <a:pt x="2871" y="6572"/>
                  </a:lnTo>
                  <a:cubicBezTo>
                    <a:pt x="2723" y="6572"/>
                    <a:pt x="2593" y="6448"/>
                    <a:pt x="2593" y="6293"/>
                  </a:cubicBezTo>
                  <a:cubicBezTo>
                    <a:pt x="2593" y="6137"/>
                    <a:pt x="2723" y="6015"/>
                    <a:pt x="2871" y="6015"/>
                  </a:cubicBezTo>
                  <a:close/>
                  <a:moveTo>
                    <a:pt x="280" y="0"/>
                  </a:moveTo>
                  <a:cubicBezTo>
                    <a:pt x="124" y="0"/>
                    <a:pt x="0" y="124"/>
                    <a:pt x="0" y="280"/>
                  </a:cubicBezTo>
                  <a:lnTo>
                    <a:pt x="0" y="7614"/>
                  </a:lnTo>
                  <a:cubicBezTo>
                    <a:pt x="239" y="7433"/>
                    <a:pt x="534" y="7326"/>
                    <a:pt x="845" y="7326"/>
                  </a:cubicBezTo>
                  <a:lnTo>
                    <a:pt x="7293" y="7326"/>
                  </a:lnTo>
                  <a:lnTo>
                    <a:pt x="7293" y="280"/>
                  </a:lnTo>
                  <a:cubicBezTo>
                    <a:pt x="7293" y="124"/>
                    <a:pt x="7171" y="0"/>
                    <a:pt x="701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438" name="Google Shape;1438;p22"/>
          <p:cNvGrpSpPr/>
          <p:nvPr/>
        </p:nvGrpSpPr>
        <p:grpSpPr>
          <a:xfrm>
            <a:off x="5567954" y="1456061"/>
            <a:ext cx="253525" cy="345405"/>
            <a:chOff x="4823369" y="1930986"/>
            <a:chExt cx="253525" cy="345405"/>
          </a:xfrm>
        </p:grpSpPr>
        <p:sp>
          <p:nvSpPr>
            <p:cNvPr id="1439" name="Google Shape;1439;p22"/>
            <p:cNvSpPr/>
            <p:nvPr/>
          </p:nvSpPr>
          <p:spPr>
            <a:xfrm>
              <a:off x="4960125" y="2165529"/>
              <a:ext cx="49416" cy="106144"/>
            </a:xfrm>
            <a:custGeom>
              <a:avLst/>
              <a:gdLst/>
              <a:ahLst/>
              <a:cxnLst/>
              <a:rect l="l" t="t" r="r" b="b"/>
              <a:pathLst>
                <a:path w="1372" h="2947" extrusionOk="0">
                  <a:moveTo>
                    <a:pt x="1" y="1"/>
                  </a:moveTo>
                  <a:lnTo>
                    <a:pt x="1" y="2946"/>
                  </a:lnTo>
                  <a:cubicBezTo>
                    <a:pt x="312" y="2840"/>
                    <a:pt x="599" y="2544"/>
                    <a:pt x="846" y="2101"/>
                  </a:cubicBezTo>
                  <a:cubicBezTo>
                    <a:pt x="1149" y="1536"/>
                    <a:pt x="1338" y="798"/>
                    <a:pt x="137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0" name="Google Shape;1440;p22"/>
            <p:cNvSpPr/>
            <p:nvPr/>
          </p:nvSpPr>
          <p:spPr>
            <a:xfrm>
              <a:off x="4890721" y="2165529"/>
              <a:ext cx="49380" cy="106144"/>
            </a:xfrm>
            <a:custGeom>
              <a:avLst/>
              <a:gdLst/>
              <a:ahLst/>
              <a:cxnLst/>
              <a:rect l="l" t="t" r="r" b="b"/>
              <a:pathLst>
                <a:path w="1371" h="2947" extrusionOk="0">
                  <a:moveTo>
                    <a:pt x="0" y="1"/>
                  </a:moveTo>
                  <a:cubicBezTo>
                    <a:pt x="32" y="798"/>
                    <a:pt x="221" y="1536"/>
                    <a:pt x="524" y="2101"/>
                  </a:cubicBezTo>
                  <a:cubicBezTo>
                    <a:pt x="770" y="2544"/>
                    <a:pt x="1058" y="2840"/>
                    <a:pt x="1371" y="2946"/>
                  </a:cubicBezTo>
                  <a:lnTo>
                    <a:pt x="137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1" name="Google Shape;1441;p22"/>
            <p:cNvSpPr/>
            <p:nvPr/>
          </p:nvSpPr>
          <p:spPr>
            <a:xfrm>
              <a:off x="4823369" y="2165529"/>
              <a:ext cx="87450" cy="110862"/>
            </a:xfrm>
            <a:custGeom>
              <a:avLst/>
              <a:gdLst/>
              <a:ahLst/>
              <a:cxnLst/>
              <a:rect l="l" t="t" r="r" b="b"/>
              <a:pathLst>
                <a:path w="2428" h="3078" extrusionOk="0">
                  <a:moveTo>
                    <a:pt x="0" y="1"/>
                  </a:moveTo>
                  <a:cubicBezTo>
                    <a:pt x="114" y="1446"/>
                    <a:pt x="1099" y="2643"/>
                    <a:pt x="2428" y="3078"/>
                  </a:cubicBezTo>
                  <a:cubicBezTo>
                    <a:pt x="2231" y="2897"/>
                    <a:pt x="2059" y="2659"/>
                    <a:pt x="1902" y="2373"/>
                  </a:cubicBezTo>
                  <a:cubicBezTo>
                    <a:pt x="1549" y="1723"/>
                    <a:pt x="1345" y="897"/>
                    <a:pt x="130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2" name="Google Shape;1442;p22"/>
            <p:cNvSpPr/>
            <p:nvPr/>
          </p:nvSpPr>
          <p:spPr>
            <a:xfrm>
              <a:off x="4989371" y="2165529"/>
              <a:ext cx="87523" cy="110862"/>
            </a:xfrm>
            <a:custGeom>
              <a:avLst/>
              <a:gdLst/>
              <a:ahLst/>
              <a:cxnLst/>
              <a:rect l="l" t="t" r="r" b="b"/>
              <a:pathLst>
                <a:path w="2430" h="3078" extrusionOk="0">
                  <a:moveTo>
                    <a:pt x="1124" y="1"/>
                  </a:moveTo>
                  <a:cubicBezTo>
                    <a:pt x="1083" y="897"/>
                    <a:pt x="878" y="1723"/>
                    <a:pt x="526" y="2373"/>
                  </a:cubicBezTo>
                  <a:cubicBezTo>
                    <a:pt x="370" y="2659"/>
                    <a:pt x="197" y="2897"/>
                    <a:pt x="0" y="3078"/>
                  </a:cubicBezTo>
                  <a:cubicBezTo>
                    <a:pt x="1329" y="2643"/>
                    <a:pt x="2313" y="1446"/>
                    <a:pt x="243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3" name="Google Shape;1443;p22"/>
            <p:cNvSpPr/>
            <p:nvPr/>
          </p:nvSpPr>
          <p:spPr>
            <a:xfrm>
              <a:off x="4823369" y="2063925"/>
              <a:ext cx="60581" cy="81580"/>
            </a:xfrm>
            <a:custGeom>
              <a:avLst/>
              <a:gdLst/>
              <a:ahLst/>
              <a:cxnLst/>
              <a:rect l="l" t="t" r="r" b="b"/>
              <a:pathLst>
                <a:path w="1682" h="2265" extrusionOk="0">
                  <a:moveTo>
                    <a:pt x="1065" y="0"/>
                  </a:moveTo>
                  <a:cubicBezTo>
                    <a:pt x="467" y="583"/>
                    <a:pt x="73" y="1379"/>
                    <a:pt x="0" y="2265"/>
                  </a:cubicBezTo>
                  <a:lnTo>
                    <a:pt x="1303" y="2265"/>
                  </a:lnTo>
                  <a:cubicBezTo>
                    <a:pt x="1337" y="1575"/>
                    <a:pt x="1469" y="928"/>
                    <a:pt x="1681" y="371"/>
                  </a:cubicBezTo>
                  <a:cubicBezTo>
                    <a:pt x="1575" y="337"/>
                    <a:pt x="1477" y="288"/>
                    <a:pt x="1370" y="246"/>
                  </a:cubicBezTo>
                  <a:cubicBezTo>
                    <a:pt x="1246" y="189"/>
                    <a:pt x="1148" y="107"/>
                    <a:pt x="106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4" name="Google Shape;1444;p22"/>
            <p:cNvSpPr/>
            <p:nvPr/>
          </p:nvSpPr>
          <p:spPr>
            <a:xfrm>
              <a:off x="4890721" y="2083410"/>
              <a:ext cx="49380" cy="62094"/>
            </a:xfrm>
            <a:custGeom>
              <a:avLst/>
              <a:gdLst/>
              <a:ahLst/>
              <a:cxnLst/>
              <a:rect l="l" t="t" r="r" b="b"/>
              <a:pathLst>
                <a:path w="1371" h="1724" extrusionOk="0">
                  <a:moveTo>
                    <a:pt x="353" y="1"/>
                  </a:moveTo>
                  <a:cubicBezTo>
                    <a:pt x="148" y="501"/>
                    <a:pt x="24" y="1092"/>
                    <a:pt x="0" y="1724"/>
                  </a:cubicBezTo>
                  <a:lnTo>
                    <a:pt x="1371" y="1724"/>
                  </a:lnTo>
                  <a:lnTo>
                    <a:pt x="1371" y="156"/>
                  </a:lnTo>
                  <a:cubicBezTo>
                    <a:pt x="1026" y="141"/>
                    <a:pt x="682" y="83"/>
                    <a:pt x="35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5" name="Google Shape;1445;p22"/>
            <p:cNvSpPr/>
            <p:nvPr/>
          </p:nvSpPr>
          <p:spPr>
            <a:xfrm>
              <a:off x="4960125" y="2083410"/>
              <a:ext cx="49416" cy="62094"/>
            </a:xfrm>
            <a:custGeom>
              <a:avLst/>
              <a:gdLst/>
              <a:ahLst/>
              <a:cxnLst/>
              <a:rect l="l" t="t" r="r" b="b"/>
              <a:pathLst>
                <a:path w="1372" h="1724" extrusionOk="0">
                  <a:moveTo>
                    <a:pt x="1019" y="1"/>
                  </a:moveTo>
                  <a:cubicBezTo>
                    <a:pt x="690" y="83"/>
                    <a:pt x="345" y="141"/>
                    <a:pt x="1" y="156"/>
                  </a:cubicBezTo>
                  <a:lnTo>
                    <a:pt x="1" y="1724"/>
                  </a:lnTo>
                  <a:lnTo>
                    <a:pt x="1371" y="1724"/>
                  </a:lnTo>
                  <a:cubicBezTo>
                    <a:pt x="1346" y="1092"/>
                    <a:pt x="1224" y="501"/>
                    <a:pt x="101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6" name="Google Shape;1446;p22"/>
            <p:cNvSpPr/>
            <p:nvPr/>
          </p:nvSpPr>
          <p:spPr>
            <a:xfrm>
              <a:off x="5016312" y="2063925"/>
              <a:ext cx="60581" cy="81580"/>
            </a:xfrm>
            <a:custGeom>
              <a:avLst/>
              <a:gdLst/>
              <a:ahLst/>
              <a:cxnLst/>
              <a:rect l="l" t="t" r="r" b="b"/>
              <a:pathLst>
                <a:path w="1682" h="2265" extrusionOk="0">
                  <a:moveTo>
                    <a:pt x="614" y="0"/>
                  </a:moveTo>
                  <a:cubicBezTo>
                    <a:pt x="532" y="107"/>
                    <a:pt x="433" y="189"/>
                    <a:pt x="311" y="246"/>
                  </a:cubicBezTo>
                  <a:cubicBezTo>
                    <a:pt x="205" y="288"/>
                    <a:pt x="107" y="337"/>
                    <a:pt x="0" y="371"/>
                  </a:cubicBezTo>
                  <a:cubicBezTo>
                    <a:pt x="213" y="928"/>
                    <a:pt x="345" y="1575"/>
                    <a:pt x="376" y="2265"/>
                  </a:cubicBezTo>
                  <a:lnTo>
                    <a:pt x="1682" y="2265"/>
                  </a:lnTo>
                  <a:cubicBezTo>
                    <a:pt x="1607" y="1379"/>
                    <a:pt x="1213" y="583"/>
                    <a:pt x="61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7" name="Google Shape;1447;p22"/>
            <p:cNvSpPr/>
            <p:nvPr/>
          </p:nvSpPr>
          <p:spPr>
            <a:xfrm>
              <a:off x="4876530" y="2007774"/>
              <a:ext cx="147168" cy="61302"/>
            </a:xfrm>
            <a:custGeom>
              <a:avLst/>
              <a:gdLst/>
              <a:ahLst/>
              <a:cxnLst/>
              <a:rect l="l" t="t" r="r" b="b"/>
              <a:pathLst>
                <a:path w="4086" h="1702" extrusionOk="0">
                  <a:moveTo>
                    <a:pt x="1" y="0"/>
                  </a:moveTo>
                  <a:lnTo>
                    <a:pt x="1" y="1101"/>
                  </a:lnTo>
                  <a:cubicBezTo>
                    <a:pt x="1" y="1181"/>
                    <a:pt x="50" y="1256"/>
                    <a:pt x="123" y="1290"/>
                  </a:cubicBezTo>
                  <a:cubicBezTo>
                    <a:pt x="734" y="1564"/>
                    <a:pt x="1388" y="1702"/>
                    <a:pt x="2042" y="1702"/>
                  </a:cubicBezTo>
                  <a:cubicBezTo>
                    <a:pt x="2696" y="1702"/>
                    <a:pt x="3351" y="1564"/>
                    <a:pt x="3962" y="1290"/>
                  </a:cubicBezTo>
                  <a:cubicBezTo>
                    <a:pt x="4037" y="1256"/>
                    <a:pt x="4086" y="1181"/>
                    <a:pt x="4086" y="1101"/>
                  </a:cubicBezTo>
                  <a:lnTo>
                    <a:pt x="4086" y="0"/>
                  </a:lnTo>
                  <a:lnTo>
                    <a:pt x="2363" y="608"/>
                  </a:lnTo>
                  <a:cubicBezTo>
                    <a:pt x="2265" y="640"/>
                    <a:pt x="2149" y="658"/>
                    <a:pt x="2042" y="658"/>
                  </a:cubicBezTo>
                  <a:cubicBezTo>
                    <a:pt x="1936" y="658"/>
                    <a:pt x="1830" y="640"/>
                    <a:pt x="1723" y="608"/>
                  </a:cubicBezTo>
                  <a:lnTo>
                    <a:pt x="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8" name="Google Shape;1448;p22"/>
            <p:cNvSpPr/>
            <p:nvPr/>
          </p:nvSpPr>
          <p:spPr>
            <a:xfrm>
              <a:off x="4847536" y="1930986"/>
              <a:ext cx="203319" cy="80391"/>
            </a:xfrm>
            <a:custGeom>
              <a:avLst/>
              <a:gdLst/>
              <a:ahLst/>
              <a:cxnLst/>
              <a:rect l="l" t="t" r="r" b="b"/>
              <a:pathLst>
                <a:path w="5645" h="2232" extrusionOk="0">
                  <a:moveTo>
                    <a:pt x="2848" y="0"/>
                  </a:moveTo>
                  <a:cubicBezTo>
                    <a:pt x="2803" y="0"/>
                    <a:pt x="2758" y="9"/>
                    <a:pt x="2717" y="25"/>
                  </a:cubicBezTo>
                  <a:lnTo>
                    <a:pt x="189" y="919"/>
                  </a:lnTo>
                  <a:cubicBezTo>
                    <a:pt x="0" y="984"/>
                    <a:pt x="0" y="1246"/>
                    <a:pt x="189" y="1313"/>
                  </a:cubicBezTo>
                  <a:lnTo>
                    <a:pt x="2717" y="2207"/>
                  </a:lnTo>
                  <a:cubicBezTo>
                    <a:pt x="2758" y="2224"/>
                    <a:pt x="2803" y="2232"/>
                    <a:pt x="2848" y="2232"/>
                  </a:cubicBezTo>
                  <a:cubicBezTo>
                    <a:pt x="2893" y="2232"/>
                    <a:pt x="2938" y="2224"/>
                    <a:pt x="2979" y="2207"/>
                  </a:cubicBezTo>
                  <a:lnTo>
                    <a:pt x="5088" y="1461"/>
                  </a:lnTo>
                  <a:lnTo>
                    <a:pt x="5088" y="1608"/>
                  </a:lnTo>
                  <a:cubicBezTo>
                    <a:pt x="5088" y="1764"/>
                    <a:pt x="5210" y="1896"/>
                    <a:pt x="5365" y="1896"/>
                  </a:cubicBezTo>
                  <a:cubicBezTo>
                    <a:pt x="5523" y="1896"/>
                    <a:pt x="5645" y="1764"/>
                    <a:pt x="5645" y="1608"/>
                  </a:cubicBezTo>
                  <a:lnTo>
                    <a:pt x="5645" y="1108"/>
                  </a:lnTo>
                  <a:cubicBezTo>
                    <a:pt x="5645" y="1026"/>
                    <a:pt x="5596" y="951"/>
                    <a:pt x="5505" y="919"/>
                  </a:cubicBezTo>
                  <a:lnTo>
                    <a:pt x="2979" y="25"/>
                  </a:lnTo>
                  <a:cubicBezTo>
                    <a:pt x="2938" y="9"/>
                    <a:pt x="2893" y="0"/>
                    <a:pt x="284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449" name="Google Shape;1449;p22"/>
          <p:cNvGrpSpPr/>
          <p:nvPr/>
        </p:nvGrpSpPr>
        <p:grpSpPr>
          <a:xfrm>
            <a:off x="2693820" y="2591156"/>
            <a:ext cx="345369" cy="325090"/>
            <a:chOff x="4000488" y="1951660"/>
            <a:chExt cx="345369" cy="325090"/>
          </a:xfrm>
        </p:grpSpPr>
        <p:sp>
          <p:nvSpPr>
            <p:cNvPr id="1450" name="Google Shape;1450;p22"/>
            <p:cNvSpPr/>
            <p:nvPr/>
          </p:nvSpPr>
          <p:spPr>
            <a:xfrm>
              <a:off x="4000488" y="1951660"/>
              <a:ext cx="162511" cy="178827"/>
            </a:xfrm>
            <a:custGeom>
              <a:avLst/>
              <a:gdLst/>
              <a:ahLst/>
              <a:cxnLst/>
              <a:rect l="l" t="t" r="r" b="b"/>
              <a:pathLst>
                <a:path w="4512" h="4965" extrusionOk="0">
                  <a:moveTo>
                    <a:pt x="3306" y="1223"/>
                  </a:moveTo>
                  <a:cubicBezTo>
                    <a:pt x="3462" y="1223"/>
                    <a:pt x="3584" y="1353"/>
                    <a:pt x="3584" y="1509"/>
                  </a:cubicBezTo>
                  <a:cubicBezTo>
                    <a:pt x="3584" y="1657"/>
                    <a:pt x="3462" y="1788"/>
                    <a:pt x="3306" y="1788"/>
                  </a:cubicBezTo>
                  <a:lnTo>
                    <a:pt x="1024" y="1788"/>
                  </a:lnTo>
                  <a:cubicBezTo>
                    <a:pt x="869" y="1788"/>
                    <a:pt x="747" y="1657"/>
                    <a:pt x="747" y="1509"/>
                  </a:cubicBezTo>
                  <a:cubicBezTo>
                    <a:pt x="747" y="1353"/>
                    <a:pt x="869" y="1223"/>
                    <a:pt x="1024" y="1223"/>
                  </a:cubicBezTo>
                  <a:close/>
                  <a:moveTo>
                    <a:pt x="3306" y="2346"/>
                  </a:moveTo>
                  <a:cubicBezTo>
                    <a:pt x="3462" y="2346"/>
                    <a:pt x="3584" y="2478"/>
                    <a:pt x="3584" y="2633"/>
                  </a:cubicBezTo>
                  <a:cubicBezTo>
                    <a:pt x="3584" y="2781"/>
                    <a:pt x="3462" y="2913"/>
                    <a:pt x="3306" y="2913"/>
                  </a:cubicBezTo>
                  <a:lnTo>
                    <a:pt x="1024" y="2913"/>
                  </a:lnTo>
                  <a:cubicBezTo>
                    <a:pt x="869" y="2913"/>
                    <a:pt x="747" y="2781"/>
                    <a:pt x="747" y="2633"/>
                  </a:cubicBezTo>
                  <a:cubicBezTo>
                    <a:pt x="747" y="2478"/>
                    <a:pt x="869" y="2346"/>
                    <a:pt x="1024" y="2346"/>
                  </a:cubicBezTo>
                  <a:close/>
                  <a:moveTo>
                    <a:pt x="278" y="1"/>
                  </a:moveTo>
                  <a:cubicBezTo>
                    <a:pt x="123" y="1"/>
                    <a:pt x="1" y="123"/>
                    <a:pt x="1" y="278"/>
                  </a:cubicBezTo>
                  <a:lnTo>
                    <a:pt x="1" y="4964"/>
                  </a:lnTo>
                  <a:lnTo>
                    <a:pt x="1182" y="4964"/>
                  </a:lnTo>
                  <a:cubicBezTo>
                    <a:pt x="1247" y="4635"/>
                    <a:pt x="1379" y="4314"/>
                    <a:pt x="1576" y="4037"/>
                  </a:cubicBezTo>
                  <a:lnTo>
                    <a:pt x="1024" y="4037"/>
                  </a:lnTo>
                  <a:cubicBezTo>
                    <a:pt x="869" y="4037"/>
                    <a:pt x="747" y="3905"/>
                    <a:pt x="747" y="3757"/>
                  </a:cubicBezTo>
                  <a:cubicBezTo>
                    <a:pt x="747" y="3602"/>
                    <a:pt x="869" y="3470"/>
                    <a:pt x="1024" y="3470"/>
                  </a:cubicBezTo>
                  <a:lnTo>
                    <a:pt x="2107" y="3470"/>
                  </a:lnTo>
                  <a:cubicBezTo>
                    <a:pt x="2542" y="3143"/>
                    <a:pt x="3060" y="2962"/>
                    <a:pt x="3610" y="2962"/>
                  </a:cubicBezTo>
                  <a:cubicBezTo>
                    <a:pt x="3929" y="2962"/>
                    <a:pt x="4234" y="3019"/>
                    <a:pt x="4511" y="3133"/>
                  </a:cubicBezTo>
                  <a:lnTo>
                    <a:pt x="4511" y="820"/>
                  </a:lnTo>
                  <a:cubicBezTo>
                    <a:pt x="4511" y="377"/>
                    <a:pt x="4167" y="9"/>
                    <a:pt x="372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1" name="Google Shape;1451;p22"/>
            <p:cNvSpPr/>
            <p:nvPr/>
          </p:nvSpPr>
          <p:spPr>
            <a:xfrm>
              <a:off x="4183094" y="1951660"/>
              <a:ext cx="162763" cy="178827"/>
            </a:xfrm>
            <a:custGeom>
              <a:avLst/>
              <a:gdLst/>
              <a:ahLst/>
              <a:cxnLst/>
              <a:rect l="l" t="t" r="r" b="b"/>
              <a:pathLst>
                <a:path w="4519" h="4965" extrusionOk="0">
                  <a:moveTo>
                    <a:pt x="3485" y="1223"/>
                  </a:moveTo>
                  <a:cubicBezTo>
                    <a:pt x="3643" y="1223"/>
                    <a:pt x="3765" y="1353"/>
                    <a:pt x="3765" y="1509"/>
                  </a:cubicBezTo>
                  <a:cubicBezTo>
                    <a:pt x="3765" y="1657"/>
                    <a:pt x="3643" y="1788"/>
                    <a:pt x="3485" y="1788"/>
                  </a:cubicBezTo>
                  <a:lnTo>
                    <a:pt x="1213" y="1788"/>
                  </a:lnTo>
                  <a:cubicBezTo>
                    <a:pt x="1058" y="1788"/>
                    <a:pt x="926" y="1657"/>
                    <a:pt x="926" y="1509"/>
                  </a:cubicBezTo>
                  <a:cubicBezTo>
                    <a:pt x="926" y="1353"/>
                    <a:pt x="1058" y="1223"/>
                    <a:pt x="1213" y="1223"/>
                  </a:cubicBezTo>
                  <a:close/>
                  <a:moveTo>
                    <a:pt x="3485" y="2346"/>
                  </a:moveTo>
                  <a:cubicBezTo>
                    <a:pt x="3643" y="2346"/>
                    <a:pt x="3765" y="2478"/>
                    <a:pt x="3765" y="2633"/>
                  </a:cubicBezTo>
                  <a:cubicBezTo>
                    <a:pt x="3765" y="2781"/>
                    <a:pt x="3643" y="2913"/>
                    <a:pt x="3485" y="2913"/>
                  </a:cubicBezTo>
                  <a:lnTo>
                    <a:pt x="1213" y="2913"/>
                  </a:lnTo>
                  <a:cubicBezTo>
                    <a:pt x="1058" y="2913"/>
                    <a:pt x="926" y="2781"/>
                    <a:pt x="926" y="2633"/>
                  </a:cubicBezTo>
                  <a:cubicBezTo>
                    <a:pt x="926" y="2478"/>
                    <a:pt x="1058" y="2346"/>
                    <a:pt x="1213" y="2346"/>
                  </a:cubicBezTo>
                  <a:close/>
                  <a:moveTo>
                    <a:pt x="3485" y="3470"/>
                  </a:moveTo>
                  <a:cubicBezTo>
                    <a:pt x="3643" y="3470"/>
                    <a:pt x="3765" y="3602"/>
                    <a:pt x="3765" y="3757"/>
                  </a:cubicBezTo>
                  <a:cubicBezTo>
                    <a:pt x="3765" y="3905"/>
                    <a:pt x="3643" y="4037"/>
                    <a:pt x="3485" y="4037"/>
                  </a:cubicBezTo>
                  <a:lnTo>
                    <a:pt x="2337" y="4037"/>
                  </a:lnTo>
                  <a:cubicBezTo>
                    <a:pt x="2182" y="4037"/>
                    <a:pt x="2050" y="3905"/>
                    <a:pt x="2050" y="3757"/>
                  </a:cubicBezTo>
                  <a:cubicBezTo>
                    <a:pt x="2050" y="3602"/>
                    <a:pt x="2182" y="3470"/>
                    <a:pt x="2337" y="3470"/>
                  </a:cubicBezTo>
                  <a:close/>
                  <a:moveTo>
                    <a:pt x="788" y="1"/>
                  </a:moveTo>
                  <a:cubicBezTo>
                    <a:pt x="353" y="9"/>
                    <a:pt x="0" y="377"/>
                    <a:pt x="0" y="820"/>
                  </a:cubicBezTo>
                  <a:lnTo>
                    <a:pt x="0" y="3438"/>
                  </a:lnTo>
                  <a:cubicBezTo>
                    <a:pt x="107" y="3511"/>
                    <a:pt x="205" y="3602"/>
                    <a:pt x="296" y="3692"/>
                  </a:cubicBezTo>
                  <a:cubicBezTo>
                    <a:pt x="648" y="4045"/>
                    <a:pt x="877" y="4488"/>
                    <a:pt x="975" y="4964"/>
                  </a:cubicBezTo>
                  <a:lnTo>
                    <a:pt x="4519" y="4964"/>
                  </a:lnTo>
                  <a:lnTo>
                    <a:pt x="4519" y="278"/>
                  </a:lnTo>
                  <a:cubicBezTo>
                    <a:pt x="4519" y="123"/>
                    <a:pt x="4389" y="1"/>
                    <a:pt x="424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2" name="Google Shape;1452;p22"/>
            <p:cNvSpPr/>
            <p:nvPr/>
          </p:nvSpPr>
          <p:spPr>
            <a:xfrm>
              <a:off x="4000488" y="2150798"/>
              <a:ext cx="54062" cy="43149"/>
            </a:xfrm>
            <a:custGeom>
              <a:avLst/>
              <a:gdLst/>
              <a:ahLst/>
              <a:cxnLst/>
              <a:rect l="l" t="t" r="r" b="b"/>
              <a:pathLst>
                <a:path w="1501" h="1198" extrusionOk="0">
                  <a:moveTo>
                    <a:pt x="1" y="0"/>
                  </a:moveTo>
                  <a:lnTo>
                    <a:pt x="1" y="920"/>
                  </a:lnTo>
                  <a:cubicBezTo>
                    <a:pt x="1" y="1075"/>
                    <a:pt x="123" y="1197"/>
                    <a:pt x="278" y="1197"/>
                  </a:cubicBezTo>
                  <a:lnTo>
                    <a:pt x="1501" y="1197"/>
                  </a:lnTo>
                  <a:cubicBezTo>
                    <a:pt x="1280" y="845"/>
                    <a:pt x="1156" y="427"/>
                    <a:pt x="114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3" name="Google Shape;1453;p22"/>
            <p:cNvSpPr/>
            <p:nvPr/>
          </p:nvSpPr>
          <p:spPr>
            <a:xfrm>
              <a:off x="4215294" y="2150798"/>
              <a:ext cx="130563" cy="43149"/>
            </a:xfrm>
            <a:custGeom>
              <a:avLst/>
              <a:gdLst/>
              <a:ahLst/>
              <a:cxnLst/>
              <a:rect l="l" t="t" r="r" b="b"/>
              <a:pathLst>
                <a:path w="3625" h="1198" extrusionOk="0">
                  <a:moveTo>
                    <a:pt x="122" y="0"/>
                  </a:moveTo>
                  <a:cubicBezTo>
                    <a:pt x="114" y="231"/>
                    <a:pt x="73" y="451"/>
                    <a:pt x="0" y="674"/>
                  </a:cubicBezTo>
                  <a:lnTo>
                    <a:pt x="534" y="1197"/>
                  </a:lnTo>
                  <a:lnTo>
                    <a:pt x="3347" y="1197"/>
                  </a:lnTo>
                  <a:cubicBezTo>
                    <a:pt x="3495" y="1197"/>
                    <a:pt x="3625" y="1075"/>
                    <a:pt x="3625" y="920"/>
                  </a:cubicBezTo>
                  <a:lnTo>
                    <a:pt x="362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4" name="Google Shape;1454;p22"/>
            <p:cNvSpPr/>
            <p:nvPr/>
          </p:nvSpPr>
          <p:spPr>
            <a:xfrm>
              <a:off x="4061897" y="2078656"/>
              <a:ext cx="137479" cy="137767"/>
            </a:xfrm>
            <a:custGeom>
              <a:avLst/>
              <a:gdLst/>
              <a:ahLst/>
              <a:cxnLst/>
              <a:rect l="l" t="t" r="r" b="b"/>
              <a:pathLst>
                <a:path w="3817" h="3825" extrusionOk="0">
                  <a:moveTo>
                    <a:pt x="1909" y="0"/>
                  </a:moveTo>
                  <a:cubicBezTo>
                    <a:pt x="1421" y="0"/>
                    <a:pt x="933" y="187"/>
                    <a:pt x="560" y="560"/>
                  </a:cubicBezTo>
                  <a:cubicBezTo>
                    <a:pt x="198" y="920"/>
                    <a:pt x="1" y="1405"/>
                    <a:pt x="1" y="1913"/>
                  </a:cubicBezTo>
                  <a:cubicBezTo>
                    <a:pt x="1" y="2423"/>
                    <a:pt x="198" y="2905"/>
                    <a:pt x="560" y="3267"/>
                  </a:cubicBezTo>
                  <a:cubicBezTo>
                    <a:pt x="920" y="3627"/>
                    <a:pt x="1397" y="3824"/>
                    <a:pt x="1905" y="3824"/>
                  </a:cubicBezTo>
                  <a:cubicBezTo>
                    <a:pt x="2420" y="3824"/>
                    <a:pt x="2897" y="3627"/>
                    <a:pt x="3257" y="3267"/>
                  </a:cubicBezTo>
                  <a:cubicBezTo>
                    <a:pt x="3619" y="2905"/>
                    <a:pt x="3816" y="2423"/>
                    <a:pt x="3816" y="1913"/>
                  </a:cubicBezTo>
                  <a:cubicBezTo>
                    <a:pt x="3816" y="1405"/>
                    <a:pt x="3619" y="920"/>
                    <a:pt x="3257" y="560"/>
                  </a:cubicBezTo>
                  <a:cubicBezTo>
                    <a:pt x="2884" y="187"/>
                    <a:pt x="2396" y="0"/>
                    <a:pt x="190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5" name="Google Shape;1455;p22"/>
            <p:cNvSpPr/>
            <p:nvPr/>
          </p:nvSpPr>
          <p:spPr>
            <a:xfrm>
              <a:off x="4177404" y="2194522"/>
              <a:ext cx="84569" cy="82228"/>
            </a:xfrm>
            <a:custGeom>
              <a:avLst/>
              <a:gdLst/>
              <a:ahLst/>
              <a:cxnLst/>
              <a:rect l="l" t="t" r="r" b="b"/>
              <a:pathLst>
                <a:path w="2348" h="2283" extrusionOk="0">
                  <a:moveTo>
                    <a:pt x="806" y="1"/>
                  </a:moveTo>
                  <a:cubicBezTo>
                    <a:pt x="708" y="156"/>
                    <a:pt x="584" y="304"/>
                    <a:pt x="454" y="444"/>
                  </a:cubicBezTo>
                  <a:cubicBezTo>
                    <a:pt x="314" y="584"/>
                    <a:pt x="166" y="698"/>
                    <a:pt x="1" y="796"/>
                  </a:cubicBezTo>
                  <a:lnTo>
                    <a:pt x="1322" y="2117"/>
                  </a:lnTo>
                  <a:cubicBezTo>
                    <a:pt x="1433" y="2228"/>
                    <a:pt x="1579" y="2283"/>
                    <a:pt x="1725" y="2283"/>
                  </a:cubicBezTo>
                  <a:cubicBezTo>
                    <a:pt x="1870" y="2283"/>
                    <a:pt x="2016" y="2228"/>
                    <a:pt x="2127" y="2117"/>
                  </a:cubicBezTo>
                  <a:cubicBezTo>
                    <a:pt x="2348" y="1895"/>
                    <a:pt x="2348" y="1543"/>
                    <a:pt x="2127" y="1322"/>
                  </a:cubicBezTo>
                  <a:lnTo>
                    <a:pt x="80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456" name="Google Shape;1456;p22"/>
          <p:cNvGrpSpPr/>
          <p:nvPr/>
        </p:nvGrpSpPr>
        <p:grpSpPr>
          <a:xfrm>
            <a:off x="3308819" y="3697152"/>
            <a:ext cx="263612" cy="345624"/>
            <a:chOff x="3258826" y="1941143"/>
            <a:chExt cx="263612" cy="345624"/>
          </a:xfrm>
        </p:grpSpPr>
        <p:sp>
          <p:nvSpPr>
            <p:cNvPr id="1457" name="Google Shape;1457;p22"/>
            <p:cNvSpPr/>
            <p:nvPr/>
          </p:nvSpPr>
          <p:spPr>
            <a:xfrm>
              <a:off x="3258826" y="1941143"/>
              <a:ext cx="263612" cy="345624"/>
            </a:xfrm>
            <a:custGeom>
              <a:avLst/>
              <a:gdLst/>
              <a:ahLst/>
              <a:cxnLst/>
              <a:rect l="l" t="t" r="r" b="b"/>
              <a:pathLst>
                <a:path w="7319" h="9596" extrusionOk="0">
                  <a:moveTo>
                    <a:pt x="1446" y="686"/>
                  </a:moveTo>
                  <a:lnTo>
                    <a:pt x="1962" y="1202"/>
                  </a:lnTo>
                  <a:cubicBezTo>
                    <a:pt x="1863" y="1318"/>
                    <a:pt x="1781" y="1433"/>
                    <a:pt x="1700" y="1555"/>
                  </a:cubicBezTo>
                  <a:lnTo>
                    <a:pt x="3464" y="1555"/>
                  </a:lnTo>
                  <a:cubicBezTo>
                    <a:pt x="3923" y="1555"/>
                    <a:pt x="4301" y="1933"/>
                    <a:pt x="4301" y="2401"/>
                  </a:cubicBezTo>
                  <a:cubicBezTo>
                    <a:pt x="4301" y="2860"/>
                    <a:pt x="3923" y="3238"/>
                    <a:pt x="3464" y="3238"/>
                  </a:cubicBezTo>
                  <a:lnTo>
                    <a:pt x="3356" y="3238"/>
                  </a:lnTo>
                  <a:cubicBezTo>
                    <a:pt x="3316" y="3663"/>
                    <a:pt x="2954" y="3992"/>
                    <a:pt x="2519" y="3992"/>
                  </a:cubicBezTo>
                  <a:lnTo>
                    <a:pt x="1404" y="3992"/>
                  </a:lnTo>
                  <a:cubicBezTo>
                    <a:pt x="1781" y="5189"/>
                    <a:pt x="2905" y="6059"/>
                    <a:pt x="4226" y="6059"/>
                  </a:cubicBezTo>
                  <a:cubicBezTo>
                    <a:pt x="4948" y="6059"/>
                    <a:pt x="5612" y="5798"/>
                    <a:pt x="6130" y="5370"/>
                  </a:cubicBezTo>
                  <a:lnTo>
                    <a:pt x="6604" y="5847"/>
                  </a:lnTo>
                  <a:cubicBezTo>
                    <a:pt x="5941" y="6420"/>
                    <a:pt x="5104" y="6733"/>
                    <a:pt x="4226" y="6733"/>
                  </a:cubicBezTo>
                  <a:cubicBezTo>
                    <a:pt x="2208" y="6733"/>
                    <a:pt x="560" y="5091"/>
                    <a:pt x="560" y="3065"/>
                  </a:cubicBezTo>
                  <a:cubicBezTo>
                    <a:pt x="560" y="2187"/>
                    <a:pt x="871" y="1350"/>
                    <a:pt x="1446" y="686"/>
                  </a:cubicBezTo>
                  <a:close/>
                  <a:moveTo>
                    <a:pt x="1437" y="1"/>
                  </a:moveTo>
                  <a:cubicBezTo>
                    <a:pt x="1365" y="1"/>
                    <a:pt x="1293" y="30"/>
                    <a:pt x="1239" y="88"/>
                  </a:cubicBezTo>
                  <a:cubicBezTo>
                    <a:pt x="436" y="883"/>
                    <a:pt x="1" y="1941"/>
                    <a:pt x="1" y="3065"/>
                  </a:cubicBezTo>
                  <a:cubicBezTo>
                    <a:pt x="1" y="5305"/>
                    <a:pt x="1741" y="7134"/>
                    <a:pt x="3938" y="7282"/>
                  </a:cubicBezTo>
                  <a:lnTo>
                    <a:pt x="3938" y="8184"/>
                  </a:lnTo>
                  <a:lnTo>
                    <a:pt x="2832" y="8184"/>
                  </a:lnTo>
                  <a:cubicBezTo>
                    <a:pt x="2726" y="8184"/>
                    <a:pt x="2627" y="8249"/>
                    <a:pt x="2578" y="8347"/>
                  </a:cubicBezTo>
                  <a:lnTo>
                    <a:pt x="1977" y="9595"/>
                  </a:lnTo>
                  <a:lnTo>
                    <a:pt x="6474" y="9595"/>
                  </a:lnTo>
                  <a:lnTo>
                    <a:pt x="5866" y="8347"/>
                  </a:lnTo>
                  <a:cubicBezTo>
                    <a:pt x="5826" y="8249"/>
                    <a:pt x="5728" y="8184"/>
                    <a:pt x="5612" y="8184"/>
                  </a:cubicBezTo>
                  <a:lnTo>
                    <a:pt x="4505" y="8184"/>
                  </a:lnTo>
                  <a:lnTo>
                    <a:pt x="4505" y="7282"/>
                  </a:lnTo>
                  <a:cubicBezTo>
                    <a:pt x="5521" y="7215"/>
                    <a:pt x="6474" y="6790"/>
                    <a:pt x="7213" y="6052"/>
                  </a:cubicBezTo>
                  <a:cubicBezTo>
                    <a:pt x="7319" y="5945"/>
                    <a:pt x="7319" y="5764"/>
                    <a:pt x="7213" y="5658"/>
                  </a:cubicBezTo>
                  <a:lnTo>
                    <a:pt x="6523" y="4969"/>
                  </a:lnTo>
                  <a:lnTo>
                    <a:pt x="5317" y="4969"/>
                  </a:lnTo>
                  <a:cubicBezTo>
                    <a:pt x="4850" y="4969"/>
                    <a:pt x="4472" y="4591"/>
                    <a:pt x="4472" y="4132"/>
                  </a:cubicBezTo>
                  <a:cubicBezTo>
                    <a:pt x="4472" y="3663"/>
                    <a:pt x="4850" y="3287"/>
                    <a:pt x="5317" y="3287"/>
                  </a:cubicBezTo>
                  <a:lnTo>
                    <a:pt x="7179" y="3287"/>
                  </a:lnTo>
                  <a:lnTo>
                    <a:pt x="7179" y="3098"/>
                  </a:lnTo>
                  <a:cubicBezTo>
                    <a:pt x="7179" y="1466"/>
                    <a:pt x="5858" y="145"/>
                    <a:pt x="4226" y="145"/>
                  </a:cubicBezTo>
                  <a:cubicBezTo>
                    <a:pt x="3521" y="145"/>
                    <a:pt x="2863" y="391"/>
                    <a:pt x="2355" y="809"/>
                  </a:cubicBezTo>
                  <a:lnTo>
                    <a:pt x="1633" y="88"/>
                  </a:lnTo>
                  <a:cubicBezTo>
                    <a:pt x="1580" y="30"/>
                    <a:pt x="1508" y="1"/>
                    <a:pt x="143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8" name="Google Shape;1458;p22"/>
            <p:cNvSpPr/>
            <p:nvPr/>
          </p:nvSpPr>
          <p:spPr>
            <a:xfrm>
              <a:off x="3440280" y="2079880"/>
              <a:ext cx="73872" cy="19810"/>
            </a:xfrm>
            <a:custGeom>
              <a:avLst/>
              <a:gdLst/>
              <a:ahLst/>
              <a:cxnLst/>
              <a:rect l="l" t="t" r="r" b="b"/>
              <a:pathLst>
                <a:path w="2051" h="550" extrusionOk="0">
                  <a:moveTo>
                    <a:pt x="279" y="0"/>
                  </a:moveTo>
                  <a:cubicBezTo>
                    <a:pt x="123" y="0"/>
                    <a:pt x="1" y="124"/>
                    <a:pt x="1" y="280"/>
                  </a:cubicBezTo>
                  <a:cubicBezTo>
                    <a:pt x="1" y="428"/>
                    <a:pt x="123" y="550"/>
                    <a:pt x="279" y="550"/>
                  </a:cubicBezTo>
                  <a:lnTo>
                    <a:pt x="1846" y="550"/>
                  </a:lnTo>
                  <a:cubicBezTo>
                    <a:pt x="1928" y="378"/>
                    <a:pt x="2001" y="189"/>
                    <a:pt x="205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9" name="Google Shape;1459;p22"/>
            <p:cNvSpPr/>
            <p:nvPr/>
          </p:nvSpPr>
          <p:spPr>
            <a:xfrm>
              <a:off x="3304351" y="2017535"/>
              <a:ext cx="88963" cy="47003"/>
            </a:xfrm>
            <a:custGeom>
              <a:avLst/>
              <a:gdLst/>
              <a:ahLst/>
              <a:cxnLst/>
              <a:rect l="l" t="t" r="r" b="b"/>
              <a:pathLst>
                <a:path w="2470" h="1305" extrusionOk="0">
                  <a:moveTo>
                    <a:pt x="172" y="1"/>
                  </a:moveTo>
                  <a:cubicBezTo>
                    <a:pt x="58" y="304"/>
                    <a:pt x="1" y="641"/>
                    <a:pt x="1" y="977"/>
                  </a:cubicBezTo>
                  <a:cubicBezTo>
                    <a:pt x="1" y="1091"/>
                    <a:pt x="9" y="1198"/>
                    <a:pt x="24" y="1304"/>
                  </a:cubicBezTo>
                  <a:lnTo>
                    <a:pt x="1255" y="1304"/>
                  </a:lnTo>
                  <a:cubicBezTo>
                    <a:pt x="1412" y="1304"/>
                    <a:pt x="1534" y="1182"/>
                    <a:pt x="1534" y="1027"/>
                  </a:cubicBezTo>
                  <a:cubicBezTo>
                    <a:pt x="1534" y="993"/>
                    <a:pt x="1534" y="960"/>
                    <a:pt x="1519" y="936"/>
                  </a:cubicBezTo>
                  <a:cubicBezTo>
                    <a:pt x="1485" y="845"/>
                    <a:pt x="1501" y="755"/>
                    <a:pt x="1550" y="674"/>
                  </a:cubicBezTo>
                  <a:cubicBezTo>
                    <a:pt x="1609" y="599"/>
                    <a:pt x="1690" y="558"/>
                    <a:pt x="1781" y="558"/>
                  </a:cubicBezTo>
                  <a:lnTo>
                    <a:pt x="2200" y="558"/>
                  </a:lnTo>
                  <a:cubicBezTo>
                    <a:pt x="2348" y="558"/>
                    <a:pt x="2470" y="436"/>
                    <a:pt x="2470" y="280"/>
                  </a:cubicBezTo>
                  <a:cubicBezTo>
                    <a:pt x="2470" y="123"/>
                    <a:pt x="2348" y="1"/>
                    <a:pt x="220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4" name="Google Shape;1464;p23"/>
          <p:cNvSpPr txBox="1">
            <a:spLocks noGrp="1"/>
          </p:cNvSpPr>
          <p:nvPr>
            <p:ph type="title"/>
          </p:nvPr>
        </p:nvSpPr>
        <p:spPr>
          <a:xfrm>
            <a:off x="2331352" y="1006547"/>
            <a:ext cx="3841776" cy="519962"/>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6200"/>
              <a:buNone/>
            </a:pPr>
            <a:r>
              <a:rPr lang="en-US" b="1">
                <a:latin typeface="Times New Roman" panose="02020603050405020304"/>
                <a:ea typeface="Times New Roman" panose="02020603050405020304"/>
                <a:cs typeface="Times New Roman" panose="02020603050405020304"/>
                <a:sym typeface="Times New Roman" panose="02020603050405020304"/>
              </a:rPr>
              <a:t>Total=100</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1465" name="Google Shape;1465;p23"/>
          <p:cNvSpPr txBox="1">
            <a:spLocks noGrp="1"/>
          </p:cNvSpPr>
          <p:nvPr>
            <p:ph type="title" idx="3"/>
          </p:nvPr>
        </p:nvSpPr>
        <p:spPr>
          <a:xfrm>
            <a:off x="1815282" y="2781921"/>
            <a:ext cx="1531434" cy="9180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6200"/>
              <a:buNone/>
            </a:pPr>
            <a:r>
              <a:rPr lang="en-US" sz="2800" b="1">
                <a:latin typeface="Times New Roman" panose="02020603050405020304"/>
                <a:ea typeface="Times New Roman" panose="02020603050405020304"/>
                <a:cs typeface="Times New Roman" panose="02020603050405020304"/>
                <a:sym typeface="Times New Roman" panose="02020603050405020304"/>
              </a:rPr>
              <a:t>MTE:15</a:t>
            </a:r>
            <a:endParaRPr sz="2800"/>
          </a:p>
        </p:txBody>
      </p:sp>
      <p:sp>
        <p:nvSpPr>
          <p:cNvPr id="1466" name="Google Shape;1466;p23"/>
          <p:cNvSpPr txBox="1">
            <a:spLocks noGrp="1"/>
          </p:cNvSpPr>
          <p:nvPr>
            <p:ph type="title" idx="6"/>
          </p:nvPr>
        </p:nvSpPr>
        <p:spPr>
          <a:xfrm>
            <a:off x="3288384" y="1727953"/>
            <a:ext cx="3663003" cy="918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6200"/>
              <a:buNone/>
            </a:pPr>
            <a:r>
              <a:rPr lang="en-US" sz="2800" b="1">
                <a:latin typeface="Times New Roman" panose="02020603050405020304"/>
                <a:ea typeface="Times New Roman" panose="02020603050405020304"/>
                <a:cs typeface="Times New Roman" panose="02020603050405020304"/>
                <a:sym typeface="Times New Roman" panose="02020603050405020304"/>
              </a:rPr>
              <a:t>Class participation:15</a:t>
            </a:r>
            <a:endParaRPr sz="2800"/>
          </a:p>
        </p:txBody>
      </p:sp>
      <p:sp>
        <p:nvSpPr>
          <p:cNvPr id="1467" name="Google Shape;1467;p23"/>
          <p:cNvSpPr txBox="1">
            <a:spLocks noGrp="1"/>
          </p:cNvSpPr>
          <p:nvPr>
            <p:ph type="title" idx="9"/>
          </p:nvPr>
        </p:nvSpPr>
        <p:spPr>
          <a:xfrm>
            <a:off x="3424335" y="2781921"/>
            <a:ext cx="3749061" cy="918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6200"/>
              <a:buNone/>
            </a:pPr>
            <a:r>
              <a:rPr lang="en-US" sz="2800" b="1">
                <a:latin typeface="Times New Roman" panose="02020603050405020304"/>
                <a:ea typeface="Times New Roman" panose="02020603050405020304"/>
                <a:cs typeface="Times New Roman" panose="02020603050405020304"/>
                <a:sym typeface="Times New Roman" panose="02020603050405020304"/>
              </a:rPr>
              <a:t>CA (Best 3 out of 4 tasks):30</a:t>
            </a:r>
            <a:endParaRPr sz="2800"/>
          </a:p>
        </p:txBody>
      </p:sp>
      <p:sp>
        <p:nvSpPr>
          <p:cNvPr id="1468" name="Google Shape;1468;p23"/>
          <p:cNvSpPr/>
          <p:nvPr/>
        </p:nvSpPr>
        <p:spPr>
          <a:xfrm rot="135659">
            <a:off x="4704772" y="410748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9" name="Google Shape;1469;p23"/>
          <p:cNvSpPr txBox="1"/>
          <p:nvPr/>
        </p:nvSpPr>
        <p:spPr>
          <a:xfrm>
            <a:off x="1642946" y="1727953"/>
            <a:ext cx="1531434" cy="9180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chemeClr val="dk1"/>
              </a:buClr>
              <a:buSzPts val="6200"/>
              <a:buFont typeface="Montagu Slab SemiBold"/>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ETT:40</a:t>
            </a:r>
            <a:endParaRPr sz="2800" b="0" i="0" u="none" strike="noStrike" cap="none">
              <a:solidFill>
                <a:schemeClr val="dk1"/>
              </a:solidFill>
              <a:latin typeface="Montagu Slab SemiBold"/>
              <a:ea typeface="Montagu Slab SemiBold"/>
              <a:cs typeface="Montagu Slab SemiBold"/>
              <a:sym typeface="Montagu Slab SemiBold"/>
            </a:endParaRPr>
          </a:p>
        </p:txBody>
      </p:sp>
      <p:sp>
        <p:nvSpPr>
          <p:cNvPr id="1470" name="Google Shape;1470;p23"/>
          <p:cNvSpPr txBox="1"/>
          <p:nvPr/>
        </p:nvSpPr>
        <p:spPr>
          <a:xfrm>
            <a:off x="565522" y="86842"/>
            <a:ext cx="7704000" cy="746646"/>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6200"/>
              <a:buFont typeface="Montagu Slab SemiBold"/>
              <a:buNone/>
            </a:pPr>
            <a:r>
              <a:rPr lang="en-US" sz="4800" b="0" i="1" u="none" strike="noStrike" cap="none">
                <a:solidFill>
                  <a:schemeClr val="dk1"/>
                </a:solidFill>
                <a:latin typeface="Overlock" panose="02000506030000020004"/>
                <a:ea typeface="Overlock" panose="02000506030000020004"/>
                <a:cs typeface="Overlock" panose="02000506030000020004"/>
                <a:sym typeface="Overlock" panose="02000506030000020004"/>
              </a:rPr>
              <a:t>Course Assessment Model</a:t>
            </a:r>
            <a:endParaRPr sz="4800" b="0" i="0" u="none" strike="noStrike" cap="none">
              <a:solidFill>
                <a:schemeClr val="dk1"/>
              </a:solidFill>
              <a:latin typeface="Montagu Slab SemiBold"/>
              <a:ea typeface="Montagu Slab SemiBold"/>
              <a:cs typeface="Montagu Slab SemiBold"/>
              <a:sym typeface="Montagu Slab SemiBold"/>
            </a:endParaRPr>
          </a:p>
        </p:txBody>
      </p:sp>
      <p:sp>
        <p:nvSpPr>
          <p:cNvPr id="1471" name="Google Shape;1471;p23"/>
          <p:cNvSpPr/>
          <p:nvPr/>
        </p:nvSpPr>
        <p:spPr>
          <a:xfrm>
            <a:off x="935088" y="1491650"/>
            <a:ext cx="802500" cy="2226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472" name="Google Shape;1472;p23"/>
          <p:cNvGrpSpPr/>
          <p:nvPr/>
        </p:nvGrpSpPr>
        <p:grpSpPr>
          <a:xfrm>
            <a:off x="935163" y="3718400"/>
            <a:ext cx="802500" cy="506700"/>
            <a:chOff x="4090150" y="3938175"/>
            <a:chExt cx="802500" cy="506700"/>
          </a:xfrm>
        </p:grpSpPr>
        <p:sp>
          <p:nvSpPr>
            <p:cNvPr id="1473" name="Google Shape;1473;p23"/>
            <p:cNvSpPr/>
            <p:nvPr/>
          </p:nvSpPr>
          <p:spPr>
            <a:xfrm rot="10800000">
              <a:off x="4090150" y="3938175"/>
              <a:ext cx="802500" cy="506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4" name="Google Shape;1474;p23"/>
            <p:cNvSpPr/>
            <p:nvPr/>
          </p:nvSpPr>
          <p:spPr>
            <a:xfrm rot="10800000">
              <a:off x="4373875" y="4297575"/>
              <a:ext cx="234900" cy="147300"/>
            </a:xfrm>
            <a:prstGeom prst="triangle">
              <a:avLst>
                <a:gd name="adj" fmla="val 50000"/>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475" name="Google Shape;1475;p23"/>
          <p:cNvSpPr/>
          <p:nvPr/>
        </p:nvSpPr>
        <p:spPr>
          <a:xfrm>
            <a:off x="935163" y="2373600"/>
            <a:ext cx="802500" cy="134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6" name="Google Shape;1476;p23"/>
          <p:cNvSpPr/>
          <p:nvPr/>
        </p:nvSpPr>
        <p:spPr>
          <a:xfrm>
            <a:off x="7304951" y="1495572"/>
            <a:ext cx="802500" cy="2226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477" name="Google Shape;1477;p23"/>
          <p:cNvGrpSpPr/>
          <p:nvPr/>
        </p:nvGrpSpPr>
        <p:grpSpPr>
          <a:xfrm>
            <a:off x="7305026" y="3722322"/>
            <a:ext cx="802500" cy="506700"/>
            <a:chOff x="4090150" y="3938175"/>
            <a:chExt cx="802500" cy="506700"/>
          </a:xfrm>
        </p:grpSpPr>
        <p:sp>
          <p:nvSpPr>
            <p:cNvPr id="1478" name="Google Shape;1478;p23"/>
            <p:cNvSpPr/>
            <p:nvPr/>
          </p:nvSpPr>
          <p:spPr>
            <a:xfrm rot="10800000">
              <a:off x="4090150" y="3938175"/>
              <a:ext cx="802500" cy="506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9" name="Google Shape;1479;p23"/>
            <p:cNvSpPr/>
            <p:nvPr/>
          </p:nvSpPr>
          <p:spPr>
            <a:xfrm rot="10800000">
              <a:off x="4373875" y="4297575"/>
              <a:ext cx="234900" cy="147300"/>
            </a:xfrm>
            <a:prstGeom prst="triangle">
              <a:avLst>
                <a:gd name="adj" fmla="val 50000"/>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480" name="Google Shape;1480;p23"/>
          <p:cNvSpPr/>
          <p:nvPr/>
        </p:nvSpPr>
        <p:spPr>
          <a:xfrm>
            <a:off x="7305026" y="1813072"/>
            <a:ext cx="802500" cy="1909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84"/>
        <p:cNvGrpSpPr/>
        <p:nvPr/>
      </p:nvGrpSpPr>
      <p:grpSpPr>
        <a:xfrm>
          <a:off x="0" y="0"/>
          <a:ext cx="0" cy="0"/>
          <a:chOff x="0" y="0"/>
          <a:chExt cx="0" cy="0"/>
        </a:xfrm>
      </p:grpSpPr>
      <p:grpSp>
        <p:nvGrpSpPr>
          <p:cNvPr id="1485" name="Google Shape;1485;p24"/>
          <p:cNvGrpSpPr/>
          <p:nvPr/>
        </p:nvGrpSpPr>
        <p:grpSpPr>
          <a:xfrm>
            <a:off x="887482" y="2538509"/>
            <a:ext cx="6598041" cy="633109"/>
            <a:chOff x="-3705625" y="3666475"/>
            <a:chExt cx="3235925" cy="1422300"/>
          </a:xfrm>
        </p:grpSpPr>
        <p:sp>
          <p:nvSpPr>
            <p:cNvPr id="1486" name="Google Shape;1486;p24"/>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7" name="Google Shape;1487;p24"/>
            <p:cNvSpPr/>
            <p:nvPr/>
          </p:nvSpPr>
          <p:spPr>
            <a:xfrm flipH="1">
              <a:off x="-2773636" y="3666475"/>
              <a:ext cx="2303936"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en-US" sz="1400" b="1" i="0" u="none" strike="noStrike" cap="none">
                  <a:solidFill>
                    <a:srgbClr val="000000"/>
                  </a:solidFill>
                  <a:latin typeface="Arial" panose="020B0604020202020204"/>
                  <a:ea typeface="Arial" panose="020B0604020202020204"/>
                  <a:cs typeface="Arial" panose="020B0604020202020204"/>
                  <a:sym typeface="Arial" panose="020B0604020202020204"/>
                </a:rPr>
                <a:t>Oxford Learner's Grammar by Martin Hewings</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rgbClr val="000000"/>
                </a:buClr>
                <a:buSzPts val="1400"/>
                <a:buFont typeface="Noto Sans Symbols"/>
                <a:buChar char="⮚"/>
              </a:pPr>
              <a:r>
                <a:rPr lang="en-US" sz="1400" b="1" i="0" u="none" strike="noStrike" cap="none">
                  <a:solidFill>
                    <a:srgbClr val="000000"/>
                  </a:solidFill>
                  <a:latin typeface="Arial" panose="020B0604020202020204"/>
                  <a:ea typeface="Arial" panose="020B0604020202020204"/>
                  <a:cs typeface="Arial" panose="020B0604020202020204"/>
                  <a:sym typeface="Arial" panose="020B0604020202020204"/>
                </a:rPr>
                <a:t>Oxford Practice Grammar by Martin Hewings</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488" name="Google Shape;1488;p24"/>
          <p:cNvSpPr txBox="1">
            <a:spLocks noGrp="1"/>
          </p:cNvSpPr>
          <p:nvPr>
            <p:ph type="title"/>
          </p:nvPr>
        </p:nvSpPr>
        <p:spPr>
          <a:xfrm>
            <a:off x="2193387" y="37210"/>
            <a:ext cx="4993200" cy="948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9600"/>
              <a:buNone/>
            </a:pPr>
            <a:r>
              <a:rPr lang="en-US" sz="7200" i="1">
                <a:solidFill>
                  <a:schemeClr val="dk1"/>
                </a:solidFill>
                <a:latin typeface="Overlock" panose="02000506030000020004"/>
                <a:ea typeface="Overlock" panose="02000506030000020004"/>
                <a:cs typeface="Overlock" panose="02000506030000020004"/>
                <a:sym typeface="Overlock" panose="02000506030000020004"/>
              </a:rPr>
              <a:t>Resources</a:t>
            </a:r>
            <a:endParaRPr sz="7200"/>
          </a:p>
        </p:txBody>
      </p:sp>
      <p:sp>
        <p:nvSpPr>
          <p:cNvPr id="1489" name="Google Shape;1489;p24"/>
          <p:cNvSpPr/>
          <p:nvPr/>
        </p:nvSpPr>
        <p:spPr>
          <a:xfrm>
            <a:off x="7112199" y="3735311"/>
            <a:ext cx="148776" cy="14887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490" name="Google Shape;1490;p24"/>
          <p:cNvGrpSpPr/>
          <p:nvPr/>
        </p:nvGrpSpPr>
        <p:grpSpPr>
          <a:xfrm>
            <a:off x="3975525" y="683851"/>
            <a:ext cx="1192947" cy="1076129"/>
            <a:chOff x="3865350" y="464026"/>
            <a:chExt cx="1192947" cy="1192977"/>
          </a:xfrm>
        </p:grpSpPr>
        <p:sp>
          <p:nvSpPr>
            <p:cNvPr id="1491" name="Google Shape;1491;p24"/>
            <p:cNvSpPr/>
            <p:nvPr/>
          </p:nvSpPr>
          <p:spPr>
            <a:xfrm>
              <a:off x="3865350" y="464026"/>
              <a:ext cx="1192947" cy="1192977"/>
            </a:xfrm>
            <a:custGeom>
              <a:avLst/>
              <a:gdLst/>
              <a:ahLst/>
              <a:cxnLst/>
              <a:rect l="l" t="t" r="r" b="b"/>
              <a:pathLst>
                <a:path w="12101" h="12101" extrusionOk="0">
                  <a:moveTo>
                    <a:pt x="5365" y="0"/>
                  </a:moveTo>
                  <a:lnTo>
                    <a:pt x="4798" y="560"/>
                  </a:lnTo>
                  <a:lnTo>
                    <a:pt x="4034" y="301"/>
                  </a:lnTo>
                  <a:lnTo>
                    <a:pt x="3607" y="980"/>
                  </a:lnTo>
                  <a:lnTo>
                    <a:pt x="2809" y="896"/>
                  </a:lnTo>
                  <a:lnTo>
                    <a:pt x="2543" y="1646"/>
                  </a:lnTo>
                  <a:lnTo>
                    <a:pt x="1745" y="1745"/>
                  </a:lnTo>
                  <a:lnTo>
                    <a:pt x="1647" y="2543"/>
                  </a:lnTo>
                  <a:lnTo>
                    <a:pt x="891" y="2809"/>
                  </a:lnTo>
                  <a:lnTo>
                    <a:pt x="975" y="3607"/>
                  </a:lnTo>
                  <a:lnTo>
                    <a:pt x="303" y="4040"/>
                  </a:lnTo>
                  <a:lnTo>
                    <a:pt x="562" y="4797"/>
                  </a:lnTo>
                  <a:lnTo>
                    <a:pt x="0" y="5365"/>
                  </a:lnTo>
                  <a:lnTo>
                    <a:pt x="421" y="6050"/>
                  </a:lnTo>
                  <a:lnTo>
                    <a:pt x="0" y="6729"/>
                  </a:lnTo>
                  <a:lnTo>
                    <a:pt x="562" y="7304"/>
                  </a:lnTo>
                  <a:lnTo>
                    <a:pt x="303" y="8060"/>
                  </a:lnTo>
                  <a:lnTo>
                    <a:pt x="975" y="8494"/>
                  </a:lnTo>
                  <a:lnTo>
                    <a:pt x="891" y="9285"/>
                  </a:lnTo>
                  <a:lnTo>
                    <a:pt x="1647" y="9559"/>
                  </a:lnTo>
                  <a:lnTo>
                    <a:pt x="1745" y="10358"/>
                  </a:lnTo>
                  <a:lnTo>
                    <a:pt x="2543" y="10448"/>
                  </a:lnTo>
                  <a:lnTo>
                    <a:pt x="2809" y="11204"/>
                  </a:lnTo>
                  <a:lnTo>
                    <a:pt x="3607" y="11120"/>
                  </a:lnTo>
                  <a:lnTo>
                    <a:pt x="4042" y="11799"/>
                  </a:lnTo>
                  <a:lnTo>
                    <a:pt x="4798" y="11534"/>
                  </a:lnTo>
                  <a:lnTo>
                    <a:pt x="5365" y="12100"/>
                  </a:lnTo>
                  <a:lnTo>
                    <a:pt x="6050" y="11673"/>
                  </a:lnTo>
                  <a:lnTo>
                    <a:pt x="6731" y="12100"/>
                  </a:lnTo>
                  <a:lnTo>
                    <a:pt x="7304" y="11534"/>
                  </a:lnTo>
                  <a:lnTo>
                    <a:pt x="8060" y="11799"/>
                  </a:lnTo>
                  <a:lnTo>
                    <a:pt x="8496" y="11120"/>
                  </a:lnTo>
                  <a:lnTo>
                    <a:pt x="9285" y="11204"/>
                  </a:lnTo>
                  <a:lnTo>
                    <a:pt x="9559" y="10448"/>
                  </a:lnTo>
                  <a:lnTo>
                    <a:pt x="10358" y="10358"/>
                  </a:lnTo>
                  <a:lnTo>
                    <a:pt x="10448" y="9559"/>
                  </a:lnTo>
                  <a:lnTo>
                    <a:pt x="11205" y="9285"/>
                  </a:lnTo>
                  <a:lnTo>
                    <a:pt x="11121" y="8494"/>
                  </a:lnTo>
                  <a:lnTo>
                    <a:pt x="11800" y="8060"/>
                  </a:lnTo>
                  <a:lnTo>
                    <a:pt x="11534" y="7304"/>
                  </a:lnTo>
                  <a:lnTo>
                    <a:pt x="12100" y="6729"/>
                  </a:lnTo>
                  <a:lnTo>
                    <a:pt x="11673" y="6050"/>
                  </a:lnTo>
                  <a:lnTo>
                    <a:pt x="12100" y="5365"/>
                  </a:lnTo>
                  <a:lnTo>
                    <a:pt x="11534" y="4797"/>
                  </a:lnTo>
                  <a:lnTo>
                    <a:pt x="11800" y="4034"/>
                  </a:lnTo>
                  <a:lnTo>
                    <a:pt x="11121" y="3607"/>
                  </a:lnTo>
                  <a:lnTo>
                    <a:pt x="11205" y="2809"/>
                  </a:lnTo>
                  <a:lnTo>
                    <a:pt x="10448" y="2543"/>
                  </a:lnTo>
                  <a:lnTo>
                    <a:pt x="10358" y="1745"/>
                  </a:lnTo>
                  <a:lnTo>
                    <a:pt x="9559" y="1646"/>
                  </a:lnTo>
                  <a:lnTo>
                    <a:pt x="9285" y="889"/>
                  </a:lnTo>
                  <a:lnTo>
                    <a:pt x="8487" y="973"/>
                  </a:lnTo>
                  <a:lnTo>
                    <a:pt x="8060" y="301"/>
                  </a:lnTo>
                  <a:lnTo>
                    <a:pt x="7304" y="560"/>
                  </a:lnTo>
                  <a:lnTo>
                    <a:pt x="6731" y="0"/>
                  </a:lnTo>
                  <a:lnTo>
                    <a:pt x="6050" y="421"/>
                  </a:lnTo>
                  <a:lnTo>
                    <a:pt x="536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2" name="Google Shape;1492;p24"/>
            <p:cNvSpPr/>
            <p:nvPr/>
          </p:nvSpPr>
          <p:spPr>
            <a:xfrm>
              <a:off x="3975172" y="573849"/>
              <a:ext cx="973404" cy="973428"/>
            </a:xfrm>
            <a:custGeom>
              <a:avLst/>
              <a:gdLst/>
              <a:ahLst/>
              <a:cxnLst/>
              <a:rect l="l" t="t" r="r" b="b"/>
              <a:pathLst>
                <a:path w="9874" h="9874" extrusionOk="0">
                  <a:moveTo>
                    <a:pt x="4936" y="1"/>
                  </a:moveTo>
                  <a:cubicBezTo>
                    <a:pt x="2214" y="1"/>
                    <a:pt x="1" y="2212"/>
                    <a:pt x="1" y="4936"/>
                  </a:cubicBezTo>
                  <a:cubicBezTo>
                    <a:pt x="1" y="7654"/>
                    <a:pt x="2214" y="9874"/>
                    <a:pt x="4936" y="9874"/>
                  </a:cubicBezTo>
                  <a:cubicBezTo>
                    <a:pt x="7654" y="9874"/>
                    <a:pt x="9874" y="7654"/>
                    <a:pt x="9874" y="4936"/>
                  </a:cubicBezTo>
                  <a:cubicBezTo>
                    <a:pt x="9874" y="2212"/>
                    <a:pt x="7654" y="1"/>
                    <a:pt x="493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3" name="Google Shape;1493;p24"/>
            <p:cNvSpPr/>
            <p:nvPr/>
          </p:nvSpPr>
          <p:spPr>
            <a:xfrm>
              <a:off x="4220840" y="804341"/>
              <a:ext cx="482068" cy="457829"/>
            </a:xfrm>
            <a:custGeom>
              <a:avLst/>
              <a:gdLst/>
              <a:ahLst/>
              <a:cxnLst/>
              <a:rect l="l" t="t" r="r" b="b"/>
              <a:pathLst>
                <a:path w="4890" h="4644" extrusionOk="0">
                  <a:moveTo>
                    <a:pt x="2444" y="0"/>
                  </a:moveTo>
                  <a:lnTo>
                    <a:pt x="1688" y="1528"/>
                  </a:lnTo>
                  <a:lnTo>
                    <a:pt x="1" y="1771"/>
                  </a:lnTo>
                  <a:lnTo>
                    <a:pt x="1219" y="2963"/>
                  </a:lnTo>
                  <a:lnTo>
                    <a:pt x="932" y="4644"/>
                  </a:lnTo>
                  <a:lnTo>
                    <a:pt x="932" y="4644"/>
                  </a:lnTo>
                  <a:lnTo>
                    <a:pt x="2444" y="3852"/>
                  </a:lnTo>
                  <a:lnTo>
                    <a:pt x="3950" y="4644"/>
                  </a:lnTo>
                  <a:lnTo>
                    <a:pt x="3663" y="2963"/>
                  </a:lnTo>
                  <a:lnTo>
                    <a:pt x="4890" y="1771"/>
                  </a:lnTo>
                  <a:lnTo>
                    <a:pt x="3201" y="1528"/>
                  </a:lnTo>
                  <a:lnTo>
                    <a:pt x="244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4" name="Google Shape;1494;p24"/>
            <p:cNvSpPr/>
            <p:nvPr/>
          </p:nvSpPr>
          <p:spPr>
            <a:xfrm>
              <a:off x="4032547" y="631029"/>
              <a:ext cx="858062" cy="858281"/>
            </a:xfrm>
            <a:custGeom>
              <a:avLst/>
              <a:gdLst/>
              <a:ahLst/>
              <a:cxnLst/>
              <a:rect l="l" t="t" r="r" b="b"/>
              <a:pathLst>
                <a:path w="8704" h="8706" extrusionOk="0">
                  <a:moveTo>
                    <a:pt x="4354" y="184"/>
                  </a:moveTo>
                  <a:cubicBezTo>
                    <a:pt x="6652" y="184"/>
                    <a:pt x="8529" y="2052"/>
                    <a:pt x="8529" y="4356"/>
                  </a:cubicBezTo>
                  <a:cubicBezTo>
                    <a:pt x="8529" y="6654"/>
                    <a:pt x="6652" y="8529"/>
                    <a:pt x="4354" y="8529"/>
                  </a:cubicBezTo>
                  <a:cubicBezTo>
                    <a:pt x="2052" y="8529"/>
                    <a:pt x="182" y="6654"/>
                    <a:pt x="182" y="4356"/>
                  </a:cubicBezTo>
                  <a:cubicBezTo>
                    <a:pt x="182" y="2052"/>
                    <a:pt x="2052" y="184"/>
                    <a:pt x="4354" y="184"/>
                  </a:cubicBezTo>
                  <a:close/>
                  <a:moveTo>
                    <a:pt x="4354" y="0"/>
                  </a:moveTo>
                  <a:cubicBezTo>
                    <a:pt x="1953" y="0"/>
                    <a:pt x="0" y="1955"/>
                    <a:pt x="0" y="4356"/>
                  </a:cubicBezTo>
                  <a:cubicBezTo>
                    <a:pt x="0" y="6751"/>
                    <a:pt x="1953" y="8706"/>
                    <a:pt x="4354" y="8706"/>
                  </a:cubicBezTo>
                  <a:cubicBezTo>
                    <a:pt x="6749" y="8706"/>
                    <a:pt x="8704" y="6751"/>
                    <a:pt x="8704" y="4356"/>
                  </a:cubicBezTo>
                  <a:cubicBezTo>
                    <a:pt x="8704" y="1955"/>
                    <a:pt x="6749" y="0"/>
                    <a:pt x="435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495" name="Google Shape;1495;p24"/>
          <p:cNvSpPr/>
          <p:nvPr/>
        </p:nvSpPr>
        <p:spPr>
          <a:xfrm>
            <a:off x="5338221" y="1136211"/>
            <a:ext cx="303498" cy="288253"/>
          </a:xfrm>
          <a:custGeom>
            <a:avLst/>
            <a:gdLst/>
            <a:ahLst/>
            <a:cxnLst/>
            <a:rect l="l" t="t" r="r" b="b"/>
            <a:pathLst>
              <a:path w="4890" h="4644" extrusionOk="0">
                <a:moveTo>
                  <a:pt x="2444" y="0"/>
                </a:moveTo>
                <a:lnTo>
                  <a:pt x="1688" y="1528"/>
                </a:lnTo>
                <a:lnTo>
                  <a:pt x="1" y="1771"/>
                </a:lnTo>
                <a:lnTo>
                  <a:pt x="1219" y="2963"/>
                </a:lnTo>
                <a:lnTo>
                  <a:pt x="932" y="4644"/>
                </a:lnTo>
                <a:lnTo>
                  <a:pt x="932" y="4644"/>
                </a:lnTo>
                <a:lnTo>
                  <a:pt x="2444" y="3852"/>
                </a:lnTo>
                <a:lnTo>
                  <a:pt x="3950" y="4644"/>
                </a:lnTo>
                <a:lnTo>
                  <a:pt x="3663" y="2963"/>
                </a:lnTo>
                <a:lnTo>
                  <a:pt x="4890" y="1771"/>
                </a:lnTo>
                <a:lnTo>
                  <a:pt x="3201" y="1528"/>
                </a:lnTo>
                <a:lnTo>
                  <a:pt x="244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6" name="Google Shape;1496;p24"/>
          <p:cNvSpPr/>
          <p:nvPr/>
        </p:nvSpPr>
        <p:spPr>
          <a:xfrm>
            <a:off x="5811471" y="1136211"/>
            <a:ext cx="303498" cy="288253"/>
          </a:xfrm>
          <a:custGeom>
            <a:avLst/>
            <a:gdLst/>
            <a:ahLst/>
            <a:cxnLst/>
            <a:rect l="l" t="t" r="r" b="b"/>
            <a:pathLst>
              <a:path w="4890" h="4644" extrusionOk="0">
                <a:moveTo>
                  <a:pt x="2444" y="0"/>
                </a:moveTo>
                <a:lnTo>
                  <a:pt x="1688" y="1528"/>
                </a:lnTo>
                <a:lnTo>
                  <a:pt x="1" y="1771"/>
                </a:lnTo>
                <a:lnTo>
                  <a:pt x="1219" y="2963"/>
                </a:lnTo>
                <a:lnTo>
                  <a:pt x="932" y="4644"/>
                </a:lnTo>
                <a:lnTo>
                  <a:pt x="932" y="4644"/>
                </a:lnTo>
                <a:lnTo>
                  <a:pt x="2444" y="3852"/>
                </a:lnTo>
                <a:lnTo>
                  <a:pt x="3950" y="4644"/>
                </a:lnTo>
                <a:lnTo>
                  <a:pt x="3663" y="2963"/>
                </a:lnTo>
                <a:lnTo>
                  <a:pt x="4890" y="1771"/>
                </a:lnTo>
                <a:lnTo>
                  <a:pt x="3201" y="1528"/>
                </a:lnTo>
                <a:lnTo>
                  <a:pt x="244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7" name="Google Shape;1497;p24"/>
          <p:cNvSpPr/>
          <p:nvPr/>
        </p:nvSpPr>
        <p:spPr>
          <a:xfrm>
            <a:off x="3029021" y="1136211"/>
            <a:ext cx="303498" cy="288253"/>
          </a:xfrm>
          <a:custGeom>
            <a:avLst/>
            <a:gdLst/>
            <a:ahLst/>
            <a:cxnLst/>
            <a:rect l="l" t="t" r="r" b="b"/>
            <a:pathLst>
              <a:path w="4890" h="4644" extrusionOk="0">
                <a:moveTo>
                  <a:pt x="2444" y="0"/>
                </a:moveTo>
                <a:lnTo>
                  <a:pt x="1688" y="1528"/>
                </a:lnTo>
                <a:lnTo>
                  <a:pt x="1" y="1771"/>
                </a:lnTo>
                <a:lnTo>
                  <a:pt x="1219" y="2963"/>
                </a:lnTo>
                <a:lnTo>
                  <a:pt x="932" y="4644"/>
                </a:lnTo>
                <a:lnTo>
                  <a:pt x="932" y="4644"/>
                </a:lnTo>
                <a:lnTo>
                  <a:pt x="2444" y="3852"/>
                </a:lnTo>
                <a:lnTo>
                  <a:pt x="3950" y="4644"/>
                </a:lnTo>
                <a:lnTo>
                  <a:pt x="3663" y="2963"/>
                </a:lnTo>
                <a:lnTo>
                  <a:pt x="4890" y="1771"/>
                </a:lnTo>
                <a:lnTo>
                  <a:pt x="3201" y="1528"/>
                </a:lnTo>
                <a:lnTo>
                  <a:pt x="244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8" name="Google Shape;1498;p24"/>
          <p:cNvSpPr/>
          <p:nvPr/>
        </p:nvSpPr>
        <p:spPr>
          <a:xfrm>
            <a:off x="3502271" y="1136211"/>
            <a:ext cx="303498" cy="288253"/>
          </a:xfrm>
          <a:custGeom>
            <a:avLst/>
            <a:gdLst/>
            <a:ahLst/>
            <a:cxnLst/>
            <a:rect l="l" t="t" r="r" b="b"/>
            <a:pathLst>
              <a:path w="4890" h="4644" extrusionOk="0">
                <a:moveTo>
                  <a:pt x="2444" y="0"/>
                </a:moveTo>
                <a:lnTo>
                  <a:pt x="1688" y="1528"/>
                </a:lnTo>
                <a:lnTo>
                  <a:pt x="1" y="1771"/>
                </a:lnTo>
                <a:lnTo>
                  <a:pt x="1219" y="2963"/>
                </a:lnTo>
                <a:lnTo>
                  <a:pt x="932" y="4644"/>
                </a:lnTo>
                <a:lnTo>
                  <a:pt x="932" y="4644"/>
                </a:lnTo>
                <a:lnTo>
                  <a:pt x="2444" y="3852"/>
                </a:lnTo>
                <a:lnTo>
                  <a:pt x="3950" y="4644"/>
                </a:lnTo>
                <a:lnTo>
                  <a:pt x="3663" y="2963"/>
                </a:lnTo>
                <a:lnTo>
                  <a:pt x="4890" y="1771"/>
                </a:lnTo>
                <a:lnTo>
                  <a:pt x="3201" y="1528"/>
                </a:lnTo>
                <a:lnTo>
                  <a:pt x="244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9" name="Google Shape;1499;p24"/>
          <p:cNvSpPr/>
          <p:nvPr/>
        </p:nvSpPr>
        <p:spPr>
          <a:xfrm rot="135659">
            <a:off x="5978272" y="4391458"/>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0" name="Google Shape;1500;p24"/>
          <p:cNvSpPr/>
          <p:nvPr/>
        </p:nvSpPr>
        <p:spPr>
          <a:xfrm rot="1421918">
            <a:off x="1426691" y="154392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1" name="Google Shape;1501;p24"/>
          <p:cNvSpPr/>
          <p:nvPr/>
        </p:nvSpPr>
        <p:spPr>
          <a:xfrm rot="-786707">
            <a:off x="7508922" y="1783359"/>
            <a:ext cx="232894" cy="23305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02" name="Google Shape;1502;p24"/>
          <p:cNvGrpSpPr/>
          <p:nvPr/>
        </p:nvGrpSpPr>
        <p:grpSpPr>
          <a:xfrm>
            <a:off x="863389" y="1889686"/>
            <a:ext cx="6631296" cy="537487"/>
            <a:chOff x="-3705625" y="3666475"/>
            <a:chExt cx="3235925" cy="1422300"/>
          </a:xfrm>
        </p:grpSpPr>
        <p:sp>
          <p:nvSpPr>
            <p:cNvPr id="1503" name="Google Shape;1503;p24"/>
            <p:cNvSpPr/>
            <p:nvPr/>
          </p:nvSpPr>
          <p:spPr>
            <a:xfrm>
              <a:off x="-3705625"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4" name="Google Shape;1504;p24"/>
            <p:cNvSpPr/>
            <p:nvPr/>
          </p:nvSpPr>
          <p:spPr>
            <a:xfrm flipH="1">
              <a:off x="-2505200" y="3666475"/>
              <a:ext cx="2035500" cy="1422300"/>
            </a:xfrm>
            <a:prstGeom prst="chevron">
              <a:avLst>
                <a:gd name="adj" fmla="val 22935"/>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505" name="Google Shape;1505;p24"/>
          <p:cNvSpPr txBox="1"/>
          <p:nvPr/>
        </p:nvSpPr>
        <p:spPr>
          <a:xfrm>
            <a:off x="1208452" y="1988808"/>
            <a:ext cx="5935056"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Text Book - Advanced English Grammar by Martin Hewings</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6" name="Google Shape;1506;p24"/>
          <p:cNvSpPr txBox="1"/>
          <p:nvPr/>
        </p:nvSpPr>
        <p:spPr>
          <a:xfrm>
            <a:off x="1000578" y="2580602"/>
            <a:ext cx="2028443" cy="542217"/>
          </a:xfrm>
          <a:prstGeom prst="rect">
            <a:avLst/>
          </a:prstGeom>
          <a:solidFill>
            <a:schemeClr val="accent3"/>
          </a:solidFill>
          <a:ln>
            <a:noFill/>
          </a:ln>
        </p:spPr>
        <p:txBody>
          <a:bodyPr spcFirstLastPara="1" wrap="square" lIns="91425" tIns="91425" rIns="91425" bIns="91425" anchor="ctr" anchorCtr="0">
            <a:noAutofit/>
          </a:bodyPr>
          <a:lstStyle/>
          <a:p>
            <a:pPr marL="457200" marR="0" lvl="0" indent="-317500" algn="l" rtl="0">
              <a:lnSpc>
                <a:spcPct val="115000"/>
              </a:lnSpc>
              <a:spcBef>
                <a:spcPts val="0"/>
              </a:spcBef>
              <a:spcAft>
                <a:spcPts val="0"/>
              </a:spcAft>
              <a:buClr>
                <a:schemeClr val="dk1"/>
              </a:buClr>
              <a:buSzPts val="1600"/>
              <a:buFont typeface="Lexend Medium"/>
              <a:buNone/>
            </a:pPr>
            <a:r>
              <a:rPr lang="en-US" sz="2200" b="1" i="0" u="none" strike="noStrike" cap="none">
                <a:solidFill>
                  <a:schemeClr val="lt1"/>
                </a:solidFill>
                <a:latin typeface="Lexend Medium"/>
                <a:ea typeface="Lexend Medium"/>
                <a:cs typeface="Lexend Medium"/>
                <a:sym typeface="Lexend Medium"/>
              </a:rPr>
              <a:t>Reference Books</a:t>
            </a:r>
            <a:endParaRPr sz="2200" b="1" i="0" u="none" strike="noStrike" cap="none">
              <a:solidFill>
                <a:schemeClr val="lt1"/>
              </a:solidFill>
              <a:latin typeface="Lexend Medium"/>
              <a:ea typeface="Lexend Medium"/>
              <a:cs typeface="Lexend Medium"/>
              <a:sym typeface="Lexend Medium"/>
            </a:endParaRPr>
          </a:p>
        </p:txBody>
      </p:sp>
      <p:sp>
        <p:nvSpPr>
          <p:cNvPr id="1507" name="Google Shape;1507;p24"/>
          <p:cNvSpPr/>
          <p:nvPr/>
        </p:nvSpPr>
        <p:spPr>
          <a:xfrm>
            <a:off x="1883024" y="3735311"/>
            <a:ext cx="148776" cy="14887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08" name="Google Shape;1508;p24"/>
          <p:cNvGrpSpPr/>
          <p:nvPr/>
        </p:nvGrpSpPr>
        <p:grpSpPr>
          <a:xfrm>
            <a:off x="61113" y="3735311"/>
            <a:ext cx="2084875" cy="485132"/>
            <a:chOff x="1592850" y="3268975"/>
            <a:chExt cx="2084875" cy="462031"/>
          </a:xfrm>
        </p:grpSpPr>
        <p:sp>
          <p:nvSpPr>
            <p:cNvPr id="1509" name="Google Shape;1509;p24"/>
            <p:cNvSpPr/>
            <p:nvPr/>
          </p:nvSpPr>
          <p:spPr>
            <a:xfrm>
              <a:off x="1592850" y="3268975"/>
              <a:ext cx="2084875" cy="462031"/>
            </a:xfrm>
            <a:custGeom>
              <a:avLst/>
              <a:gdLst/>
              <a:ahLst/>
              <a:cxnLst/>
              <a:rect l="l" t="t" r="r" b="b"/>
              <a:pathLst>
                <a:path w="54128" h="15917" extrusionOk="0">
                  <a:moveTo>
                    <a:pt x="0" y="0"/>
                  </a:moveTo>
                  <a:lnTo>
                    <a:pt x="0" y="788"/>
                  </a:lnTo>
                  <a:cubicBezTo>
                    <a:pt x="0" y="985"/>
                    <a:pt x="34" y="1174"/>
                    <a:pt x="99" y="1355"/>
                  </a:cubicBezTo>
                  <a:cubicBezTo>
                    <a:pt x="337" y="2002"/>
                    <a:pt x="953" y="2461"/>
                    <a:pt x="1674" y="2461"/>
                  </a:cubicBezTo>
                  <a:lnTo>
                    <a:pt x="45907" y="2461"/>
                  </a:lnTo>
                  <a:cubicBezTo>
                    <a:pt x="48861" y="2461"/>
                    <a:pt x="51345" y="4784"/>
                    <a:pt x="51404" y="7738"/>
                  </a:cubicBezTo>
                  <a:cubicBezTo>
                    <a:pt x="51428" y="9264"/>
                    <a:pt x="50822" y="10642"/>
                    <a:pt x="49829" y="11634"/>
                  </a:cubicBezTo>
                  <a:cubicBezTo>
                    <a:pt x="48861" y="12601"/>
                    <a:pt x="47516" y="13209"/>
                    <a:pt x="46029" y="13209"/>
                  </a:cubicBezTo>
                  <a:lnTo>
                    <a:pt x="1674" y="13209"/>
                  </a:lnTo>
                  <a:cubicBezTo>
                    <a:pt x="863" y="13209"/>
                    <a:pt x="181" y="13792"/>
                    <a:pt x="34" y="14562"/>
                  </a:cubicBezTo>
                  <a:cubicBezTo>
                    <a:pt x="8" y="14668"/>
                    <a:pt x="0" y="14776"/>
                    <a:pt x="0" y="14883"/>
                  </a:cubicBezTo>
                  <a:lnTo>
                    <a:pt x="0" y="15916"/>
                  </a:lnTo>
                  <a:lnTo>
                    <a:pt x="45990" y="15916"/>
                  </a:lnTo>
                  <a:cubicBezTo>
                    <a:pt x="50321" y="15916"/>
                    <a:pt x="53964" y="12502"/>
                    <a:pt x="54070" y="8171"/>
                  </a:cubicBezTo>
                  <a:cubicBezTo>
                    <a:pt x="54127" y="5891"/>
                    <a:pt x="53233" y="3816"/>
                    <a:pt x="51739" y="2331"/>
                  </a:cubicBezTo>
                  <a:cubicBezTo>
                    <a:pt x="50304" y="886"/>
                    <a:pt x="48311" y="0"/>
                    <a:pt x="4611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0" name="Google Shape;1510;p24"/>
            <p:cNvSpPr/>
            <p:nvPr/>
          </p:nvSpPr>
          <p:spPr>
            <a:xfrm>
              <a:off x="1700582" y="3340413"/>
              <a:ext cx="1872259" cy="312017"/>
            </a:xfrm>
            <a:custGeom>
              <a:avLst/>
              <a:gdLst/>
              <a:ahLst/>
              <a:cxnLst/>
              <a:rect l="l" t="t" r="r" b="b"/>
              <a:pathLst>
                <a:path w="48608" h="10749" extrusionOk="0">
                  <a:moveTo>
                    <a:pt x="1" y="0"/>
                  </a:moveTo>
                  <a:lnTo>
                    <a:pt x="1" y="10748"/>
                  </a:lnTo>
                  <a:lnTo>
                    <a:pt x="43232" y="10748"/>
                  </a:lnTo>
                  <a:cubicBezTo>
                    <a:pt x="44719" y="10748"/>
                    <a:pt x="46064" y="10140"/>
                    <a:pt x="47032" y="9173"/>
                  </a:cubicBezTo>
                  <a:cubicBezTo>
                    <a:pt x="47465" y="8738"/>
                    <a:pt x="47828" y="8230"/>
                    <a:pt x="48090" y="7671"/>
                  </a:cubicBezTo>
                  <a:cubicBezTo>
                    <a:pt x="48426" y="6974"/>
                    <a:pt x="48607" y="6194"/>
                    <a:pt x="48607" y="5375"/>
                  </a:cubicBezTo>
                  <a:cubicBezTo>
                    <a:pt x="48607" y="2404"/>
                    <a:pt x="46203" y="0"/>
                    <a:pt x="4323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1" name="Google Shape;1511;p24"/>
            <p:cNvSpPr/>
            <p:nvPr/>
          </p:nvSpPr>
          <p:spPr>
            <a:xfrm>
              <a:off x="1700582" y="3388977"/>
              <a:ext cx="1480112" cy="13875"/>
            </a:xfrm>
            <a:custGeom>
              <a:avLst/>
              <a:gdLst/>
              <a:ahLst/>
              <a:cxnLst/>
              <a:rect l="l" t="t" r="r" b="b"/>
              <a:pathLst>
                <a:path w="38427" h="478" extrusionOk="0">
                  <a:moveTo>
                    <a:pt x="1" y="1"/>
                  </a:moveTo>
                  <a:lnTo>
                    <a:pt x="1" y="477"/>
                  </a:lnTo>
                  <a:lnTo>
                    <a:pt x="38393" y="477"/>
                  </a:lnTo>
                  <a:cubicBezTo>
                    <a:pt x="38409" y="477"/>
                    <a:pt x="38427" y="461"/>
                    <a:pt x="38427" y="436"/>
                  </a:cubicBezTo>
                  <a:lnTo>
                    <a:pt x="38427" y="34"/>
                  </a:lnTo>
                  <a:cubicBezTo>
                    <a:pt x="38427" y="18"/>
                    <a:pt x="38409" y="1"/>
                    <a:pt x="3839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2" name="Google Shape;1512;p24"/>
            <p:cNvSpPr/>
            <p:nvPr/>
          </p:nvSpPr>
          <p:spPr>
            <a:xfrm>
              <a:off x="1700582" y="3510952"/>
              <a:ext cx="1204519" cy="13788"/>
            </a:xfrm>
            <a:custGeom>
              <a:avLst/>
              <a:gdLst/>
              <a:ahLst/>
              <a:cxnLst/>
              <a:rect l="l" t="t" r="r" b="b"/>
              <a:pathLst>
                <a:path w="31272" h="475" extrusionOk="0">
                  <a:moveTo>
                    <a:pt x="1" y="0"/>
                  </a:moveTo>
                  <a:lnTo>
                    <a:pt x="1" y="475"/>
                  </a:lnTo>
                  <a:lnTo>
                    <a:pt x="31232" y="475"/>
                  </a:lnTo>
                  <a:cubicBezTo>
                    <a:pt x="31256" y="475"/>
                    <a:pt x="31272" y="459"/>
                    <a:pt x="31272" y="443"/>
                  </a:cubicBezTo>
                  <a:lnTo>
                    <a:pt x="31272" y="42"/>
                  </a:lnTo>
                  <a:cubicBezTo>
                    <a:pt x="31272" y="16"/>
                    <a:pt x="31256" y="0"/>
                    <a:pt x="3123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3" name="Google Shape;1513;p24"/>
            <p:cNvSpPr/>
            <p:nvPr/>
          </p:nvSpPr>
          <p:spPr>
            <a:xfrm>
              <a:off x="1700582" y="3572143"/>
              <a:ext cx="1354969" cy="13585"/>
            </a:xfrm>
            <a:custGeom>
              <a:avLst/>
              <a:gdLst/>
              <a:ahLst/>
              <a:cxnLst/>
              <a:rect l="l" t="t" r="r" b="b"/>
              <a:pathLst>
                <a:path w="35178" h="468" extrusionOk="0">
                  <a:moveTo>
                    <a:pt x="1" y="1"/>
                  </a:moveTo>
                  <a:lnTo>
                    <a:pt x="1" y="467"/>
                  </a:lnTo>
                  <a:lnTo>
                    <a:pt x="35137" y="467"/>
                  </a:lnTo>
                  <a:cubicBezTo>
                    <a:pt x="35160" y="467"/>
                    <a:pt x="35178" y="452"/>
                    <a:pt x="35178" y="434"/>
                  </a:cubicBezTo>
                  <a:lnTo>
                    <a:pt x="35178" y="32"/>
                  </a:lnTo>
                  <a:cubicBezTo>
                    <a:pt x="35178" y="17"/>
                    <a:pt x="35160" y="1"/>
                    <a:pt x="3513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4" name="Google Shape;1514;p24"/>
            <p:cNvSpPr/>
            <p:nvPr/>
          </p:nvSpPr>
          <p:spPr>
            <a:xfrm>
              <a:off x="1700582" y="3449965"/>
              <a:ext cx="1637764" cy="13846"/>
            </a:xfrm>
            <a:custGeom>
              <a:avLst/>
              <a:gdLst/>
              <a:ahLst/>
              <a:cxnLst/>
              <a:rect l="l" t="t" r="r" b="b"/>
              <a:pathLst>
                <a:path w="42520" h="477" extrusionOk="0">
                  <a:moveTo>
                    <a:pt x="1" y="0"/>
                  </a:moveTo>
                  <a:lnTo>
                    <a:pt x="1" y="477"/>
                  </a:lnTo>
                  <a:lnTo>
                    <a:pt x="42486" y="477"/>
                  </a:lnTo>
                  <a:cubicBezTo>
                    <a:pt x="42504" y="477"/>
                    <a:pt x="42520" y="459"/>
                    <a:pt x="42520" y="436"/>
                  </a:cubicBezTo>
                  <a:lnTo>
                    <a:pt x="42520" y="42"/>
                  </a:lnTo>
                  <a:cubicBezTo>
                    <a:pt x="42520" y="16"/>
                    <a:pt x="42504" y="0"/>
                    <a:pt x="4248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5" name="Google Shape;1515;p24"/>
            <p:cNvSpPr/>
            <p:nvPr/>
          </p:nvSpPr>
          <p:spPr>
            <a:xfrm>
              <a:off x="2090222" y="3388977"/>
              <a:ext cx="253715" cy="230362"/>
            </a:xfrm>
            <a:custGeom>
              <a:avLst/>
              <a:gdLst/>
              <a:ahLst/>
              <a:cxnLst/>
              <a:rect l="l" t="t" r="r" b="b"/>
              <a:pathLst>
                <a:path w="6587" h="7936" extrusionOk="0">
                  <a:moveTo>
                    <a:pt x="1" y="1"/>
                  </a:moveTo>
                  <a:lnTo>
                    <a:pt x="1" y="7935"/>
                  </a:lnTo>
                  <a:lnTo>
                    <a:pt x="3289" y="7352"/>
                  </a:lnTo>
                  <a:lnTo>
                    <a:pt x="6586" y="7935"/>
                  </a:lnTo>
                  <a:lnTo>
                    <a:pt x="658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16" name="Google Shape;1516;p24"/>
          <p:cNvGrpSpPr/>
          <p:nvPr/>
        </p:nvGrpSpPr>
        <p:grpSpPr>
          <a:xfrm>
            <a:off x="35138" y="4448750"/>
            <a:ext cx="2243384" cy="284528"/>
            <a:chOff x="1804210" y="3939577"/>
            <a:chExt cx="2243384" cy="270979"/>
          </a:xfrm>
        </p:grpSpPr>
        <p:sp>
          <p:nvSpPr>
            <p:cNvPr id="1517" name="Google Shape;1517;p24"/>
            <p:cNvSpPr/>
            <p:nvPr/>
          </p:nvSpPr>
          <p:spPr>
            <a:xfrm>
              <a:off x="1804210" y="3939577"/>
              <a:ext cx="2243384" cy="48099"/>
            </a:xfrm>
            <a:custGeom>
              <a:avLst/>
              <a:gdLst/>
              <a:ahLst/>
              <a:cxnLst/>
              <a:rect l="l" t="t" r="r" b="b"/>
              <a:pathLst>
                <a:path w="54077" h="1657" extrusionOk="0">
                  <a:moveTo>
                    <a:pt x="270" y="0"/>
                  </a:moveTo>
                  <a:cubicBezTo>
                    <a:pt x="123" y="0"/>
                    <a:pt x="0" y="115"/>
                    <a:pt x="0" y="262"/>
                  </a:cubicBezTo>
                  <a:lnTo>
                    <a:pt x="0" y="1386"/>
                  </a:lnTo>
                  <a:cubicBezTo>
                    <a:pt x="0" y="1534"/>
                    <a:pt x="123" y="1656"/>
                    <a:pt x="270" y="1656"/>
                  </a:cubicBezTo>
                  <a:lnTo>
                    <a:pt x="53815" y="1656"/>
                  </a:lnTo>
                  <a:cubicBezTo>
                    <a:pt x="53954" y="1656"/>
                    <a:pt x="54076" y="1534"/>
                    <a:pt x="54076" y="1386"/>
                  </a:cubicBezTo>
                  <a:lnTo>
                    <a:pt x="54076" y="262"/>
                  </a:lnTo>
                  <a:cubicBezTo>
                    <a:pt x="54076" y="115"/>
                    <a:pt x="53954" y="0"/>
                    <a:pt x="5381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8" name="Google Shape;1518;p24"/>
            <p:cNvSpPr/>
            <p:nvPr/>
          </p:nvSpPr>
          <p:spPr>
            <a:xfrm>
              <a:off x="1804210" y="4162457"/>
              <a:ext cx="2243384" cy="48099"/>
            </a:xfrm>
            <a:custGeom>
              <a:avLst/>
              <a:gdLst/>
              <a:ahLst/>
              <a:cxnLst/>
              <a:rect l="l" t="t" r="r" b="b"/>
              <a:pathLst>
                <a:path w="54077" h="1657" extrusionOk="0">
                  <a:moveTo>
                    <a:pt x="270" y="1"/>
                  </a:moveTo>
                  <a:cubicBezTo>
                    <a:pt x="123" y="1"/>
                    <a:pt x="0" y="123"/>
                    <a:pt x="0" y="263"/>
                  </a:cubicBezTo>
                  <a:lnTo>
                    <a:pt x="0" y="1395"/>
                  </a:lnTo>
                  <a:cubicBezTo>
                    <a:pt x="0" y="1542"/>
                    <a:pt x="123" y="1657"/>
                    <a:pt x="270" y="1657"/>
                  </a:cubicBezTo>
                  <a:lnTo>
                    <a:pt x="53815" y="1657"/>
                  </a:lnTo>
                  <a:cubicBezTo>
                    <a:pt x="53954" y="1657"/>
                    <a:pt x="54076" y="1542"/>
                    <a:pt x="54076" y="1395"/>
                  </a:cubicBezTo>
                  <a:lnTo>
                    <a:pt x="54076" y="263"/>
                  </a:lnTo>
                  <a:cubicBezTo>
                    <a:pt x="54076" y="123"/>
                    <a:pt x="53954" y="1"/>
                    <a:pt x="5381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9" name="Google Shape;1519;p24"/>
            <p:cNvSpPr/>
            <p:nvPr/>
          </p:nvSpPr>
          <p:spPr>
            <a:xfrm>
              <a:off x="1804210" y="3972205"/>
              <a:ext cx="2243384" cy="15472"/>
            </a:xfrm>
            <a:custGeom>
              <a:avLst/>
              <a:gdLst/>
              <a:ahLst/>
              <a:cxnLst/>
              <a:rect l="l" t="t" r="r" b="b"/>
              <a:pathLst>
                <a:path w="54077" h="533" extrusionOk="0">
                  <a:moveTo>
                    <a:pt x="270" y="1"/>
                  </a:moveTo>
                  <a:cubicBezTo>
                    <a:pt x="123" y="1"/>
                    <a:pt x="0" y="115"/>
                    <a:pt x="0" y="262"/>
                  </a:cubicBezTo>
                  <a:cubicBezTo>
                    <a:pt x="0" y="410"/>
                    <a:pt x="123" y="532"/>
                    <a:pt x="270" y="532"/>
                  </a:cubicBezTo>
                  <a:lnTo>
                    <a:pt x="53815" y="532"/>
                  </a:lnTo>
                  <a:cubicBezTo>
                    <a:pt x="53954" y="532"/>
                    <a:pt x="54076" y="410"/>
                    <a:pt x="54076" y="262"/>
                  </a:cubicBezTo>
                  <a:cubicBezTo>
                    <a:pt x="54076" y="115"/>
                    <a:pt x="53954" y="1"/>
                    <a:pt x="5381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0" name="Google Shape;1520;p24"/>
            <p:cNvSpPr/>
            <p:nvPr/>
          </p:nvSpPr>
          <p:spPr>
            <a:xfrm>
              <a:off x="1804210" y="4162457"/>
              <a:ext cx="2243384" cy="15530"/>
            </a:xfrm>
            <a:custGeom>
              <a:avLst/>
              <a:gdLst/>
              <a:ahLst/>
              <a:cxnLst/>
              <a:rect l="l" t="t" r="r" b="b"/>
              <a:pathLst>
                <a:path w="54077" h="535" extrusionOk="0">
                  <a:moveTo>
                    <a:pt x="270" y="1"/>
                  </a:moveTo>
                  <a:cubicBezTo>
                    <a:pt x="123" y="1"/>
                    <a:pt x="0" y="123"/>
                    <a:pt x="0" y="263"/>
                  </a:cubicBezTo>
                  <a:cubicBezTo>
                    <a:pt x="0" y="410"/>
                    <a:pt x="123" y="534"/>
                    <a:pt x="270" y="534"/>
                  </a:cubicBezTo>
                  <a:lnTo>
                    <a:pt x="53815" y="534"/>
                  </a:lnTo>
                  <a:cubicBezTo>
                    <a:pt x="53954" y="534"/>
                    <a:pt x="54076" y="410"/>
                    <a:pt x="54076" y="263"/>
                  </a:cubicBezTo>
                  <a:cubicBezTo>
                    <a:pt x="54076" y="123"/>
                    <a:pt x="53954" y="1"/>
                    <a:pt x="5381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1" name="Google Shape;1521;p24"/>
            <p:cNvSpPr/>
            <p:nvPr/>
          </p:nvSpPr>
          <p:spPr>
            <a:xfrm>
              <a:off x="1842998" y="3987648"/>
              <a:ext cx="2165807" cy="174833"/>
            </a:xfrm>
            <a:custGeom>
              <a:avLst/>
              <a:gdLst/>
              <a:ahLst/>
              <a:cxnLst/>
              <a:rect l="l" t="t" r="r" b="b"/>
              <a:pathLst>
                <a:path w="52207" h="6023" extrusionOk="0">
                  <a:moveTo>
                    <a:pt x="1" y="0"/>
                  </a:moveTo>
                  <a:lnTo>
                    <a:pt x="1" y="6023"/>
                  </a:lnTo>
                  <a:lnTo>
                    <a:pt x="52206" y="6023"/>
                  </a:lnTo>
                  <a:lnTo>
                    <a:pt x="5220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2" name="Google Shape;1522;p24"/>
            <p:cNvSpPr/>
            <p:nvPr/>
          </p:nvSpPr>
          <p:spPr>
            <a:xfrm>
              <a:off x="1842998" y="4015516"/>
              <a:ext cx="2165807" cy="18607"/>
            </a:xfrm>
            <a:custGeom>
              <a:avLst/>
              <a:gdLst/>
              <a:ahLst/>
              <a:cxnLst/>
              <a:rect l="l" t="t" r="r" b="b"/>
              <a:pathLst>
                <a:path w="52207" h="641" extrusionOk="0">
                  <a:moveTo>
                    <a:pt x="1" y="1"/>
                  </a:moveTo>
                  <a:lnTo>
                    <a:pt x="1" y="641"/>
                  </a:lnTo>
                  <a:lnTo>
                    <a:pt x="52206" y="641"/>
                  </a:lnTo>
                  <a:lnTo>
                    <a:pt x="52206"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3" name="Google Shape;1523;p24"/>
            <p:cNvSpPr/>
            <p:nvPr/>
          </p:nvSpPr>
          <p:spPr>
            <a:xfrm>
              <a:off x="1842998" y="4065764"/>
              <a:ext cx="2165807" cy="18607"/>
            </a:xfrm>
            <a:custGeom>
              <a:avLst/>
              <a:gdLst/>
              <a:ahLst/>
              <a:cxnLst/>
              <a:rect l="l" t="t" r="r" b="b"/>
              <a:pathLst>
                <a:path w="52207" h="641" extrusionOk="0">
                  <a:moveTo>
                    <a:pt x="1" y="1"/>
                  </a:moveTo>
                  <a:lnTo>
                    <a:pt x="1" y="640"/>
                  </a:lnTo>
                  <a:lnTo>
                    <a:pt x="52206" y="640"/>
                  </a:lnTo>
                  <a:lnTo>
                    <a:pt x="52206"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4" name="Google Shape;1524;p24"/>
            <p:cNvSpPr/>
            <p:nvPr/>
          </p:nvSpPr>
          <p:spPr>
            <a:xfrm>
              <a:off x="1842998" y="4116012"/>
              <a:ext cx="2165807" cy="18607"/>
            </a:xfrm>
            <a:custGeom>
              <a:avLst/>
              <a:gdLst/>
              <a:ahLst/>
              <a:cxnLst/>
              <a:rect l="l" t="t" r="r" b="b"/>
              <a:pathLst>
                <a:path w="52207" h="641" extrusionOk="0">
                  <a:moveTo>
                    <a:pt x="1" y="0"/>
                  </a:moveTo>
                  <a:lnTo>
                    <a:pt x="1" y="640"/>
                  </a:lnTo>
                  <a:lnTo>
                    <a:pt x="52206" y="640"/>
                  </a:lnTo>
                  <a:lnTo>
                    <a:pt x="5220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25" name="Google Shape;1525;p24"/>
          <p:cNvGrpSpPr/>
          <p:nvPr/>
        </p:nvGrpSpPr>
        <p:grpSpPr>
          <a:xfrm>
            <a:off x="0" y="4229760"/>
            <a:ext cx="2521168" cy="225912"/>
            <a:chOff x="1319802" y="3731212"/>
            <a:chExt cx="2521168" cy="215154"/>
          </a:xfrm>
        </p:grpSpPr>
        <p:sp>
          <p:nvSpPr>
            <p:cNvPr id="1526" name="Google Shape;1526;p24"/>
            <p:cNvSpPr/>
            <p:nvPr/>
          </p:nvSpPr>
          <p:spPr>
            <a:xfrm>
              <a:off x="1319802" y="3737978"/>
              <a:ext cx="2521168" cy="208388"/>
            </a:xfrm>
            <a:custGeom>
              <a:avLst/>
              <a:gdLst/>
              <a:ahLst/>
              <a:cxnLst/>
              <a:rect l="l" t="t" r="r" b="b"/>
              <a:pathLst>
                <a:path w="60773" h="7179" extrusionOk="0">
                  <a:moveTo>
                    <a:pt x="1" y="0"/>
                  </a:moveTo>
                  <a:lnTo>
                    <a:pt x="1" y="7178"/>
                  </a:lnTo>
                  <a:lnTo>
                    <a:pt x="60773" y="7178"/>
                  </a:lnTo>
                  <a:lnTo>
                    <a:pt x="6077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7" name="Google Shape;1527;p24"/>
            <p:cNvSpPr/>
            <p:nvPr/>
          </p:nvSpPr>
          <p:spPr>
            <a:xfrm>
              <a:off x="1333851" y="3731212"/>
              <a:ext cx="176685" cy="208388"/>
            </a:xfrm>
            <a:custGeom>
              <a:avLst/>
              <a:gdLst/>
              <a:ahLst/>
              <a:cxnLst/>
              <a:rect l="l" t="t" r="r" b="b"/>
              <a:pathLst>
                <a:path w="4259" h="7179" extrusionOk="0">
                  <a:moveTo>
                    <a:pt x="0" y="0"/>
                  </a:moveTo>
                  <a:lnTo>
                    <a:pt x="0" y="7178"/>
                  </a:lnTo>
                  <a:lnTo>
                    <a:pt x="4259" y="7178"/>
                  </a:lnTo>
                  <a:lnTo>
                    <a:pt x="4259"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8" name="Google Shape;1528;p24"/>
            <p:cNvSpPr/>
            <p:nvPr/>
          </p:nvSpPr>
          <p:spPr>
            <a:xfrm>
              <a:off x="1367579" y="3731212"/>
              <a:ext cx="36465" cy="207401"/>
            </a:xfrm>
            <a:custGeom>
              <a:avLst/>
              <a:gdLst/>
              <a:ahLst/>
              <a:cxnLst/>
              <a:rect l="l" t="t" r="r" b="b"/>
              <a:pathLst>
                <a:path w="879" h="7145" extrusionOk="0">
                  <a:moveTo>
                    <a:pt x="0" y="0"/>
                  </a:moveTo>
                  <a:lnTo>
                    <a:pt x="0" y="7145"/>
                  </a:lnTo>
                  <a:lnTo>
                    <a:pt x="878" y="7145"/>
                  </a:lnTo>
                  <a:lnTo>
                    <a:pt x="87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9" name="Google Shape;1529;p24"/>
            <p:cNvSpPr/>
            <p:nvPr/>
          </p:nvSpPr>
          <p:spPr>
            <a:xfrm>
              <a:off x="1690499" y="3731212"/>
              <a:ext cx="36465" cy="207401"/>
            </a:xfrm>
            <a:custGeom>
              <a:avLst/>
              <a:gdLst/>
              <a:ahLst/>
              <a:cxnLst/>
              <a:rect l="l" t="t" r="r" b="b"/>
              <a:pathLst>
                <a:path w="879" h="7145" extrusionOk="0">
                  <a:moveTo>
                    <a:pt x="1" y="0"/>
                  </a:moveTo>
                  <a:lnTo>
                    <a:pt x="1" y="7145"/>
                  </a:lnTo>
                  <a:lnTo>
                    <a:pt x="879" y="7145"/>
                  </a:lnTo>
                  <a:lnTo>
                    <a:pt x="879"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0" name="Google Shape;1530;p24"/>
            <p:cNvSpPr/>
            <p:nvPr/>
          </p:nvSpPr>
          <p:spPr>
            <a:xfrm>
              <a:off x="2013793" y="3731212"/>
              <a:ext cx="36133" cy="207401"/>
            </a:xfrm>
            <a:custGeom>
              <a:avLst/>
              <a:gdLst/>
              <a:ahLst/>
              <a:cxnLst/>
              <a:rect l="l" t="t" r="r" b="b"/>
              <a:pathLst>
                <a:path w="871" h="7145" extrusionOk="0">
                  <a:moveTo>
                    <a:pt x="1" y="0"/>
                  </a:moveTo>
                  <a:lnTo>
                    <a:pt x="1" y="7145"/>
                  </a:lnTo>
                  <a:lnTo>
                    <a:pt x="871" y="7145"/>
                  </a:lnTo>
                  <a:lnTo>
                    <a:pt x="871"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1" name="Google Shape;1531;p24"/>
            <p:cNvSpPr/>
            <p:nvPr/>
          </p:nvSpPr>
          <p:spPr>
            <a:xfrm>
              <a:off x="1547251" y="3749500"/>
              <a:ext cx="73263" cy="44151"/>
            </a:xfrm>
            <a:custGeom>
              <a:avLst/>
              <a:gdLst/>
              <a:ahLst/>
              <a:cxnLst/>
              <a:rect l="l" t="t" r="r" b="b"/>
              <a:pathLst>
                <a:path w="1766" h="1521" extrusionOk="0">
                  <a:moveTo>
                    <a:pt x="887" y="0"/>
                  </a:moveTo>
                  <a:cubicBezTo>
                    <a:pt x="820" y="0"/>
                    <a:pt x="754" y="11"/>
                    <a:pt x="690" y="34"/>
                  </a:cubicBezTo>
                  <a:cubicBezTo>
                    <a:pt x="566" y="83"/>
                    <a:pt x="451" y="150"/>
                    <a:pt x="353" y="240"/>
                  </a:cubicBezTo>
                  <a:cubicBezTo>
                    <a:pt x="132" y="437"/>
                    <a:pt x="1" y="732"/>
                    <a:pt x="99" y="1044"/>
                  </a:cubicBezTo>
                  <a:cubicBezTo>
                    <a:pt x="197" y="1347"/>
                    <a:pt x="501" y="1471"/>
                    <a:pt x="788" y="1510"/>
                  </a:cubicBezTo>
                  <a:cubicBezTo>
                    <a:pt x="830" y="1517"/>
                    <a:pt x="871" y="1521"/>
                    <a:pt x="913" y="1521"/>
                  </a:cubicBezTo>
                  <a:cubicBezTo>
                    <a:pt x="1349" y="1521"/>
                    <a:pt x="1766" y="1140"/>
                    <a:pt x="1698" y="683"/>
                  </a:cubicBezTo>
                  <a:cubicBezTo>
                    <a:pt x="1643" y="321"/>
                    <a:pt x="1257" y="0"/>
                    <a:pt x="88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2" name="Google Shape;1532;p24"/>
            <p:cNvSpPr/>
            <p:nvPr/>
          </p:nvSpPr>
          <p:spPr>
            <a:xfrm>
              <a:off x="1547251" y="3812811"/>
              <a:ext cx="73304" cy="44151"/>
            </a:xfrm>
            <a:custGeom>
              <a:avLst/>
              <a:gdLst/>
              <a:ahLst/>
              <a:cxnLst/>
              <a:rect l="l" t="t" r="r" b="b"/>
              <a:pathLst>
                <a:path w="1767" h="1521" extrusionOk="0">
                  <a:moveTo>
                    <a:pt x="893" y="0"/>
                  </a:moveTo>
                  <a:cubicBezTo>
                    <a:pt x="824" y="0"/>
                    <a:pt x="755" y="11"/>
                    <a:pt x="690" y="36"/>
                  </a:cubicBezTo>
                  <a:cubicBezTo>
                    <a:pt x="566" y="77"/>
                    <a:pt x="451" y="150"/>
                    <a:pt x="353" y="233"/>
                  </a:cubicBezTo>
                  <a:cubicBezTo>
                    <a:pt x="132" y="430"/>
                    <a:pt x="1" y="733"/>
                    <a:pt x="99" y="1044"/>
                  </a:cubicBezTo>
                  <a:cubicBezTo>
                    <a:pt x="197" y="1339"/>
                    <a:pt x="501" y="1463"/>
                    <a:pt x="788" y="1513"/>
                  </a:cubicBezTo>
                  <a:cubicBezTo>
                    <a:pt x="825" y="1518"/>
                    <a:pt x="863" y="1521"/>
                    <a:pt x="900" y="1521"/>
                  </a:cubicBezTo>
                  <a:cubicBezTo>
                    <a:pt x="1340" y="1521"/>
                    <a:pt x="1767" y="1137"/>
                    <a:pt x="1698" y="676"/>
                  </a:cubicBezTo>
                  <a:cubicBezTo>
                    <a:pt x="1643" y="323"/>
                    <a:pt x="1261" y="0"/>
                    <a:pt x="8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3" name="Google Shape;1533;p24"/>
            <p:cNvSpPr/>
            <p:nvPr/>
          </p:nvSpPr>
          <p:spPr>
            <a:xfrm>
              <a:off x="1547251" y="3875976"/>
              <a:ext cx="73304" cy="44093"/>
            </a:xfrm>
            <a:custGeom>
              <a:avLst/>
              <a:gdLst/>
              <a:ahLst/>
              <a:cxnLst/>
              <a:rect l="l" t="t" r="r" b="b"/>
              <a:pathLst>
                <a:path w="1767" h="1519" extrusionOk="0">
                  <a:moveTo>
                    <a:pt x="888" y="0"/>
                  </a:moveTo>
                  <a:cubicBezTo>
                    <a:pt x="821" y="0"/>
                    <a:pt x="754" y="11"/>
                    <a:pt x="690" y="34"/>
                  </a:cubicBezTo>
                  <a:cubicBezTo>
                    <a:pt x="566" y="83"/>
                    <a:pt x="451" y="148"/>
                    <a:pt x="353" y="230"/>
                  </a:cubicBezTo>
                  <a:cubicBezTo>
                    <a:pt x="132" y="435"/>
                    <a:pt x="1" y="731"/>
                    <a:pt x="99" y="1042"/>
                  </a:cubicBezTo>
                  <a:cubicBezTo>
                    <a:pt x="197" y="1337"/>
                    <a:pt x="501" y="1469"/>
                    <a:pt x="788" y="1510"/>
                  </a:cubicBezTo>
                  <a:cubicBezTo>
                    <a:pt x="826" y="1516"/>
                    <a:pt x="864" y="1519"/>
                    <a:pt x="902" y="1519"/>
                  </a:cubicBezTo>
                  <a:cubicBezTo>
                    <a:pt x="1341" y="1519"/>
                    <a:pt x="1767" y="1141"/>
                    <a:pt x="1698" y="673"/>
                  </a:cubicBezTo>
                  <a:cubicBezTo>
                    <a:pt x="1643" y="319"/>
                    <a:pt x="1258" y="0"/>
                    <a:pt x="88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4" name="Google Shape;1534;p24"/>
            <p:cNvSpPr/>
            <p:nvPr/>
          </p:nvSpPr>
          <p:spPr>
            <a:xfrm>
              <a:off x="3638185" y="3749500"/>
              <a:ext cx="73304" cy="44151"/>
            </a:xfrm>
            <a:custGeom>
              <a:avLst/>
              <a:gdLst/>
              <a:ahLst/>
              <a:cxnLst/>
              <a:rect l="l" t="t" r="r" b="b"/>
              <a:pathLst>
                <a:path w="1767" h="1521" extrusionOk="0">
                  <a:moveTo>
                    <a:pt x="895" y="0"/>
                  </a:moveTo>
                  <a:cubicBezTo>
                    <a:pt x="828" y="0"/>
                    <a:pt x="762" y="11"/>
                    <a:pt x="698" y="34"/>
                  </a:cubicBezTo>
                  <a:cubicBezTo>
                    <a:pt x="575" y="83"/>
                    <a:pt x="459" y="150"/>
                    <a:pt x="361" y="240"/>
                  </a:cubicBezTo>
                  <a:cubicBezTo>
                    <a:pt x="133" y="437"/>
                    <a:pt x="1" y="732"/>
                    <a:pt x="107" y="1044"/>
                  </a:cubicBezTo>
                  <a:cubicBezTo>
                    <a:pt x="197" y="1347"/>
                    <a:pt x="501" y="1471"/>
                    <a:pt x="796" y="1510"/>
                  </a:cubicBezTo>
                  <a:cubicBezTo>
                    <a:pt x="837" y="1517"/>
                    <a:pt x="878" y="1521"/>
                    <a:pt x="919" y="1521"/>
                  </a:cubicBezTo>
                  <a:cubicBezTo>
                    <a:pt x="1349" y="1521"/>
                    <a:pt x="1766" y="1140"/>
                    <a:pt x="1698" y="683"/>
                  </a:cubicBezTo>
                  <a:cubicBezTo>
                    <a:pt x="1643" y="321"/>
                    <a:pt x="1264" y="0"/>
                    <a:pt x="89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5" name="Google Shape;1535;p24"/>
            <p:cNvSpPr/>
            <p:nvPr/>
          </p:nvSpPr>
          <p:spPr>
            <a:xfrm>
              <a:off x="3638185" y="3812811"/>
              <a:ext cx="73304" cy="44151"/>
            </a:xfrm>
            <a:custGeom>
              <a:avLst/>
              <a:gdLst/>
              <a:ahLst/>
              <a:cxnLst/>
              <a:rect l="l" t="t" r="r" b="b"/>
              <a:pathLst>
                <a:path w="1767" h="1521" extrusionOk="0">
                  <a:moveTo>
                    <a:pt x="901" y="0"/>
                  </a:moveTo>
                  <a:cubicBezTo>
                    <a:pt x="832" y="0"/>
                    <a:pt x="764" y="11"/>
                    <a:pt x="698" y="36"/>
                  </a:cubicBezTo>
                  <a:cubicBezTo>
                    <a:pt x="575" y="77"/>
                    <a:pt x="459" y="150"/>
                    <a:pt x="361" y="233"/>
                  </a:cubicBezTo>
                  <a:cubicBezTo>
                    <a:pt x="133" y="430"/>
                    <a:pt x="1" y="733"/>
                    <a:pt x="107" y="1044"/>
                  </a:cubicBezTo>
                  <a:cubicBezTo>
                    <a:pt x="197" y="1339"/>
                    <a:pt x="501" y="1463"/>
                    <a:pt x="796" y="1513"/>
                  </a:cubicBezTo>
                  <a:cubicBezTo>
                    <a:pt x="833" y="1518"/>
                    <a:pt x="869" y="1521"/>
                    <a:pt x="906" y="1521"/>
                  </a:cubicBezTo>
                  <a:cubicBezTo>
                    <a:pt x="1340" y="1521"/>
                    <a:pt x="1767" y="1137"/>
                    <a:pt x="1698" y="676"/>
                  </a:cubicBezTo>
                  <a:cubicBezTo>
                    <a:pt x="1643" y="323"/>
                    <a:pt x="1268" y="0"/>
                    <a:pt x="90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6" name="Google Shape;1536;p24"/>
            <p:cNvSpPr/>
            <p:nvPr/>
          </p:nvSpPr>
          <p:spPr>
            <a:xfrm>
              <a:off x="3638185" y="3875976"/>
              <a:ext cx="73304" cy="44093"/>
            </a:xfrm>
            <a:custGeom>
              <a:avLst/>
              <a:gdLst/>
              <a:ahLst/>
              <a:cxnLst/>
              <a:rect l="l" t="t" r="r" b="b"/>
              <a:pathLst>
                <a:path w="1767" h="1519" extrusionOk="0">
                  <a:moveTo>
                    <a:pt x="896" y="0"/>
                  </a:moveTo>
                  <a:cubicBezTo>
                    <a:pt x="829" y="0"/>
                    <a:pt x="762" y="11"/>
                    <a:pt x="698" y="34"/>
                  </a:cubicBezTo>
                  <a:cubicBezTo>
                    <a:pt x="575" y="83"/>
                    <a:pt x="459" y="148"/>
                    <a:pt x="361" y="230"/>
                  </a:cubicBezTo>
                  <a:cubicBezTo>
                    <a:pt x="133" y="435"/>
                    <a:pt x="1" y="731"/>
                    <a:pt x="107" y="1042"/>
                  </a:cubicBezTo>
                  <a:cubicBezTo>
                    <a:pt x="197" y="1337"/>
                    <a:pt x="501" y="1469"/>
                    <a:pt x="796" y="1510"/>
                  </a:cubicBezTo>
                  <a:cubicBezTo>
                    <a:pt x="833" y="1516"/>
                    <a:pt x="870" y="1519"/>
                    <a:pt x="908" y="1519"/>
                  </a:cubicBezTo>
                  <a:cubicBezTo>
                    <a:pt x="1341" y="1519"/>
                    <a:pt x="1767" y="1141"/>
                    <a:pt x="1698" y="673"/>
                  </a:cubicBezTo>
                  <a:cubicBezTo>
                    <a:pt x="1643" y="319"/>
                    <a:pt x="1265" y="0"/>
                    <a:pt x="89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7" name="Google Shape;1537;p24"/>
            <p:cNvSpPr/>
            <p:nvPr/>
          </p:nvSpPr>
          <p:spPr>
            <a:xfrm>
              <a:off x="2207284" y="3777952"/>
              <a:ext cx="1476327" cy="127199"/>
            </a:xfrm>
            <a:custGeom>
              <a:avLst/>
              <a:gdLst/>
              <a:ahLst/>
              <a:cxnLst/>
              <a:rect l="l" t="t" r="r" b="b"/>
              <a:pathLst>
                <a:path w="35587" h="4382" extrusionOk="0">
                  <a:moveTo>
                    <a:pt x="254" y="1"/>
                  </a:moveTo>
                  <a:cubicBezTo>
                    <a:pt x="254" y="141"/>
                    <a:pt x="140" y="255"/>
                    <a:pt x="0" y="255"/>
                  </a:cubicBezTo>
                  <a:lnTo>
                    <a:pt x="0" y="4136"/>
                  </a:lnTo>
                  <a:cubicBezTo>
                    <a:pt x="140" y="4136"/>
                    <a:pt x="254" y="4242"/>
                    <a:pt x="254" y="4382"/>
                  </a:cubicBezTo>
                  <a:lnTo>
                    <a:pt x="35333" y="4382"/>
                  </a:lnTo>
                  <a:cubicBezTo>
                    <a:pt x="35333" y="4242"/>
                    <a:pt x="35447" y="4136"/>
                    <a:pt x="35587" y="4136"/>
                  </a:cubicBezTo>
                  <a:lnTo>
                    <a:pt x="35587" y="255"/>
                  </a:lnTo>
                  <a:cubicBezTo>
                    <a:pt x="35447" y="255"/>
                    <a:pt x="35333" y="141"/>
                    <a:pt x="3533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38" name="Google Shape;1538;p24"/>
          <p:cNvGrpSpPr/>
          <p:nvPr/>
        </p:nvGrpSpPr>
        <p:grpSpPr>
          <a:xfrm>
            <a:off x="44951" y="4838499"/>
            <a:ext cx="1991306" cy="284581"/>
            <a:chOff x="1592843" y="4337469"/>
            <a:chExt cx="2243472" cy="271030"/>
          </a:xfrm>
        </p:grpSpPr>
        <p:sp>
          <p:nvSpPr>
            <p:cNvPr id="1539" name="Google Shape;1539;p24"/>
            <p:cNvSpPr/>
            <p:nvPr/>
          </p:nvSpPr>
          <p:spPr>
            <a:xfrm>
              <a:off x="2923521" y="4337469"/>
              <a:ext cx="912794" cy="271030"/>
            </a:xfrm>
            <a:custGeom>
              <a:avLst/>
              <a:gdLst/>
              <a:ahLst/>
              <a:cxnLst/>
              <a:rect l="l" t="t" r="r" b="b"/>
              <a:pathLst>
                <a:path w="22003" h="9337" extrusionOk="0">
                  <a:moveTo>
                    <a:pt x="0" y="0"/>
                  </a:moveTo>
                  <a:cubicBezTo>
                    <a:pt x="1288" y="0"/>
                    <a:pt x="2461" y="526"/>
                    <a:pt x="3306" y="1363"/>
                  </a:cubicBezTo>
                  <a:cubicBezTo>
                    <a:pt x="4143" y="2207"/>
                    <a:pt x="4668" y="3381"/>
                    <a:pt x="4668" y="4668"/>
                  </a:cubicBezTo>
                  <a:cubicBezTo>
                    <a:pt x="4668" y="7244"/>
                    <a:pt x="2576" y="9337"/>
                    <a:pt x="0" y="9337"/>
                  </a:cubicBezTo>
                  <a:lnTo>
                    <a:pt x="17334" y="9337"/>
                  </a:lnTo>
                  <a:cubicBezTo>
                    <a:pt x="19909" y="9337"/>
                    <a:pt x="22002" y="7244"/>
                    <a:pt x="22002" y="4668"/>
                  </a:cubicBezTo>
                  <a:cubicBezTo>
                    <a:pt x="22002" y="3381"/>
                    <a:pt x="21476" y="2207"/>
                    <a:pt x="20632" y="1363"/>
                  </a:cubicBezTo>
                  <a:cubicBezTo>
                    <a:pt x="19787" y="526"/>
                    <a:pt x="18622" y="0"/>
                    <a:pt x="1733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0" name="Google Shape;1540;p24"/>
            <p:cNvSpPr/>
            <p:nvPr/>
          </p:nvSpPr>
          <p:spPr>
            <a:xfrm>
              <a:off x="1592843" y="4337469"/>
              <a:ext cx="1525362" cy="271030"/>
            </a:xfrm>
            <a:custGeom>
              <a:avLst/>
              <a:gdLst/>
              <a:ahLst/>
              <a:cxnLst/>
              <a:rect l="l" t="t" r="r" b="b"/>
              <a:pathLst>
                <a:path w="36769" h="9337" extrusionOk="0">
                  <a:moveTo>
                    <a:pt x="451" y="0"/>
                  </a:moveTo>
                  <a:cubicBezTo>
                    <a:pt x="205" y="0"/>
                    <a:pt x="0" y="197"/>
                    <a:pt x="0" y="451"/>
                  </a:cubicBezTo>
                  <a:cubicBezTo>
                    <a:pt x="0" y="697"/>
                    <a:pt x="205" y="904"/>
                    <a:pt x="451" y="904"/>
                  </a:cubicBezTo>
                  <a:lnTo>
                    <a:pt x="31625" y="904"/>
                  </a:lnTo>
                  <a:cubicBezTo>
                    <a:pt x="33651" y="904"/>
                    <a:pt x="35291" y="2544"/>
                    <a:pt x="35291" y="4570"/>
                  </a:cubicBezTo>
                  <a:cubicBezTo>
                    <a:pt x="35291" y="6596"/>
                    <a:pt x="33651" y="8238"/>
                    <a:pt x="31625" y="8238"/>
                  </a:cubicBezTo>
                  <a:lnTo>
                    <a:pt x="451" y="8238"/>
                  </a:lnTo>
                  <a:cubicBezTo>
                    <a:pt x="205" y="8238"/>
                    <a:pt x="0" y="8443"/>
                    <a:pt x="0" y="8689"/>
                  </a:cubicBezTo>
                  <a:lnTo>
                    <a:pt x="0" y="8886"/>
                  </a:lnTo>
                  <a:cubicBezTo>
                    <a:pt x="0" y="9140"/>
                    <a:pt x="205" y="9337"/>
                    <a:pt x="451" y="9337"/>
                  </a:cubicBezTo>
                  <a:lnTo>
                    <a:pt x="31970" y="9337"/>
                  </a:lnTo>
                  <a:cubicBezTo>
                    <a:pt x="34537" y="9337"/>
                    <a:pt x="36703" y="7311"/>
                    <a:pt x="36744" y="4743"/>
                  </a:cubicBezTo>
                  <a:cubicBezTo>
                    <a:pt x="36768" y="3422"/>
                    <a:pt x="36235" y="2223"/>
                    <a:pt x="35382" y="1363"/>
                  </a:cubicBezTo>
                  <a:cubicBezTo>
                    <a:pt x="34537" y="526"/>
                    <a:pt x="33364" y="0"/>
                    <a:pt x="320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1" name="Google Shape;1541;p24"/>
            <p:cNvSpPr/>
            <p:nvPr/>
          </p:nvSpPr>
          <p:spPr>
            <a:xfrm>
              <a:off x="1649014" y="4363711"/>
              <a:ext cx="1407918" cy="212888"/>
            </a:xfrm>
            <a:custGeom>
              <a:avLst/>
              <a:gdLst/>
              <a:ahLst/>
              <a:cxnLst/>
              <a:rect l="l" t="t" r="r" b="b"/>
              <a:pathLst>
                <a:path w="33938" h="7334" extrusionOk="0">
                  <a:moveTo>
                    <a:pt x="1" y="0"/>
                  </a:moveTo>
                  <a:lnTo>
                    <a:pt x="1" y="7334"/>
                  </a:lnTo>
                  <a:lnTo>
                    <a:pt x="30271" y="7334"/>
                  </a:lnTo>
                  <a:cubicBezTo>
                    <a:pt x="32297" y="7334"/>
                    <a:pt x="33937" y="5692"/>
                    <a:pt x="33937" y="3666"/>
                  </a:cubicBezTo>
                  <a:cubicBezTo>
                    <a:pt x="33937" y="1640"/>
                    <a:pt x="32297" y="0"/>
                    <a:pt x="3027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2" name="Google Shape;1542;p24"/>
            <p:cNvSpPr/>
            <p:nvPr/>
          </p:nvSpPr>
          <p:spPr>
            <a:xfrm>
              <a:off x="3212796" y="4413930"/>
              <a:ext cx="496244" cy="112685"/>
            </a:xfrm>
            <a:custGeom>
              <a:avLst/>
              <a:gdLst/>
              <a:ahLst/>
              <a:cxnLst/>
              <a:rect l="l" t="t" r="r" b="b"/>
              <a:pathLst>
                <a:path w="11962" h="3882" extrusionOk="0">
                  <a:moveTo>
                    <a:pt x="296" y="1"/>
                  </a:moveTo>
                  <a:cubicBezTo>
                    <a:pt x="296" y="164"/>
                    <a:pt x="164" y="296"/>
                    <a:pt x="1" y="296"/>
                  </a:cubicBezTo>
                  <a:lnTo>
                    <a:pt x="1" y="3576"/>
                  </a:lnTo>
                  <a:cubicBezTo>
                    <a:pt x="164" y="3576"/>
                    <a:pt x="296" y="3716"/>
                    <a:pt x="296" y="3881"/>
                  </a:cubicBezTo>
                  <a:lnTo>
                    <a:pt x="11666" y="3881"/>
                  </a:lnTo>
                  <a:cubicBezTo>
                    <a:pt x="11666" y="3716"/>
                    <a:pt x="11796" y="3576"/>
                    <a:pt x="11962" y="3576"/>
                  </a:cubicBezTo>
                  <a:lnTo>
                    <a:pt x="11962" y="296"/>
                  </a:lnTo>
                  <a:cubicBezTo>
                    <a:pt x="11796" y="296"/>
                    <a:pt x="11666" y="164"/>
                    <a:pt x="11666"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3" name="Google Shape;1543;p24"/>
            <p:cNvSpPr/>
            <p:nvPr/>
          </p:nvSpPr>
          <p:spPr>
            <a:xfrm>
              <a:off x="3415410" y="4455731"/>
              <a:ext cx="42813" cy="28853"/>
            </a:xfrm>
            <a:custGeom>
              <a:avLst/>
              <a:gdLst/>
              <a:ahLst/>
              <a:cxnLst/>
              <a:rect l="l" t="t" r="r" b="b"/>
              <a:pathLst>
                <a:path w="1032" h="994" extrusionOk="0">
                  <a:moveTo>
                    <a:pt x="453" y="0"/>
                  </a:moveTo>
                  <a:cubicBezTo>
                    <a:pt x="411" y="0"/>
                    <a:pt x="368" y="6"/>
                    <a:pt x="324" y="20"/>
                  </a:cubicBezTo>
                  <a:cubicBezTo>
                    <a:pt x="145" y="79"/>
                    <a:pt x="71" y="266"/>
                    <a:pt x="39" y="439"/>
                  </a:cubicBezTo>
                  <a:cubicBezTo>
                    <a:pt x="1" y="706"/>
                    <a:pt x="210" y="993"/>
                    <a:pt x="483" y="993"/>
                  </a:cubicBezTo>
                  <a:cubicBezTo>
                    <a:pt x="504" y="993"/>
                    <a:pt x="525" y="992"/>
                    <a:pt x="547" y="988"/>
                  </a:cubicBezTo>
                  <a:cubicBezTo>
                    <a:pt x="801" y="947"/>
                    <a:pt x="1031" y="636"/>
                    <a:pt x="941" y="382"/>
                  </a:cubicBezTo>
                  <a:cubicBezTo>
                    <a:pt x="907" y="307"/>
                    <a:pt x="866" y="234"/>
                    <a:pt x="817" y="177"/>
                  </a:cubicBezTo>
                  <a:cubicBezTo>
                    <a:pt x="723" y="69"/>
                    <a:pt x="594" y="0"/>
                    <a:pt x="4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4" name="Google Shape;1544;p24"/>
            <p:cNvSpPr/>
            <p:nvPr/>
          </p:nvSpPr>
          <p:spPr>
            <a:xfrm>
              <a:off x="3360318" y="4455731"/>
              <a:ext cx="43103" cy="28853"/>
            </a:xfrm>
            <a:custGeom>
              <a:avLst/>
              <a:gdLst/>
              <a:ahLst/>
              <a:cxnLst/>
              <a:rect l="l" t="t" r="r" b="b"/>
              <a:pathLst>
                <a:path w="1039" h="994" extrusionOk="0">
                  <a:moveTo>
                    <a:pt x="461" y="0"/>
                  </a:moveTo>
                  <a:cubicBezTo>
                    <a:pt x="419" y="0"/>
                    <a:pt x="376" y="6"/>
                    <a:pt x="333" y="20"/>
                  </a:cubicBezTo>
                  <a:cubicBezTo>
                    <a:pt x="144" y="79"/>
                    <a:pt x="70" y="266"/>
                    <a:pt x="46" y="439"/>
                  </a:cubicBezTo>
                  <a:cubicBezTo>
                    <a:pt x="0" y="706"/>
                    <a:pt x="216" y="993"/>
                    <a:pt x="490" y="993"/>
                  </a:cubicBezTo>
                  <a:cubicBezTo>
                    <a:pt x="511" y="993"/>
                    <a:pt x="532" y="992"/>
                    <a:pt x="554" y="988"/>
                  </a:cubicBezTo>
                  <a:cubicBezTo>
                    <a:pt x="808" y="947"/>
                    <a:pt x="1038" y="636"/>
                    <a:pt x="940" y="382"/>
                  </a:cubicBezTo>
                  <a:cubicBezTo>
                    <a:pt x="914" y="307"/>
                    <a:pt x="875" y="234"/>
                    <a:pt x="826" y="177"/>
                  </a:cubicBezTo>
                  <a:cubicBezTo>
                    <a:pt x="730" y="69"/>
                    <a:pt x="601" y="0"/>
                    <a:pt x="46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5" name="Google Shape;1545;p24"/>
            <p:cNvSpPr/>
            <p:nvPr/>
          </p:nvSpPr>
          <p:spPr>
            <a:xfrm>
              <a:off x="3305474" y="4455731"/>
              <a:ext cx="42813" cy="28853"/>
            </a:xfrm>
            <a:custGeom>
              <a:avLst/>
              <a:gdLst/>
              <a:ahLst/>
              <a:cxnLst/>
              <a:rect l="l" t="t" r="r" b="b"/>
              <a:pathLst>
                <a:path w="1032" h="994" extrusionOk="0">
                  <a:moveTo>
                    <a:pt x="454" y="0"/>
                  </a:moveTo>
                  <a:cubicBezTo>
                    <a:pt x="412" y="0"/>
                    <a:pt x="369" y="6"/>
                    <a:pt x="326" y="20"/>
                  </a:cubicBezTo>
                  <a:cubicBezTo>
                    <a:pt x="145" y="79"/>
                    <a:pt x="70" y="266"/>
                    <a:pt x="39" y="439"/>
                  </a:cubicBezTo>
                  <a:cubicBezTo>
                    <a:pt x="1" y="706"/>
                    <a:pt x="210" y="993"/>
                    <a:pt x="483" y="993"/>
                  </a:cubicBezTo>
                  <a:cubicBezTo>
                    <a:pt x="504" y="993"/>
                    <a:pt x="525" y="992"/>
                    <a:pt x="547" y="988"/>
                  </a:cubicBezTo>
                  <a:cubicBezTo>
                    <a:pt x="809" y="947"/>
                    <a:pt x="1031" y="636"/>
                    <a:pt x="941" y="382"/>
                  </a:cubicBezTo>
                  <a:cubicBezTo>
                    <a:pt x="917" y="307"/>
                    <a:pt x="868" y="234"/>
                    <a:pt x="819" y="177"/>
                  </a:cubicBezTo>
                  <a:cubicBezTo>
                    <a:pt x="723" y="69"/>
                    <a:pt x="594" y="0"/>
                    <a:pt x="45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6" name="Google Shape;1546;p24"/>
            <p:cNvSpPr/>
            <p:nvPr/>
          </p:nvSpPr>
          <p:spPr>
            <a:xfrm>
              <a:off x="3578778" y="4455731"/>
              <a:ext cx="42771" cy="28853"/>
            </a:xfrm>
            <a:custGeom>
              <a:avLst/>
              <a:gdLst/>
              <a:ahLst/>
              <a:cxnLst/>
              <a:rect l="l" t="t" r="r" b="b"/>
              <a:pathLst>
                <a:path w="1031" h="994" extrusionOk="0">
                  <a:moveTo>
                    <a:pt x="453" y="0"/>
                  </a:moveTo>
                  <a:cubicBezTo>
                    <a:pt x="411" y="0"/>
                    <a:pt x="368" y="6"/>
                    <a:pt x="324" y="20"/>
                  </a:cubicBezTo>
                  <a:cubicBezTo>
                    <a:pt x="145" y="79"/>
                    <a:pt x="70" y="266"/>
                    <a:pt x="47" y="439"/>
                  </a:cubicBezTo>
                  <a:cubicBezTo>
                    <a:pt x="1" y="706"/>
                    <a:pt x="210" y="993"/>
                    <a:pt x="483" y="993"/>
                  </a:cubicBezTo>
                  <a:cubicBezTo>
                    <a:pt x="504" y="993"/>
                    <a:pt x="525" y="992"/>
                    <a:pt x="547" y="988"/>
                  </a:cubicBezTo>
                  <a:cubicBezTo>
                    <a:pt x="808" y="947"/>
                    <a:pt x="1031" y="636"/>
                    <a:pt x="940" y="382"/>
                  </a:cubicBezTo>
                  <a:cubicBezTo>
                    <a:pt x="915" y="307"/>
                    <a:pt x="875" y="234"/>
                    <a:pt x="816" y="177"/>
                  </a:cubicBezTo>
                  <a:cubicBezTo>
                    <a:pt x="722" y="69"/>
                    <a:pt x="593" y="0"/>
                    <a:pt x="4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7" name="Google Shape;1547;p24"/>
            <p:cNvSpPr/>
            <p:nvPr/>
          </p:nvSpPr>
          <p:spPr>
            <a:xfrm>
              <a:off x="3523977" y="4455731"/>
              <a:ext cx="42771" cy="28853"/>
            </a:xfrm>
            <a:custGeom>
              <a:avLst/>
              <a:gdLst/>
              <a:ahLst/>
              <a:cxnLst/>
              <a:rect l="l" t="t" r="r" b="b"/>
              <a:pathLst>
                <a:path w="1031" h="994" extrusionOk="0">
                  <a:moveTo>
                    <a:pt x="453" y="0"/>
                  </a:moveTo>
                  <a:cubicBezTo>
                    <a:pt x="412" y="0"/>
                    <a:pt x="369" y="6"/>
                    <a:pt x="326" y="20"/>
                  </a:cubicBezTo>
                  <a:cubicBezTo>
                    <a:pt x="145" y="79"/>
                    <a:pt x="70" y="266"/>
                    <a:pt x="39" y="439"/>
                  </a:cubicBezTo>
                  <a:cubicBezTo>
                    <a:pt x="0" y="706"/>
                    <a:pt x="210" y="993"/>
                    <a:pt x="483" y="993"/>
                  </a:cubicBezTo>
                  <a:cubicBezTo>
                    <a:pt x="504" y="993"/>
                    <a:pt x="525" y="992"/>
                    <a:pt x="547" y="988"/>
                  </a:cubicBezTo>
                  <a:cubicBezTo>
                    <a:pt x="801" y="947"/>
                    <a:pt x="1031" y="636"/>
                    <a:pt x="940" y="382"/>
                  </a:cubicBezTo>
                  <a:cubicBezTo>
                    <a:pt x="907" y="307"/>
                    <a:pt x="867" y="234"/>
                    <a:pt x="818" y="177"/>
                  </a:cubicBezTo>
                  <a:cubicBezTo>
                    <a:pt x="723" y="69"/>
                    <a:pt x="593" y="0"/>
                    <a:pt x="4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8" name="Google Shape;1548;p24"/>
            <p:cNvSpPr/>
            <p:nvPr/>
          </p:nvSpPr>
          <p:spPr>
            <a:xfrm>
              <a:off x="3468843" y="4455731"/>
              <a:ext cx="43103" cy="28853"/>
            </a:xfrm>
            <a:custGeom>
              <a:avLst/>
              <a:gdLst/>
              <a:ahLst/>
              <a:cxnLst/>
              <a:rect l="l" t="t" r="r" b="b"/>
              <a:pathLst>
                <a:path w="1039" h="994" extrusionOk="0">
                  <a:moveTo>
                    <a:pt x="462" y="0"/>
                  </a:moveTo>
                  <a:cubicBezTo>
                    <a:pt x="420" y="0"/>
                    <a:pt x="377" y="6"/>
                    <a:pt x="334" y="20"/>
                  </a:cubicBezTo>
                  <a:cubicBezTo>
                    <a:pt x="145" y="79"/>
                    <a:pt x="70" y="266"/>
                    <a:pt x="46" y="439"/>
                  </a:cubicBezTo>
                  <a:cubicBezTo>
                    <a:pt x="1" y="706"/>
                    <a:pt x="210" y="993"/>
                    <a:pt x="489" y="993"/>
                  </a:cubicBezTo>
                  <a:cubicBezTo>
                    <a:pt x="511" y="993"/>
                    <a:pt x="532" y="992"/>
                    <a:pt x="554" y="988"/>
                  </a:cubicBezTo>
                  <a:cubicBezTo>
                    <a:pt x="808" y="947"/>
                    <a:pt x="1039" y="636"/>
                    <a:pt x="940" y="382"/>
                  </a:cubicBezTo>
                  <a:cubicBezTo>
                    <a:pt x="917" y="307"/>
                    <a:pt x="875" y="234"/>
                    <a:pt x="826" y="177"/>
                  </a:cubicBezTo>
                  <a:cubicBezTo>
                    <a:pt x="731" y="69"/>
                    <a:pt x="602" y="0"/>
                    <a:pt x="46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9" name="Google Shape;1549;p24"/>
            <p:cNvSpPr/>
            <p:nvPr/>
          </p:nvSpPr>
          <p:spPr>
            <a:xfrm>
              <a:off x="1649014" y="4395352"/>
              <a:ext cx="1274544" cy="24789"/>
            </a:xfrm>
            <a:custGeom>
              <a:avLst/>
              <a:gdLst/>
              <a:ahLst/>
              <a:cxnLst/>
              <a:rect l="l" t="t" r="r" b="b"/>
              <a:pathLst>
                <a:path w="30723" h="854" extrusionOk="0">
                  <a:moveTo>
                    <a:pt x="1" y="1"/>
                  </a:moveTo>
                  <a:lnTo>
                    <a:pt x="1" y="853"/>
                  </a:lnTo>
                  <a:lnTo>
                    <a:pt x="30657" y="853"/>
                  </a:lnTo>
                  <a:cubicBezTo>
                    <a:pt x="30689" y="853"/>
                    <a:pt x="30722" y="820"/>
                    <a:pt x="30722" y="788"/>
                  </a:cubicBezTo>
                  <a:lnTo>
                    <a:pt x="30722" y="66"/>
                  </a:lnTo>
                  <a:cubicBezTo>
                    <a:pt x="30722" y="24"/>
                    <a:pt x="30689" y="1"/>
                    <a:pt x="3065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0" name="Google Shape;1550;p24"/>
            <p:cNvSpPr/>
            <p:nvPr/>
          </p:nvSpPr>
          <p:spPr>
            <a:xfrm>
              <a:off x="1649014" y="4459417"/>
              <a:ext cx="1274544" cy="24557"/>
            </a:xfrm>
            <a:custGeom>
              <a:avLst/>
              <a:gdLst/>
              <a:ahLst/>
              <a:cxnLst/>
              <a:rect l="l" t="t" r="r" b="b"/>
              <a:pathLst>
                <a:path w="30723" h="846" extrusionOk="0">
                  <a:moveTo>
                    <a:pt x="1" y="1"/>
                  </a:moveTo>
                  <a:lnTo>
                    <a:pt x="1" y="845"/>
                  </a:lnTo>
                  <a:lnTo>
                    <a:pt x="30657" y="845"/>
                  </a:lnTo>
                  <a:cubicBezTo>
                    <a:pt x="30689" y="845"/>
                    <a:pt x="30722" y="820"/>
                    <a:pt x="30722" y="779"/>
                  </a:cubicBezTo>
                  <a:lnTo>
                    <a:pt x="30722" y="66"/>
                  </a:lnTo>
                  <a:cubicBezTo>
                    <a:pt x="30722" y="24"/>
                    <a:pt x="30689" y="1"/>
                    <a:pt x="3065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1" name="Google Shape;1551;p24"/>
            <p:cNvSpPr/>
            <p:nvPr/>
          </p:nvSpPr>
          <p:spPr>
            <a:xfrm>
              <a:off x="1649014" y="4523222"/>
              <a:ext cx="1274544" cy="24819"/>
            </a:xfrm>
            <a:custGeom>
              <a:avLst/>
              <a:gdLst/>
              <a:ahLst/>
              <a:cxnLst/>
              <a:rect l="l" t="t" r="r" b="b"/>
              <a:pathLst>
                <a:path w="30723" h="855" extrusionOk="0">
                  <a:moveTo>
                    <a:pt x="1" y="0"/>
                  </a:moveTo>
                  <a:lnTo>
                    <a:pt x="1" y="855"/>
                  </a:lnTo>
                  <a:lnTo>
                    <a:pt x="30657" y="855"/>
                  </a:lnTo>
                  <a:cubicBezTo>
                    <a:pt x="30689" y="855"/>
                    <a:pt x="30722" y="829"/>
                    <a:pt x="30722" y="788"/>
                  </a:cubicBezTo>
                  <a:lnTo>
                    <a:pt x="30722" y="67"/>
                  </a:lnTo>
                  <a:cubicBezTo>
                    <a:pt x="30722" y="34"/>
                    <a:pt x="30689" y="0"/>
                    <a:pt x="3065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52" name="Google Shape;1552;p24"/>
          <p:cNvGrpSpPr/>
          <p:nvPr/>
        </p:nvGrpSpPr>
        <p:grpSpPr>
          <a:xfrm>
            <a:off x="0" y="4697853"/>
            <a:ext cx="2521168" cy="133316"/>
            <a:chOff x="1453992" y="4210528"/>
            <a:chExt cx="2521168" cy="126968"/>
          </a:xfrm>
        </p:grpSpPr>
        <p:sp>
          <p:nvSpPr>
            <p:cNvPr id="1553" name="Google Shape;1553;p24"/>
            <p:cNvSpPr/>
            <p:nvPr/>
          </p:nvSpPr>
          <p:spPr>
            <a:xfrm>
              <a:off x="1453992" y="4210528"/>
              <a:ext cx="2521168" cy="126966"/>
            </a:xfrm>
            <a:custGeom>
              <a:avLst/>
              <a:gdLst/>
              <a:ahLst/>
              <a:cxnLst/>
              <a:rect l="l" t="t" r="r" b="b"/>
              <a:pathLst>
                <a:path w="60773" h="4374" extrusionOk="0">
                  <a:moveTo>
                    <a:pt x="0" y="1"/>
                  </a:moveTo>
                  <a:lnTo>
                    <a:pt x="0" y="4373"/>
                  </a:lnTo>
                  <a:lnTo>
                    <a:pt x="60772" y="4373"/>
                  </a:lnTo>
                  <a:lnTo>
                    <a:pt x="6077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4" name="Google Shape;1554;p24"/>
            <p:cNvSpPr/>
            <p:nvPr/>
          </p:nvSpPr>
          <p:spPr>
            <a:xfrm>
              <a:off x="1532316" y="4210528"/>
              <a:ext cx="158224" cy="126966"/>
            </a:xfrm>
            <a:custGeom>
              <a:avLst/>
              <a:gdLst/>
              <a:ahLst/>
              <a:cxnLst/>
              <a:rect l="l" t="t" r="r" b="b"/>
              <a:pathLst>
                <a:path w="3814" h="4374" extrusionOk="0">
                  <a:moveTo>
                    <a:pt x="0" y="1"/>
                  </a:moveTo>
                  <a:lnTo>
                    <a:pt x="0" y="4373"/>
                  </a:lnTo>
                  <a:lnTo>
                    <a:pt x="3814" y="4373"/>
                  </a:lnTo>
                  <a:lnTo>
                    <a:pt x="381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5" name="Google Shape;1555;p24"/>
            <p:cNvSpPr/>
            <p:nvPr/>
          </p:nvSpPr>
          <p:spPr>
            <a:xfrm>
              <a:off x="1784463" y="4210528"/>
              <a:ext cx="109977" cy="126966"/>
            </a:xfrm>
            <a:custGeom>
              <a:avLst/>
              <a:gdLst/>
              <a:ahLst/>
              <a:cxnLst/>
              <a:rect l="l" t="t" r="r" b="b"/>
              <a:pathLst>
                <a:path w="2651" h="4374" extrusionOk="0">
                  <a:moveTo>
                    <a:pt x="0" y="1"/>
                  </a:moveTo>
                  <a:lnTo>
                    <a:pt x="0" y="4373"/>
                  </a:lnTo>
                  <a:lnTo>
                    <a:pt x="2650" y="4373"/>
                  </a:lnTo>
                  <a:lnTo>
                    <a:pt x="265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6" name="Google Shape;1556;p24"/>
            <p:cNvSpPr/>
            <p:nvPr/>
          </p:nvSpPr>
          <p:spPr>
            <a:xfrm>
              <a:off x="1816448" y="4210528"/>
              <a:ext cx="45965" cy="126966"/>
            </a:xfrm>
            <a:custGeom>
              <a:avLst/>
              <a:gdLst/>
              <a:ahLst/>
              <a:cxnLst/>
              <a:rect l="l" t="t" r="r" b="b"/>
              <a:pathLst>
                <a:path w="1108" h="4374" extrusionOk="0">
                  <a:moveTo>
                    <a:pt x="1" y="1"/>
                  </a:moveTo>
                  <a:lnTo>
                    <a:pt x="1" y="4373"/>
                  </a:lnTo>
                  <a:lnTo>
                    <a:pt x="1107" y="4373"/>
                  </a:lnTo>
                  <a:lnTo>
                    <a:pt x="1107"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7" name="Google Shape;1557;p24"/>
            <p:cNvSpPr/>
            <p:nvPr/>
          </p:nvSpPr>
          <p:spPr>
            <a:xfrm>
              <a:off x="3781143" y="4210528"/>
              <a:ext cx="109977" cy="126966"/>
            </a:xfrm>
            <a:custGeom>
              <a:avLst/>
              <a:gdLst/>
              <a:ahLst/>
              <a:cxnLst/>
              <a:rect l="l" t="t" r="r" b="b"/>
              <a:pathLst>
                <a:path w="2651" h="4374" extrusionOk="0">
                  <a:moveTo>
                    <a:pt x="0" y="1"/>
                  </a:moveTo>
                  <a:lnTo>
                    <a:pt x="0" y="4373"/>
                  </a:lnTo>
                  <a:lnTo>
                    <a:pt x="2650" y="4373"/>
                  </a:lnTo>
                  <a:lnTo>
                    <a:pt x="265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8" name="Google Shape;1558;p24"/>
            <p:cNvSpPr/>
            <p:nvPr/>
          </p:nvSpPr>
          <p:spPr>
            <a:xfrm>
              <a:off x="3813460" y="4210528"/>
              <a:ext cx="45633" cy="126966"/>
            </a:xfrm>
            <a:custGeom>
              <a:avLst/>
              <a:gdLst/>
              <a:ahLst/>
              <a:cxnLst/>
              <a:rect l="l" t="t" r="r" b="b"/>
              <a:pathLst>
                <a:path w="1100" h="4374" extrusionOk="0">
                  <a:moveTo>
                    <a:pt x="1" y="1"/>
                  </a:moveTo>
                  <a:lnTo>
                    <a:pt x="1" y="4373"/>
                  </a:lnTo>
                  <a:lnTo>
                    <a:pt x="1099" y="4373"/>
                  </a:lnTo>
                  <a:lnTo>
                    <a:pt x="109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9" name="Google Shape;1559;p24"/>
            <p:cNvSpPr/>
            <p:nvPr/>
          </p:nvSpPr>
          <p:spPr>
            <a:xfrm>
              <a:off x="1957373" y="4210528"/>
              <a:ext cx="497198" cy="126966"/>
            </a:xfrm>
            <a:custGeom>
              <a:avLst/>
              <a:gdLst/>
              <a:ahLst/>
              <a:cxnLst/>
              <a:rect l="l" t="t" r="r" b="b"/>
              <a:pathLst>
                <a:path w="11985" h="4374" extrusionOk="0">
                  <a:moveTo>
                    <a:pt x="8023" y="1"/>
                  </a:moveTo>
                  <a:cubicBezTo>
                    <a:pt x="7505" y="215"/>
                    <a:pt x="6982" y="412"/>
                    <a:pt x="6448" y="591"/>
                  </a:cubicBezTo>
                  <a:cubicBezTo>
                    <a:pt x="4643" y="1192"/>
                    <a:pt x="2477" y="1511"/>
                    <a:pt x="1000" y="2840"/>
                  </a:cubicBezTo>
                  <a:cubicBezTo>
                    <a:pt x="534" y="3267"/>
                    <a:pt x="213" y="3791"/>
                    <a:pt x="0" y="4373"/>
                  </a:cubicBezTo>
                  <a:lnTo>
                    <a:pt x="6562" y="4373"/>
                  </a:lnTo>
                  <a:cubicBezTo>
                    <a:pt x="6604" y="4086"/>
                    <a:pt x="6676" y="3791"/>
                    <a:pt x="6793" y="3480"/>
                  </a:cubicBezTo>
                  <a:cubicBezTo>
                    <a:pt x="7678" y="1068"/>
                    <a:pt x="9958" y="788"/>
                    <a:pt x="1198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0" name="Google Shape;1560;p24"/>
            <p:cNvSpPr/>
            <p:nvPr/>
          </p:nvSpPr>
          <p:spPr>
            <a:xfrm>
              <a:off x="2658057" y="4210528"/>
              <a:ext cx="962120" cy="126966"/>
            </a:xfrm>
            <a:custGeom>
              <a:avLst/>
              <a:gdLst/>
              <a:ahLst/>
              <a:cxnLst/>
              <a:rect l="l" t="t" r="r" b="b"/>
              <a:pathLst>
                <a:path w="23192" h="4374" extrusionOk="0">
                  <a:moveTo>
                    <a:pt x="887" y="1"/>
                  </a:moveTo>
                  <a:cubicBezTo>
                    <a:pt x="288" y="1003"/>
                    <a:pt x="1" y="2192"/>
                    <a:pt x="123" y="3373"/>
                  </a:cubicBezTo>
                  <a:cubicBezTo>
                    <a:pt x="164" y="3710"/>
                    <a:pt x="247" y="4047"/>
                    <a:pt x="353" y="4373"/>
                  </a:cubicBezTo>
                  <a:lnTo>
                    <a:pt x="23191" y="4373"/>
                  </a:lnTo>
                  <a:cubicBezTo>
                    <a:pt x="21244" y="2589"/>
                    <a:pt x="18733" y="2130"/>
                    <a:pt x="16153" y="2130"/>
                  </a:cubicBezTo>
                  <a:cubicBezTo>
                    <a:pt x="14332" y="2130"/>
                    <a:pt x="12478" y="2359"/>
                    <a:pt x="10764" y="2511"/>
                  </a:cubicBezTo>
                  <a:cubicBezTo>
                    <a:pt x="10477" y="2539"/>
                    <a:pt x="9911" y="2576"/>
                    <a:pt x="9243" y="2576"/>
                  </a:cubicBezTo>
                  <a:cubicBezTo>
                    <a:pt x="7140" y="2576"/>
                    <a:pt x="4034" y="2205"/>
                    <a:pt x="5529"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1" name="Google Shape;1561;p24"/>
            <p:cNvSpPr/>
            <p:nvPr/>
          </p:nvSpPr>
          <p:spPr>
            <a:xfrm>
              <a:off x="2317381" y="4265682"/>
              <a:ext cx="257995" cy="71814"/>
            </a:xfrm>
            <a:custGeom>
              <a:avLst/>
              <a:gdLst/>
              <a:ahLst/>
              <a:cxnLst/>
              <a:rect l="l" t="t" r="r" b="b"/>
              <a:pathLst>
                <a:path w="6219" h="2474" extrusionOk="0">
                  <a:moveTo>
                    <a:pt x="3472" y="1"/>
                  </a:moveTo>
                  <a:cubicBezTo>
                    <a:pt x="3279" y="1"/>
                    <a:pt x="3081" y="18"/>
                    <a:pt x="2881" y="54"/>
                  </a:cubicBezTo>
                  <a:cubicBezTo>
                    <a:pt x="1708" y="266"/>
                    <a:pt x="304" y="1227"/>
                    <a:pt x="1" y="2473"/>
                  </a:cubicBezTo>
                  <a:lnTo>
                    <a:pt x="6218" y="2473"/>
                  </a:lnTo>
                  <a:cubicBezTo>
                    <a:pt x="6145" y="2121"/>
                    <a:pt x="6055" y="1776"/>
                    <a:pt x="5884" y="1448"/>
                  </a:cubicBezTo>
                  <a:cubicBezTo>
                    <a:pt x="5379" y="484"/>
                    <a:pt x="4484" y="1"/>
                    <a:pt x="347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2" name="Google Shape;1562;p24"/>
            <p:cNvSpPr/>
            <p:nvPr/>
          </p:nvSpPr>
          <p:spPr>
            <a:xfrm>
              <a:off x="3021840" y="4210528"/>
              <a:ext cx="309768" cy="38723"/>
            </a:xfrm>
            <a:custGeom>
              <a:avLst/>
              <a:gdLst/>
              <a:ahLst/>
              <a:cxnLst/>
              <a:rect l="l" t="t" r="r" b="b"/>
              <a:pathLst>
                <a:path w="7467" h="1334" extrusionOk="0">
                  <a:moveTo>
                    <a:pt x="1" y="1"/>
                  </a:moveTo>
                  <a:cubicBezTo>
                    <a:pt x="477" y="749"/>
                    <a:pt x="1363" y="1166"/>
                    <a:pt x="2478" y="1298"/>
                  </a:cubicBezTo>
                  <a:cubicBezTo>
                    <a:pt x="2680" y="1322"/>
                    <a:pt x="2885" y="1334"/>
                    <a:pt x="3093" y="1334"/>
                  </a:cubicBezTo>
                  <a:cubicBezTo>
                    <a:pt x="4517" y="1334"/>
                    <a:pt x="6042" y="789"/>
                    <a:pt x="746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63" name="Google Shape;1563;p24"/>
          <p:cNvGrpSpPr/>
          <p:nvPr/>
        </p:nvGrpSpPr>
        <p:grpSpPr>
          <a:xfrm>
            <a:off x="7004877" y="3884114"/>
            <a:ext cx="2084875" cy="485132"/>
            <a:chOff x="1592850" y="3268975"/>
            <a:chExt cx="2084875" cy="462031"/>
          </a:xfrm>
        </p:grpSpPr>
        <p:sp>
          <p:nvSpPr>
            <p:cNvPr id="1564" name="Google Shape;1564;p24"/>
            <p:cNvSpPr/>
            <p:nvPr/>
          </p:nvSpPr>
          <p:spPr>
            <a:xfrm>
              <a:off x="1592850" y="3268975"/>
              <a:ext cx="2084875" cy="462031"/>
            </a:xfrm>
            <a:custGeom>
              <a:avLst/>
              <a:gdLst/>
              <a:ahLst/>
              <a:cxnLst/>
              <a:rect l="l" t="t" r="r" b="b"/>
              <a:pathLst>
                <a:path w="54128" h="15917" extrusionOk="0">
                  <a:moveTo>
                    <a:pt x="0" y="0"/>
                  </a:moveTo>
                  <a:lnTo>
                    <a:pt x="0" y="788"/>
                  </a:lnTo>
                  <a:cubicBezTo>
                    <a:pt x="0" y="985"/>
                    <a:pt x="34" y="1174"/>
                    <a:pt x="99" y="1355"/>
                  </a:cubicBezTo>
                  <a:cubicBezTo>
                    <a:pt x="337" y="2002"/>
                    <a:pt x="953" y="2461"/>
                    <a:pt x="1674" y="2461"/>
                  </a:cubicBezTo>
                  <a:lnTo>
                    <a:pt x="45907" y="2461"/>
                  </a:lnTo>
                  <a:cubicBezTo>
                    <a:pt x="48861" y="2461"/>
                    <a:pt x="51345" y="4784"/>
                    <a:pt x="51404" y="7738"/>
                  </a:cubicBezTo>
                  <a:cubicBezTo>
                    <a:pt x="51428" y="9264"/>
                    <a:pt x="50822" y="10642"/>
                    <a:pt x="49829" y="11634"/>
                  </a:cubicBezTo>
                  <a:cubicBezTo>
                    <a:pt x="48861" y="12601"/>
                    <a:pt x="47516" y="13209"/>
                    <a:pt x="46029" y="13209"/>
                  </a:cubicBezTo>
                  <a:lnTo>
                    <a:pt x="1674" y="13209"/>
                  </a:lnTo>
                  <a:cubicBezTo>
                    <a:pt x="863" y="13209"/>
                    <a:pt x="181" y="13792"/>
                    <a:pt x="34" y="14562"/>
                  </a:cubicBezTo>
                  <a:cubicBezTo>
                    <a:pt x="8" y="14668"/>
                    <a:pt x="0" y="14776"/>
                    <a:pt x="0" y="14883"/>
                  </a:cubicBezTo>
                  <a:lnTo>
                    <a:pt x="0" y="15916"/>
                  </a:lnTo>
                  <a:lnTo>
                    <a:pt x="45990" y="15916"/>
                  </a:lnTo>
                  <a:cubicBezTo>
                    <a:pt x="50321" y="15916"/>
                    <a:pt x="53964" y="12502"/>
                    <a:pt x="54070" y="8171"/>
                  </a:cubicBezTo>
                  <a:cubicBezTo>
                    <a:pt x="54127" y="5891"/>
                    <a:pt x="53233" y="3816"/>
                    <a:pt x="51739" y="2331"/>
                  </a:cubicBezTo>
                  <a:cubicBezTo>
                    <a:pt x="50304" y="886"/>
                    <a:pt x="48311" y="0"/>
                    <a:pt x="4611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5" name="Google Shape;1565;p24"/>
            <p:cNvSpPr/>
            <p:nvPr/>
          </p:nvSpPr>
          <p:spPr>
            <a:xfrm>
              <a:off x="1700582" y="3340413"/>
              <a:ext cx="1872259" cy="312017"/>
            </a:xfrm>
            <a:custGeom>
              <a:avLst/>
              <a:gdLst/>
              <a:ahLst/>
              <a:cxnLst/>
              <a:rect l="l" t="t" r="r" b="b"/>
              <a:pathLst>
                <a:path w="48608" h="10749" extrusionOk="0">
                  <a:moveTo>
                    <a:pt x="1" y="0"/>
                  </a:moveTo>
                  <a:lnTo>
                    <a:pt x="1" y="10748"/>
                  </a:lnTo>
                  <a:lnTo>
                    <a:pt x="43232" y="10748"/>
                  </a:lnTo>
                  <a:cubicBezTo>
                    <a:pt x="44719" y="10748"/>
                    <a:pt x="46064" y="10140"/>
                    <a:pt x="47032" y="9173"/>
                  </a:cubicBezTo>
                  <a:cubicBezTo>
                    <a:pt x="47465" y="8738"/>
                    <a:pt x="47828" y="8230"/>
                    <a:pt x="48090" y="7671"/>
                  </a:cubicBezTo>
                  <a:cubicBezTo>
                    <a:pt x="48426" y="6974"/>
                    <a:pt x="48607" y="6194"/>
                    <a:pt x="48607" y="5375"/>
                  </a:cubicBezTo>
                  <a:cubicBezTo>
                    <a:pt x="48607" y="2404"/>
                    <a:pt x="46203" y="0"/>
                    <a:pt x="4323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6" name="Google Shape;1566;p24"/>
            <p:cNvSpPr/>
            <p:nvPr/>
          </p:nvSpPr>
          <p:spPr>
            <a:xfrm>
              <a:off x="1700582" y="3388977"/>
              <a:ext cx="1480112" cy="13875"/>
            </a:xfrm>
            <a:custGeom>
              <a:avLst/>
              <a:gdLst/>
              <a:ahLst/>
              <a:cxnLst/>
              <a:rect l="l" t="t" r="r" b="b"/>
              <a:pathLst>
                <a:path w="38427" h="478" extrusionOk="0">
                  <a:moveTo>
                    <a:pt x="1" y="1"/>
                  </a:moveTo>
                  <a:lnTo>
                    <a:pt x="1" y="477"/>
                  </a:lnTo>
                  <a:lnTo>
                    <a:pt x="38393" y="477"/>
                  </a:lnTo>
                  <a:cubicBezTo>
                    <a:pt x="38409" y="477"/>
                    <a:pt x="38427" y="461"/>
                    <a:pt x="38427" y="436"/>
                  </a:cubicBezTo>
                  <a:lnTo>
                    <a:pt x="38427" y="34"/>
                  </a:lnTo>
                  <a:cubicBezTo>
                    <a:pt x="38427" y="18"/>
                    <a:pt x="38409" y="1"/>
                    <a:pt x="3839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7" name="Google Shape;1567;p24"/>
            <p:cNvSpPr/>
            <p:nvPr/>
          </p:nvSpPr>
          <p:spPr>
            <a:xfrm>
              <a:off x="1700582" y="3510952"/>
              <a:ext cx="1204519" cy="13788"/>
            </a:xfrm>
            <a:custGeom>
              <a:avLst/>
              <a:gdLst/>
              <a:ahLst/>
              <a:cxnLst/>
              <a:rect l="l" t="t" r="r" b="b"/>
              <a:pathLst>
                <a:path w="31272" h="475" extrusionOk="0">
                  <a:moveTo>
                    <a:pt x="1" y="0"/>
                  </a:moveTo>
                  <a:lnTo>
                    <a:pt x="1" y="475"/>
                  </a:lnTo>
                  <a:lnTo>
                    <a:pt x="31232" y="475"/>
                  </a:lnTo>
                  <a:cubicBezTo>
                    <a:pt x="31256" y="475"/>
                    <a:pt x="31272" y="459"/>
                    <a:pt x="31272" y="443"/>
                  </a:cubicBezTo>
                  <a:lnTo>
                    <a:pt x="31272" y="42"/>
                  </a:lnTo>
                  <a:cubicBezTo>
                    <a:pt x="31272" y="16"/>
                    <a:pt x="31256" y="0"/>
                    <a:pt x="3123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8" name="Google Shape;1568;p24"/>
            <p:cNvSpPr/>
            <p:nvPr/>
          </p:nvSpPr>
          <p:spPr>
            <a:xfrm>
              <a:off x="1700582" y="3572143"/>
              <a:ext cx="1354969" cy="13585"/>
            </a:xfrm>
            <a:custGeom>
              <a:avLst/>
              <a:gdLst/>
              <a:ahLst/>
              <a:cxnLst/>
              <a:rect l="l" t="t" r="r" b="b"/>
              <a:pathLst>
                <a:path w="35178" h="468" extrusionOk="0">
                  <a:moveTo>
                    <a:pt x="1" y="1"/>
                  </a:moveTo>
                  <a:lnTo>
                    <a:pt x="1" y="467"/>
                  </a:lnTo>
                  <a:lnTo>
                    <a:pt x="35137" y="467"/>
                  </a:lnTo>
                  <a:cubicBezTo>
                    <a:pt x="35160" y="467"/>
                    <a:pt x="35178" y="452"/>
                    <a:pt x="35178" y="434"/>
                  </a:cubicBezTo>
                  <a:lnTo>
                    <a:pt x="35178" y="32"/>
                  </a:lnTo>
                  <a:cubicBezTo>
                    <a:pt x="35178" y="17"/>
                    <a:pt x="35160" y="1"/>
                    <a:pt x="3513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9" name="Google Shape;1569;p24"/>
            <p:cNvSpPr/>
            <p:nvPr/>
          </p:nvSpPr>
          <p:spPr>
            <a:xfrm>
              <a:off x="1700582" y="3449965"/>
              <a:ext cx="1637764" cy="13846"/>
            </a:xfrm>
            <a:custGeom>
              <a:avLst/>
              <a:gdLst/>
              <a:ahLst/>
              <a:cxnLst/>
              <a:rect l="l" t="t" r="r" b="b"/>
              <a:pathLst>
                <a:path w="42520" h="477" extrusionOk="0">
                  <a:moveTo>
                    <a:pt x="1" y="0"/>
                  </a:moveTo>
                  <a:lnTo>
                    <a:pt x="1" y="477"/>
                  </a:lnTo>
                  <a:lnTo>
                    <a:pt x="42486" y="477"/>
                  </a:lnTo>
                  <a:cubicBezTo>
                    <a:pt x="42504" y="477"/>
                    <a:pt x="42520" y="459"/>
                    <a:pt x="42520" y="436"/>
                  </a:cubicBezTo>
                  <a:lnTo>
                    <a:pt x="42520" y="42"/>
                  </a:lnTo>
                  <a:cubicBezTo>
                    <a:pt x="42520" y="16"/>
                    <a:pt x="42504" y="0"/>
                    <a:pt x="4248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0" name="Google Shape;1570;p24"/>
            <p:cNvSpPr/>
            <p:nvPr/>
          </p:nvSpPr>
          <p:spPr>
            <a:xfrm>
              <a:off x="2090222" y="3388977"/>
              <a:ext cx="253715" cy="230362"/>
            </a:xfrm>
            <a:custGeom>
              <a:avLst/>
              <a:gdLst/>
              <a:ahLst/>
              <a:cxnLst/>
              <a:rect l="l" t="t" r="r" b="b"/>
              <a:pathLst>
                <a:path w="6587" h="7936" extrusionOk="0">
                  <a:moveTo>
                    <a:pt x="1" y="1"/>
                  </a:moveTo>
                  <a:lnTo>
                    <a:pt x="1" y="7935"/>
                  </a:lnTo>
                  <a:lnTo>
                    <a:pt x="3289" y="7352"/>
                  </a:lnTo>
                  <a:lnTo>
                    <a:pt x="6586" y="7935"/>
                  </a:lnTo>
                  <a:lnTo>
                    <a:pt x="658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71" name="Google Shape;1571;p24"/>
          <p:cNvGrpSpPr/>
          <p:nvPr/>
        </p:nvGrpSpPr>
        <p:grpSpPr>
          <a:xfrm>
            <a:off x="6802253" y="4174221"/>
            <a:ext cx="2243384" cy="316168"/>
            <a:chOff x="1804210" y="3939577"/>
            <a:chExt cx="2243384" cy="301112"/>
          </a:xfrm>
        </p:grpSpPr>
        <p:sp>
          <p:nvSpPr>
            <p:cNvPr id="1572" name="Google Shape;1572;p24"/>
            <p:cNvSpPr/>
            <p:nvPr/>
          </p:nvSpPr>
          <p:spPr>
            <a:xfrm>
              <a:off x="1804210" y="3939577"/>
              <a:ext cx="2243384" cy="48099"/>
            </a:xfrm>
            <a:custGeom>
              <a:avLst/>
              <a:gdLst/>
              <a:ahLst/>
              <a:cxnLst/>
              <a:rect l="l" t="t" r="r" b="b"/>
              <a:pathLst>
                <a:path w="54077" h="1657" extrusionOk="0">
                  <a:moveTo>
                    <a:pt x="270" y="0"/>
                  </a:moveTo>
                  <a:cubicBezTo>
                    <a:pt x="123" y="0"/>
                    <a:pt x="0" y="115"/>
                    <a:pt x="0" y="262"/>
                  </a:cubicBezTo>
                  <a:lnTo>
                    <a:pt x="0" y="1386"/>
                  </a:lnTo>
                  <a:cubicBezTo>
                    <a:pt x="0" y="1534"/>
                    <a:pt x="123" y="1656"/>
                    <a:pt x="270" y="1656"/>
                  </a:cubicBezTo>
                  <a:lnTo>
                    <a:pt x="53815" y="1656"/>
                  </a:lnTo>
                  <a:cubicBezTo>
                    <a:pt x="53954" y="1656"/>
                    <a:pt x="54076" y="1534"/>
                    <a:pt x="54076" y="1386"/>
                  </a:cubicBezTo>
                  <a:lnTo>
                    <a:pt x="54076" y="262"/>
                  </a:lnTo>
                  <a:cubicBezTo>
                    <a:pt x="54076" y="115"/>
                    <a:pt x="53954" y="0"/>
                    <a:pt x="5381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3" name="Google Shape;1573;p24"/>
            <p:cNvSpPr/>
            <p:nvPr/>
          </p:nvSpPr>
          <p:spPr>
            <a:xfrm>
              <a:off x="1804210" y="4162457"/>
              <a:ext cx="2243384" cy="48099"/>
            </a:xfrm>
            <a:custGeom>
              <a:avLst/>
              <a:gdLst/>
              <a:ahLst/>
              <a:cxnLst/>
              <a:rect l="l" t="t" r="r" b="b"/>
              <a:pathLst>
                <a:path w="54077" h="1657" extrusionOk="0">
                  <a:moveTo>
                    <a:pt x="270" y="1"/>
                  </a:moveTo>
                  <a:cubicBezTo>
                    <a:pt x="123" y="1"/>
                    <a:pt x="0" y="123"/>
                    <a:pt x="0" y="263"/>
                  </a:cubicBezTo>
                  <a:lnTo>
                    <a:pt x="0" y="1395"/>
                  </a:lnTo>
                  <a:cubicBezTo>
                    <a:pt x="0" y="1542"/>
                    <a:pt x="123" y="1657"/>
                    <a:pt x="270" y="1657"/>
                  </a:cubicBezTo>
                  <a:lnTo>
                    <a:pt x="53815" y="1657"/>
                  </a:lnTo>
                  <a:cubicBezTo>
                    <a:pt x="53954" y="1657"/>
                    <a:pt x="54076" y="1542"/>
                    <a:pt x="54076" y="1395"/>
                  </a:cubicBezTo>
                  <a:lnTo>
                    <a:pt x="54076" y="263"/>
                  </a:lnTo>
                  <a:cubicBezTo>
                    <a:pt x="54076" y="123"/>
                    <a:pt x="53954" y="1"/>
                    <a:pt x="5381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4" name="Google Shape;1574;p24"/>
            <p:cNvSpPr/>
            <p:nvPr/>
          </p:nvSpPr>
          <p:spPr>
            <a:xfrm>
              <a:off x="1804210" y="3972205"/>
              <a:ext cx="2243384" cy="15472"/>
            </a:xfrm>
            <a:custGeom>
              <a:avLst/>
              <a:gdLst/>
              <a:ahLst/>
              <a:cxnLst/>
              <a:rect l="l" t="t" r="r" b="b"/>
              <a:pathLst>
                <a:path w="54077" h="533" extrusionOk="0">
                  <a:moveTo>
                    <a:pt x="270" y="1"/>
                  </a:moveTo>
                  <a:cubicBezTo>
                    <a:pt x="123" y="1"/>
                    <a:pt x="0" y="115"/>
                    <a:pt x="0" y="262"/>
                  </a:cubicBezTo>
                  <a:cubicBezTo>
                    <a:pt x="0" y="410"/>
                    <a:pt x="123" y="532"/>
                    <a:pt x="270" y="532"/>
                  </a:cubicBezTo>
                  <a:lnTo>
                    <a:pt x="53815" y="532"/>
                  </a:lnTo>
                  <a:cubicBezTo>
                    <a:pt x="53954" y="532"/>
                    <a:pt x="54076" y="410"/>
                    <a:pt x="54076" y="262"/>
                  </a:cubicBezTo>
                  <a:cubicBezTo>
                    <a:pt x="54076" y="115"/>
                    <a:pt x="53954" y="1"/>
                    <a:pt x="5381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5" name="Google Shape;1575;p24"/>
            <p:cNvSpPr/>
            <p:nvPr/>
          </p:nvSpPr>
          <p:spPr>
            <a:xfrm>
              <a:off x="1804210" y="4162457"/>
              <a:ext cx="2243384" cy="15530"/>
            </a:xfrm>
            <a:custGeom>
              <a:avLst/>
              <a:gdLst/>
              <a:ahLst/>
              <a:cxnLst/>
              <a:rect l="l" t="t" r="r" b="b"/>
              <a:pathLst>
                <a:path w="54077" h="535" extrusionOk="0">
                  <a:moveTo>
                    <a:pt x="270" y="1"/>
                  </a:moveTo>
                  <a:cubicBezTo>
                    <a:pt x="123" y="1"/>
                    <a:pt x="0" y="123"/>
                    <a:pt x="0" y="263"/>
                  </a:cubicBezTo>
                  <a:cubicBezTo>
                    <a:pt x="0" y="410"/>
                    <a:pt x="123" y="534"/>
                    <a:pt x="270" y="534"/>
                  </a:cubicBezTo>
                  <a:lnTo>
                    <a:pt x="53815" y="534"/>
                  </a:lnTo>
                  <a:cubicBezTo>
                    <a:pt x="53954" y="534"/>
                    <a:pt x="54076" y="410"/>
                    <a:pt x="54076" y="263"/>
                  </a:cubicBezTo>
                  <a:cubicBezTo>
                    <a:pt x="54076" y="123"/>
                    <a:pt x="53954" y="1"/>
                    <a:pt x="5381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6" name="Google Shape;1576;p24"/>
            <p:cNvSpPr/>
            <p:nvPr/>
          </p:nvSpPr>
          <p:spPr>
            <a:xfrm>
              <a:off x="1875025" y="4065856"/>
              <a:ext cx="2165807" cy="174833"/>
            </a:xfrm>
            <a:custGeom>
              <a:avLst/>
              <a:gdLst/>
              <a:ahLst/>
              <a:cxnLst/>
              <a:rect l="l" t="t" r="r" b="b"/>
              <a:pathLst>
                <a:path w="52207" h="6023" extrusionOk="0">
                  <a:moveTo>
                    <a:pt x="1" y="0"/>
                  </a:moveTo>
                  <a:lnTo>
                    <a:pt x="1" y="6023"/>
                  </a:lnTo>
                  <a:lnTo>
                    <a:pt x="52206" y="6023"/>
                  </a:lnTo>
                  <a:lnTo>
                    <a:pt x="5220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7" name="Google Shape;1577;p24"/>
            <p:cNvSpPr/>
            <p:nvPr/>
          </p:nvSpPr>
          <p:spPr>
            <a:xfrm>
              <a:off x="1842998" y="4015516"/>
              <a:ext cx="2165807" cy="18607"/>
            </a:xfrm>
            <a:custGeom>
              <a:avLst/>
              <a:gdLst/>
              <a:ahLst/>
              <a:cxnLst/>
              <a:rect l="l" t="t" r="r" b="b"/>
              <a:pathLst>
                <a:path w="52207" h="641" extrusionOk="0">
                  <a:moveTo>
                    <a:pt x="1" y="1"/>
                  </a:moveTo>
                  <a:lnTo>
                    <a:pt x="1" y="641"/>
                  </a:lnTo>
                  <a:lnTo>
                    <a:pt x="52206" y="641"/>
                  </a:lnTo>
                  <a:lnTo>
                    <a:pt x="52206"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8" name="Google Shape;1578;p24"/>
            <p:cNvSpPr/>
            <p:nvPr/>
          </p:nvSpPr>
          <p:spPr>
            <a:xfrm>
              <a:off x="1842998" y="4065764"/>
              <a:ext cx="2165807" cy="18607"/>
            </a:xfrm>
            <a:custGeom>
              <a:avLst/>
              <a:gdLst/>
              <a:ahLst/>
              <a:cxnLst/>
              <a:rect l="l" t="t" r="r" b="b"/>
              <a:pathLst>
                <a:path w="52207" h="641" extrusionOk="0">
                  <a:moveTo>
                    <a:pt x="1" y="1"/>
                  </a:moveTo>
                  <a:lnTo>
                    <a:pt x="1" y="640"/>
                  </a:lnTo>
                  <a:lnTo>
                    <a:pt x="52206" y="640"/>
                  </a:lnTo>
                  <a:lnTo>
                    <a:pt x="52206"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9" name="Google Shape;1579;p24"/>
            <p:cNvSpPr/>
            <p:nvPr/>
          </p:nvSpPr>
          <p:spPr>
            <a:xfrm>
              <a:off x="1842998" y="4116012"/>
              <a:ext cx="2165807" cy="18607"/>
            </a:xfrm>
            <a:custGeom>
              <a:avLst/>
              <a:gdLst/>
              <a:ahLst/>
              <a:cxnLst/>
              <a:rect l="l" t="t" r="r" b="b"/>
              <a:pathLst>
                <a:path w="52207" h="641" extrusionOk="0">
                  <a:moveTo>
                    <a:pt x="1" y="0"/>
                  </a:moveTo>
                  <a:lnTo>
                    <a:pt x="1" y="640"/>
                  </a:lnTo>
                  <a:lnTo>
                    <a:pt x="52206" y="640"/>
                  </a:lnTo>
                  <a:lnTo>
                    <a:pt x="52206"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80" name="Google Shape;1580;p24"/>
          <p:cNvGrpSpPr/>
          <p:nvPr/>
        </p:nvGrpSpPr>
        <p:grpSpPr>
          <a:xfrm>
            <a:off x="7045708" y="4841470"/>
            <a:ext cx="1991306" cy="284581"/>
            <a:chOff x="1592843" y="4337469"/>
            <a:chExt cx="2243472" cy="271030"/>
          </a:xfrm>
        </p:grpSpPr>
        <p:sp>
          <p:nvSpPr>
            <p:cNvPr id="1581" name="Google Shape;1581;p24"/>
            <p:cNvSpPr/>
            <p:nvPr/>
          </p:nvSpPr>
          <p:spPr>
            <a:xfrm>
              <a:off x="2923521" y="4337469"/>
              <a:ext cx="912794" cy="271030"/>
            </a:xfrm>
            <a:custGeom>
              <a:avLst/>
              <a:gdLst/>
              <a:ahLst/>
              <a:cxnLst/>
              <a:rect l="l" t="t" r="r" b="b"/>
              <a:pathLst>
                <a:path w="22003" h="9337" extrusionOk="0">
                  <a:moveTo>
                    <a:pt x="0" y="0"/>
                  </a:moveTo>
                  <a:cubicBezTo>
                    <a:pt x="1288" y="0"/>
                    <a:pt x="2461" y="526"/>
                    <a:pt x="3306" y="1363"/>
                  </a:cubicBezTo>
                  <a:cubicBezTo>
                    <a:pt x="4143" y="2207"/>
                    <a:pt x="4668" y="3381"/>
                    <a:pt x="4668" y="4668"/>
                  </a:cubicBezTo>
                  <a:cubicBezTo>
                    <a:pt x="4668" y="7244"/>
                    <a:pt x="2576" y="9337"/>
                    <a:pt x="0" y="9337"/>
                  </a:cubicBezTo>
                  <a:lnTo>
                    <a:pt x="17334" y="9337"/>
                  </a:lnTo>
                  <a:cubicBezTo>
                    <a:pt x="19909" y="9337"/>
                    <a:pt x="22002" y="7244"/>
                    <a:pt x="22002" y="4668"/>
                  </a:cubicBezTo>
                  <a:cubicBezTo>
                    <a:pt x="22002" y="3381"/>
                    <a:pt x="21476" y="2207"/>
                    <a:pt x="20632" y="1363"/>
                  </a:cubicBezTo>
                  <a:cubicBezTo>
                    <a:pt x="19787" y="526"/>
                    <a:pt x="18622" y="0"/>
                    <a:pt x="1733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2" name="Google Shape;1582;p24"/>
            <p:cNvSpPr/>
            <p:nvPr/>
          </p:nvSpPr>
          <p:spPr>
            <a:xfrm>
              <a:off x="1592843" y="4337469"/>
              <a:ext cx="1525362" cy="271030"/>
            </a:xfrm>
            <a:custGeom>
              <a:avLst/>
              <a:gdLst/>
              <a:ahLst/>
              <a:cxnLst/>
              <a:rect l="l" t="t" r="r" b="b"/>
              <a:pathLst>
                <a:path w="36769" h="9337" extrusionOk="0">
                  <a:moveTo>
                    <a:pt x="451" y="0"/>
                  </a:moveTo>
                  <a:cubicBezTo>
                    <a:pt x="205" y="0"/>
                    <a:pt x="0" y="197"/>
                    <a:pt x="0" y="451"/>
                  </a:cubicBezTo>
                  <a:cubicBezTo>
                    <a:pt x="0" y="697"/>
                    <a:pt x="205" y="904"/>
                    <a:pt x="451" y="904"/>
                  </a:cubicBezTo>
                  <a:lnTo>
                    <a:pt x="31625" y="904"/>
                  </a:lnTo>
                  <a:cubicBezTo>
                    <a:pt x="33651" y="904"/>
                    <a:pt x="35291" y="2544"/>
                    <a:pt x="35291" y="4570"/>
                  </a:cubicBezTo>
                  <a:cubicBezTo>
                    <a:pt x="35291" y="6596"/>
                    <a:pt x="33651" y="8238"/>
                    <a:pt x="31625" y="8238"/>
                  </a:cubicBezTo>
                  <a:lnTo>
                    <a:pt x="451" y="8238"/>
                  </a:lnTo>
                  <a:cubicBezTo>
                    <a:pt x="205" y="8238"/>
                    <a:pt x="0" y="8443"/>
                    <a:pt x="0" y="8689"/>
                  </a:cubicBezTo>
                  <a:lnTo>
                    <a:pt x="0" y="8886"/>
                  </a:lnTo>
                  <a:cubicBezTo>
                    <a:pt x="0" y="9140"/>
                    <a:pt x="205" y="9337"/>
                    <a:pt x="451" y="9337"/>
                  </a:cubicBezTo>
                  <a:lnTo>
                    <a:pt x="31970" y="9337"/>
                  </a:lnTo>
                  <a:cubicBezTo>
                    <a:pt x="34537" y="9337"/>
                    <a:pt x="36703" y="7311"/>
                    <a:pt x="36744" y="4743"/>
                  </a:cubicBezTo>
                  <a:cubicBezTo>
                    <a:pt x="36768" y="3422"/>
                    <a:pt x="36235" y="2223"/>
                    <a:pt x="35382" y="1363"/>
                  </a:cubicBezTo>
                  <a:cubicBezTo>
                    <a:pt x="34537" y="526"/>
                    <a:pt x="33364" y="0"/>
                    <a:pt x="320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3" name="Google Shape;1583;p24"/>
            <p:cNvSpPr/>
            <p:nvPr/>
          </p:nvSpPr>
          <p:spPr>
            <a:xfrm>
              <a:off x="1649014" y="4363711"/>
              <a:ext cx="1407918" cy="212888"/>
            </a:xfrm>
            <a:custGeom>
              <a:avLst/>
              <a:gdLst/>
              <a:ahLst/>
              <a:cxnLst/>
              <a:rect l="l" t="t" r="r" b="b"/>
              <a:pathLst>
                <a:path w="33938" h="7334" extrusionOk="0">
                  <a:moveTo>
                    <a:pt x="1" y="0"/>
                  </a:moveTo>
                  <a:lnTo>
                    <a:pt x="1" y="7334"/>
                  </a:lnTo>
                  <a:lnTo>
                    <a:pt x="30271" y="7334"/>
                  </a:lnTo>
                  <a:cubicBezTo>
                    <a:pt x="32297" y="7334"/>
                    <a:pt x="33937" y="5692"/>
                    <a:pt x="33937" y="3666"/>
                  </a:cubicBezTo>
                  <a:cubicBezTo>
                    <a:pt x="33937" y="1640"/>
                    <a:pt x="32297" y="0"/>
                    <a:pt x="3027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4" name="Google Shape;1584;p24"/>
            <p:cNvSpPr/>
            <p:nvPr/>
          </p:nvSpPr>
          <p:spPr>
            <a:xfrm>
              <a:off x="3212796" y="4413930"/>
              <a:ext cx="496244" cy="112685"/>
            </a:xfrm>
            <a:custGeom>
              <a:avLst/>
              <a:gdLst/>
              <a:ahLst/>
              <a:cxnLst/>
              <a:rect l="l" t="t" r="r" b="b"/>
              <a:pathLst>
                <a:path w="11962" h="3882" extrusionOk="0">
                  <a:moveTo>
                    <a:pt x="296" y="1"/>
                  </a:moveTo>
                  <a:cubicBezTo>
                    <a:pt x="296" y="164"/>
                    <a:pt x="164" y="296"/>
                    <a:pt x="1" y="296"/>
                  </a:cubicBezTo>
                  <a:lnTo>
                    <a:pt x="1" y="3576"/>
                  </a:lnTo>
                  <a:cubicBezTo>
                    <a:pt x="164" y="3576"/>
                    <a:pt x="296" y="3716"/>
                    <a:pt x="296" y="3881"/>
                  </a:cubicBezTo>
                  <a:lnTo>
                    <a:pt x="11666" y="3881"/>
                  </a:lnTo>
                  <a:cubicBezTo>
                    <a:pt x="11666" y="3716"/>
                    <a:pt x="11796" y="3576"/>
                    <a:pt x="11962" y="3576"/>
                  </a:cubicBezTo>
                  <a:lnTo>
                    <a:pt x="11962" y="296"/>
                  </a:lnTo>
                  <a:cubicBezTo>
                    <a:pt x="11796" y="296"/>
                    <a:pt x="11666" y="164"/>
                    <a:pt x="11666"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5" name="Google Shape;1585;p24"/>
            <p:cNvSpPr/>
            <p:nvPr/>
          </p:nvSpPr>
          <p:spPr>
            <a:xfrm>
              <a:off x="3415410" y="4455731"/>
              <a:ext cx="42813" cy="28853"/>
            </a:xfrm>
            <a:custGeom>
              <a:avLst/>
              <a:gdLst/>
              <a:ahLst/>
              <a:cxnLst/>
              <a:rect l="l" t="t" r="r" b="b"/>
              <a:pathLst>
                <a:path w="1032" h="994" extrusionOk="0">
                  <a:moveTo>
                    <a:pt x="453" y="0"/>
                  </a:moveTo>
                  <a:cubicBezTo>
                    <a:pt x="411" y="0"/>
                    <a:pt x="368" y="6"/>
                    <a:pt x="324" y="20"/>
                  </a:cubicBezTo>
                  <a:cubicBezTo>
                    <a:pt x="145" y="79"/>
                    <a:pt x="71" y="266"/>
                    <a:pt x="39" y="439"/>
                  </a:cubicBezTo>
                  <a:cubicBezTo>
                    <a:pt x="1" y="706"/>
                    <a:pt x="210" y="993"/>
                    <a:pt x="483" y="993"/>
                  </a:cubicBezTo>
                  <a:cubicBezTo>
                    <a:pt x="504" y="993"/>
                    <a:pt x="525" y="992"/>
                    <a:pt x="547" y="988"/>
                  </a:cubicBezTo>
                  <a:cubicBezTo>
                    <a:pt x="801" y="947"/>
                    <a:pt x="1031" y="636"/>
                    <a:pt x="941" y="382"/>
                  </a:cubicBezTo>
                  <a:cubicBezTo>
                    <a:pt x="907" y="307"/>
                    <a:pt x="866" y="234"/>
                    <a:pt x="817" y="177"/>
                  </a:cubicBezTo>
                  <a:cubicBezTo>
                    <a:pt x="723" y="69"/>
                    <a:pt x="594" y="0"/>
                    <a:pt x="4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6" name="Google Shape;1586;p24"/>
            <p:cNvSpPr/>
            <p:nvPr/>
          </p:nvSpPr>
          <p:spPr>
            <a:xfrm>
              <a:off x="3360318" y="4455731"/>
              <a:ext cx="43103" cy="28853"/>
            </a:xfrm>
            <a:custGeom>
              <a:avLst/>
              <a:gdLst/>
              <a:ahLst/>
              <a:cxnLst/>
              <a:rect l="l" t="t" r="r" b="b"/>
              <a:pathLst>
                <a:path w="1039" h="994" extrusionOk="0">
                  <a:moveTo>
                    <a:pt x="461" y="0"/>
                  </a:moveTo>
                  <a:cubicBezTo>
                    <a:pt x="419" y="0"/>
                    <a:pt x="376" y="6"/>
                    <a:pt x="333" y="20"/>
                  </a:cubicBezTo>
                  <a:cubicBezTo>
                    <a:pt x="144" y="79"/>
                    <a:pt x="70" y="266"/>
                    <a:pt x="46" y="439"/>
                  </a:cubicBezTo>
                  <a:cubicBezTo>
                    <a:pt x="0" y="706"/>
                    <a:pt x="216" y="993"/>
                    <a:pt x="490" y="993"/>
                  </a:cubicBezTo>
                  <a:cubicBezTo>
                    <a:pt x="511" y="993"/>
                    <a:pt x="532" y="992"/>
                    <a:pt x="554" y="988"/>
                  </a:cubicBezTo>
                  <a:cubicBezTo>
                    <a:pt x="808" y="947"/>
                    <a:pt x="1038" y="636"/>
                    <a:pt x="940" y="382"/>
                  </a:cubicBezTo>
                  <a:cubicBezTo>
                    <a:pt x="914" y="307"/>
                    <a:pt x="875" y="234"/>
                    <a:pt x="826" y="177"/>
                  </a:cubicBezTo>
                  <a:cubicBezTo>
                    <a:pt x="730" y="69"/>
                    <a:pt x="601" y="0"/>
                    <a:pt x="46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7" name="Google Shape;1587;p24"/>
            <p:cNvSpPr/>
            <p:nvPr/>
          </p:nvSpPr>
          <p:spPr>
            <a:xfrm>
              <a:off x="3305474" y="4455731"/>
              <a:ext cx="42813" cy="28853"/>
            </a:xfrm>
            <a:custGeom>
              <a:avLst/>
              <a:gdLst/>
              <a:ahLst/>
              <a:cxnLst/>
              <a:rect l="l" t="t" r="r" b="b"/>
              <a:pathLst>
                <a:path w="1032" h="994" extrusionOk="0">
                  <a:moveTo>
                    <a:pt x="454" y="0"/>
                  </a:moveTo>
                  <a:cubicBezTo>
                    <a:pt x="412" y="0"/>
                    <a:pt x="369" y="6"/>
                    <a:pt x="326" y="20"/>
                  </a:cubicBezTo>
                  <a:cubicBezTo>
                    <a:pt x="145" y="79"/>
                    <a:pt x="70" y="266"/>
                    <a:pt x="39" y="439"/>
                  </a:cubicBezTo>
                  <a:cubicBezTo>
                    <a:pt x="1" y="706"/>
                    <a:pt x="210" y="993"/>
                    <a:pt x="483" y="993"/>
                  </a:cubicBezTo>
                  <a:cubicBezTo>
                    <a:pt x="504" y="993"/>
                    <a:pt x="525" y="992"/>
                    <a:pt x="547" y="988"/>
                  </a:cubicBezTo>
                  <a:cubicBezTo>
                    <a:pt x="809" y="947"/>
                    <a:pt x="1031" y="636"/>
                    <a:pt x="941" y="382"/>
                  </a:cubicBezTo>
                  <a:cubicBezTo>
                    <a:pt x="917" y="307"/>
                    <a:pt x="868" y="234"/>
                    <a:pt x="819" y="177"/>
                  </a:cubicBezTo>
                  <a:cubicBezTo>
                    <a:pt x="723" y="69"/>
                    <a:pt x="594" y="0"/>
                    <a:pt x="45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8" name="Google Shape;1588;p24"/>
            <p:cNvSpPr/>
            <p:nvPr/>
          </p:nvSpPr>
          <p:spPr>
            <a:xfrm>
              <a:off x="3578778" y="4455731"/>
              <a:ext cx="42771" cy="28853"/>
            </a:xfrm>
            <a:custGeom>
              <a:avLst/>
              <a:gdLst/>
              <a:ahLst/>
              <a:cxnLst/>
              <a:rect l="l" t="t" r="r" b="b"/>
              <a:pathLst>
                <a:path w="1031" h="994" extrusionOk="0">
                  <a:moveTo>
                    <a:pt x="453" y="0"/>
                  </a:moveTo>
                  <a:cubicBezTo>
                    <a:pt x="411" y="0"/>
                    <a:pt x="368" y="6"/>
                    <a:pt x="324" y="20"/>
                  </a:cubicBezTo>
                  <a:cubicBezTo>
                    <a:pt x="145" y="79"/>
                    <a:pt x="70" y="266"/>
                    <a:pt x="47" y="439"/>
                  </a:cubicBezTo>
                  <a:cubicBezTo>
                    <a:pt x="1" y="706"/>
                    <a:pt x="210" y="993"/>
                    <a:pt x="483" y="993"/>
                  </a:cubicBezTo>
                  <a:cubicBezTo>
                    <a:pt x="504" y="993"/>
                    <a:pt x="525" y="992"/>
                    <a:pt x="547" y="988"/>
                  </a:cubicBezTo>
                  <a:cubicBezTo>
                    <a:pt x="808" y="947"/>
                    <a:pt x="1031" y="636"/>
                    <a:pt x="940" y="382"/>
                  </a:cubicBezTo>
                  <a:cubicBezTo>
                    <a:pt x="915" y="307"/>
                    <a:pt x="875" y="234"/>
                    <a:pt x="816" y="177"/>
                  </a:cubicBezTo>
                  <a:cubicBezTo>
                    <a:pt x="722" y="69"/>
                    <a:pt x="593" y="0"/>
                    <a:pt x="4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9" name="Google Shape;1589;p24"/>
            <p:cNvSpPr/>
            <p:nvPr/>
          </p:nvSpPr>
          <p:spPr>
            <a:xfrm>
              <a:off x="3523977" y="4455731"/>
              <a:ext cx="42771" cy="28853"/>
            </a:xfrm>
            <a:custGeom>
              <a:avLst/>
              <a:gdLst/>
              <a:ahLst/>
              <a:cxnLst/>
              <a:rect l="l" t="t" r="r" b="b"/>
              <a:pathLst>
                <a:path w="1031" h="994" extrusionOk="0">
                  <a:moveTo>
                    <a:pt x="453" y="0"/>
                  </a:moveTo>
                  <a:cubicBezTo>
                    <a:pt x="412" y="0"/>
                    <a:pt x="369" y="6"/>
                    <a:pt x="326" y="20"/>
                  </a:cubicBezTo>
                  <a:cubicBezTo>
                    <a:pt x="145" y="79"/>
                    <a:pt x="70" y="266"/>
                    <a:pt x="39" y="439"/>
                  </a:cubicBezTo>
                  <a:cubicBezTo>
                    <a:pt x="0" y="706"/>
                    <a:pt x="210" y="993"/>
                    <a:pt x="483" y="993"/>
                  </a:cubicBezTo>
                  <a:cubicBezTo>
                    <a:pt x="504" y="993"/>
                    <a:pt x="525" y="992"/>
                    <a:pt x="547" y="988"/>
                  </a:cubicBezTo>
                  <a:cubicBezTo>
                    <a:pt x="801" y="947"/>
                    <a:pt x="1031" y="636"/>
                    <a:pt x="940" y="382"/>
                  </a:cubicBezTo>
                  <a:cubicBezTo>
                    <a:pt x="907" y="307"/>
                    <a:pt x="867" y="234"/>
                    <a:pt x="818" y="177"/>
                  </a:cubicBezTo>
                  <a:cubicBezTo>
                    <a:pt x="723" y="69"/>
                    <a:pt x="593" y="0"/>
                    <a:pt x="4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0" name="Google Shape;1590;p24"/>
            <p:cNvSpPr/>
            <p:nvPr/>
          </p:nvSpPr>
          <p:spPr>
            <a:xfrm>
              <a:off x="3468843" y="4455731"/>
              <a:ext cx="43103" cy="28853"/>
            </a:xfrm>
            <a:custGeom>
              <a:avLst/>
              <a:gdLst/>
              <a:ahLst/>
              <a:cxnLst/>
              <a:rect l="l" t="t" r="r" b="b"/>
              <a:pathLst>
                <a:path w="1039" h="994" extrusionOk="0">
                  <a:moveTo>
                    <a:pt x="462" y="0"/>
                  </a:moveTo>
                  <a:cubicBezTo>
                    <a:pt x="420" y="0"/>
                    <a:pt x="377" y="6"/>
                    <a:pt x="334" y="20"/>
                  </a:cubicBezTo>
                  <a:cubicBezTo>
                    <a:pt x="145" y="79"/>
                    <a:pt x="70" y="266"/>
                    <a:pt x="46" y="439"/>
                  </a:cubicBezTo>
                  <a:cubicBezTo>
                    <a:pt x="1" y="706"/>
                    <a:pt x="210" y="993"/>
                    <a:pt x="489" y="993"/>
                  </a:cubicBezTo>
                  <a:cubicBezTo>
                    <a:pt x="511" y="993"/>
                    <a:pt x="532" y="992"/>
                    <a:pt x="554" y="988"/>
                  </a:cubicBezTo>
                  <a:cubicBezTo>
                    <a:pt x="808" y="947"/>
                    <a:pt x="1039" y="636"/>
                    <a:pt x="940" y="382"/>
                  </a:cubicBezTo>
                  <a:cubicBezTo>
                    <a:pt x="917" y="307"/>
                    <a:pt x="875" y="234"/>
                    <a:pt x="826" y="177"/>
                  </a:cubicBezTo>
                  <a:cubicBezTo>
                    <a:pt x="731" y="69"/>
                    <a:pt x="602" y="0"/>
                    <a:pt x="46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1" name="Google Shape;1591;p24"/>
            <p:cNvSpPr/>
            <p:nvPr/>
          </p:nvSpPr>
          <p:spPr>
            <a:xfrm>
              <a:off x="1649014" y="4395352"/>
              <a:ext cx="1274544" cy="24789"/>
            </a:xfrm>
            <a:custGeom>
              <a:avLst/>
              <a:gdLst/>
              <a:ahLst/>
              <a:cxnLst/>
              <a:rect l="l" t="t" r="r" b="b"/>
              <a:pathLst>
                <a:path w="30723" h="854" extrusionOk="0">
                  <a:moveTo>
                    <a:pt x="1" y="1"/>
                  </a:moveTo>
                  <a:lnTo>
                    <a:pt x="1" y="853"/>
                  </a:lnTo>
                  <a:lnTo>
                    <a:pt x="30657" y="853"/>
                  </a:lnTo>
                  <a:cubicBezTo>
                    <a:pt x="30689" y="853"/>
                    <a:pt x="30722" y="820"/>
                    <a:pt x="30722" y="788"/>
                  </a:cubicBezTo>
                  <a:lnTo>
                    <a:pt x="30722" y="66"/>
                  </a:lnTo>
                  <a:cubicBezTo>
                    <a:pt x="30722" y="24"/>
                    <a:pt x="30689" y="1"/>
                    <a:pt x="3065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2" name="Google Shape;1592;p24"/>
            <p:cNvSpPr/>
            <p:nvPr/>
          </p:nvSpPr>
          <p:spPr>
            <a:xfrm>
              <a:off x="1649014" y="4459417"/>
              <a:ext cx="1274544" cy="24557"/>
            </a:xfrm>
            <a:custGeom>
              <a:avLst/>
              <a:gdLst/>
              <a:ahLst/>
              <a:cxnLst/>
              <a:rect l="l" t="t" r="r" b="b"/>
              <a:pathLst>
                <a:path w="30723" h="846" extrusionOk="0">
                  <a:moveTo>
                    <a:pt x="1" y="1"/>
                  </a:moveTo>
                  <a:lnTo>
                    <a:pt x="1" y="845"/>
                  </a:lnTo>
                  <a:lnTo>
                    <a:pt x="30657" y="845"/>
                  </a:lnTo>
                  <a:cubicBezTo>
                    <a:pt x="30689" y="845"/>
                    <a:pt x="30722" y="820"/>
                    <a:pt x="30722" y="779"/>
                  </a:cubicBezTo>
                  <a:lnTo>
                    <a:pt x="30722" y="66"/>
                  </a:lnTo>
                  <a:cubicBezTo>
                    <a:pt x="30722" y="24"/>
                    <a:pt x="30689" y="1"/>
                    <a:pt x="3065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3" name="Google Shape;1593;p24"/>
            <p:cNvSpPr/>
            <p:nvPr/>
          </p:nvSpPr>
          <p:spPr>
            <a:xfrm>
              <a:off x="1649014" y="4523222"/>
              <a:ext cx="1274544" cy="24819"/>
            </a:xfrm>
            <a:custGeom>
              <a:avLst/>
              <a:gdLst/>
              <a:ahLst/>
              <a:cxnLst/>
              <a:rect l="l" t="t" r="r" b="b"/>
              <a:pathLst>
                <a:path w="30723" h="855" extrusionOk="0">
                  <a:moveTo>
                    <a:pt x="1" y="0"/>
                  </a:moveTo>
                  <a:lnTo>
                    <a:pt x="1" y="855"/>
                  </a:lnTo>
                  <a:lnTo>
                    <a:pt x="30657" y="855"/>
                  </a:lnTo>
                  <a:cubicBezTo>
                    <a:pt x="30689" y="855"/>
                    <a:pt x="30722" y="829"/>
                    <a:pt x="30722" y="788"/>
                  </a:cubicBezTo>
                  <a:lnTo>
                    <a:pt x="30722" y="67"/>
                  </a:lnTo>
                  <a:cubicBezTo>
                    <a:pt x="30722" y="34"/>
                    <a:pt x="30689" y="0"/>
                    <a:pt x="3065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94" name="Google Shape;1594;p24"/>
          <p:cNvGrpSpPr/>
          <p:nvPr/>
        </p:nvGrpSpPr>
        <p:grpSpPr>
          <a:xfrm>
            <a:off x="6598773" y="4703361"/>
            <a:ext cx="2521168" cy="133316"/>
            <a:chOff x="1453992" y="4210528"/>
            <a:chExt cx="2521168" cy="126968"/>
          </a:xfrm>
        </p:grpSpPr>
        <p:sp>
          <p:nvSpPr>
            <p:cNvPr id="1595" name="Google Shape;1595;p24"/>
            <p:cNvSpPr/>
            <p:nvPr/>
          </p:nvSpPr>
          <p:spPr>
            <a:xfrm>
              <a:off x="1453992" y="4210528"/>
              <a:ext cx="2521168" cy="126966"/>
            </a:xfrm>
            <a:custGeom>
              <a:avLst/>
              <a:gdLst/>
              <a:ahLst/>
              <a:cxnLst/>
              <a:rect l="l" t="t" r="r" b="b"/>
              <a:pathLst>
                <a:path w="60773" h="4374" extrusionOk="0">
                  <a:moveTo>
                    <a:pt x="0" y="1"/>
                  </a:moveTo>
                  <a:lnTo>
                    <a:pt x="0" y="4373"/>
                  </a:lnTo>
                  <a:lnTo>
                    <a:pt x="60772" y="4373"/>
                  </a:lnTo>
                  <a:lnTo>
                    <a:pt x="6077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6" name="Google Shape;1596;p24"/>
            <p:cNvSpPr/>
            <p:nvPr/>
          </p:nvSpPr>
          <p:spPr>
            <a:xfrm>
              <a:off x="1532316" y="4210528"/>
              <a:ext cx="158224" cy="126966"/>
            </a:xfrm>
            <a:custGeom>
              <a:avLst/>
              <a:gdLst/>
              <a:ahLst/>
              <a:cxnLst/>
              <a:rect l="l" t="t" r="r" b="b"/>
              <a:pathLst>
                <a:path w="3814" h="4374" extrusionOk="0">
                  <a:moveTo>
                    <a:pt x="0" y="1"/>
                  </a:moveTo>
                  <a:lnTo>
                    <a:pt x="0" y="4373"/>
                  </a:lnTo>
                  <a:lnTo>
                    <a:pt x="3814" y="4373"/>
                  </a:lnTo>
                  <a:lnTo>
                    <a:pt x="381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7" name="Google Shape;1597;p24"/>
            <p:cNvSpPr/>
            <p:nvPr/>
          </p:nvSpPr>
          <p:spPr>
            <a:xfrm>
              <a:off x="1784463" y="4210528"/>
              <a:ext cx="109977" cy="126966"/>
            </a:xfrm>
            <a:custGeom>
              <a:avLst/>
              <a:gdLst/>
              <a:ahLst/>
              <a:cxnLst/>
              <a:rect l="l" t="t" r="r" b="b"/>
              <a:pathLst>
                <a:path w="2651" h="4374" extrusionOk="0">
                  <a:moveTo>
                    <a:pt x="0" y="1"/>
                  </a:moveTo>
                  <a:lnTo>
                    <a:pt x="0" y="4373"/>
                  </a:lnTo>
                  <a:lnTo>
                    <a:pt x="2650" y="4373"/>
                  </a:lnTo>
                  <a:lnTo>
                    <a:pt x="265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8" name="Google Shape;1598;p24"/>
            <p:cNvSpPr/>
            <p:nvPr/>
          </p:nvSpPr>
          <p:spPr>
            <a:xfrm>
              <a:off x="1816448" y="4210528"/>
              <a:ext cx="45965" cy="126966"/>
            </a:xfrm>
            <a:custGeom>
              <a:avLst/>
              <a:gdLst/>
              <a:ahLst/>
              <a:cxnLst/>
              <a:rect l="l" t="t" r="r" b="b"/>
              <a:pathLst>
                <a:path w="1108" h="4374" extrusionOk="0">
                  <a:moveTo>
                    <a:pt x="1" y="1"/>
                  </a:moveTo>
                  <a:lnTo>
                    <a:pt x="1" y="4373"/>
                  </a:lnTo>
                  <a:lnTo>
                    <a:pt x="1107" y="4373"/>
                  </a:lnTo>
                  <a:lnTo>
                    <a:pt x="1107"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9" name="Google Shape;1599;p24"/>
            <p:cNvSpPr/>
            <p:nvPr/>
          </p:nvSpPr>
          <p:spPr>
            <a:xfrm>
              <a:off x="3781143" y="4210528"/>
              <a:ext cx="109977" cy="126966"/>
            </a:xfrm>
            <a:custGeom>
              <a:avLst/>
              <a:gdLst/>
              <a:ahLst/>
              <a:cxnLst/>
              <a:rect l="l" t="t" r="r" b="b"/>
              <a:pathLst>
                <a:path w="2651" h="4374" extrusionOk="0">
                  <a:moveTo>
                    <a:pt x="0" y="1"/>
                  </a:moveTo>
                  <a:lnTo>
                    <a:pt x="0" y="4373"/>
                  </a:lnTo>
                  <a:lnTo>
                    <a:pt x="2650" y="4373"/>
                  </a:lnTo>
                  <a:lnTo>
                    <a:pt x="265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0" name="Google Shape;1600;p24"/>
            <p:cNvSpPr/>
            <p:nvPr/>
          </p:nvSpPr>
          <p:spPr>
            <a:xfrm>
              <a:off x="3813460" y="4210528"/>
              <a:ext cx="45633" cy="126966"/>
            </a:xfrm>
            <a:custGeom>
              <a:avLst/>
              <a:gdLst/>
              <a:ahLst/>
              <a:cxnLst/>
              <a:rect l="l" t="t" r="r" b="b"/>
              <a:pathLst>
                <a:path w="1100" h="4374" extrusionOk="0">
                  <a:moveTo>
                    <a:pt x="1" y="1"/>
                  </a:moveTo>
                  <a:lnTo>
                    <a:pt x="1" y="4373"/>
                  </a:lnTo>
                  <a:lnTo>
                    <a:pt x="1099" y="4373"/>
                  </a:lnTo>
                  <a:lnTo>
                    <a:pt x="109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1" name="Google Shape;1601;p24"/>
            <p:cNvSpPr/>
            <p:nvPr/>
          </p:nvSpPr>
          <p:spPr>
            <a:xfrm>
              <a:off x="1957373" y="4210528"/>
              <a:ext cx="497198" cy="126966"/>
            </a:xfrm>
            <a:custGeom>
              <a:avLst/>
              <a:gdLst/>
              <a:ahLst/>
              <a:cxnLst/>
              <a:rect l="l" t="t" r="r" b="b"/>
              <a:pathLst>
                <a:path w="11985" h="4374" extrusionOk="0">
                  <a:moveTo>
                    <a:pt x="8023" y="1"/>
                  </a:moveTo>
                  <a:cubicBezTo>
                    <a:pt x="7505" y="215"/>
                    <a:pt x="6982" y="412"/>
                    <a:pt x="6448" y="591"/>
                  </a:cubicBezTo>
                  <a:cubicBezTo>
                    <a:pt x="4643" y="1192"/>
                    <a:pt x="2477" y="1511"/>
                    <a:pt x="1000" y="2840"/>
                  </a:cubicBezTo>
                  <a:cubicBezTo>
                    <a:pt x="534" y="3267"/>
                    <a:pt x="213" y="3791"/>
                    <a:pt x="0" y="4373"/>
                  </a:cubicBezTo>
                  <a:lnTo>
                    <a:pt x="6562" y="4373"/>
                  </a:lnTo>
                  <a:cubicBezTo>
                    <a:pt x="6604" y="4086"/>
                    <a:pt x="6676" y="3791"/>
                    <a:pt x="6793" y="3480"/>
                  </a:cubicBezTo>
                  <a:cubicBezTo>
                    <a:pt x="7678" y="1068"/>
                    <a:pt x="9958" y="788"/>
                    <a:pt x="1198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2" name="Google Shape;1602;p24"/>
            <p:cNvSpPr/>
            <p:nvPr/>
          </p:nvSpPr>
          <p:spPr>
            <a:xfrm>
              <a:off x="2658057" y="4210528"/>
              <a:ext cx="962120" cy="126966"/>
            </a:xfrm>
            <a:custGeom>
              <a:avLst/>
              <a:gdLst/>
              <a:ahLst/>
              <a:cxnLst/>
              <a:rect l="l" t="t" r="r" b="b"/>
              <a:pathLst>
                <a:path w="23192" h="4374" extrusionOk="0">
                  <a:moveTo>
                    <a:pt x="887" y="1"/>
                  </a:moveTo>
                  <a:cubicBezTo>
                    <a:pt x="288" y="1003"/>
                    <a:pt x="1" y="2192"/>
                    <a:pt x="123" y="3373"/>
                  </a:cubicBezTo>
                  <a:cubicBezTo>
                    <a:pt x="164" y="3710"/>
                    <a:pt x="247" y="4047"/>
                    <a:pt x="353" y="4373"/>
                  </a:cubicBezTo>
                  <a:lnTo>
                    <a:pt x="23191" y="4373"/>
                  </a:lnTo>
                  <a:cubicBezTo>
                    <a:pt x="21244" y="2589"/>
                    <a:pt x="18733" y="2130"/>
                    <a:pt x="16153" y="2130"/>
                  </a:cubicBezTo>
                  <a:cubicBezTo>
                    <a:pt x="14332" y="2130"/>
                    <a:pt x="12478" y="2359"/>
                    <a:pt x="10764" y="2511"/>
                  </a:cubicBezTo>
                  <a:cubicBezTo>
                    <a:pt x="10477" y="2539"/>
                    <a:pt x="9911" y="2576"/>
                    <a:pt x="9243" y="2576"/>
                  </a:cubicBezTo>
                  <a:cubicBezTo>
                    <a:pt x="7140" y="2576"/>
                    <a:pt x="4034" y="2205"/>
                    <a:pt x="5529"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3" name="Google Shape;1603;p24"/>
            <p:cNvSpPr/>
            <p:nvPr/>
          </p:nvSpPr>
          <p:spPr>
            <a:xfrm>
              <a:off x="2317381" y="4265682"/>
              <a:ext cx="257995" cy="71814"/>
            </a:xfrm>
            <a:custGeom>
              <a:avLst/>
              <a:gdLst/>
              <a:ahLst/>
              <a:cxnLst/>
              <a:rect l="l" t="t" r="r" b="b"/>
              <a:pathLst>
                <a:path w="6219" h="2474" extrusionOk="0">
                  <a:moveTo>
                    <a:pt x="3472" y="1"/>
                  </a:moveTo>
                  <a:cubicBezTo>
                    <a:pt x="3279" y="1"/>
                    <a:pt x="3081" y="18"/>
                    <a:pt x="2881" y="54"/>
                  </a:cubicBezTo>
                  <a:cubicBezTo>
                    <a:pt x="1708" y="266"/>
                    <a:pt x="304" y="1227"/>
                    <a:pt x="1" y="2473"/>
                  </a:cubicBezTo>
                  <a:lnTo>
                    <a:pt x="6218" y="2473"/>
                  </a:lnTo>
                  <a:cubicBezTo>
                    <a:pt x="6145" y="2121"/>
                    <a:pt x="6055" y="1776"/>
                    <a:pt x="5884" y="1448"/>
                  </a:cubicBezTo>
                  <a:cubicBezTo>
                    <a:pt x="5379" y="484"/>
                    <a:pt x="4484" y="1"/>
                    <a:pt x="347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4" name="Google Shape;1604;p24"/>
            <p:cNvSpPr/>
            <p:nvPr/>
          </p:nvSpPr>
          <p:spPr>
            <a:xfrm>
              <a:off x="3021840" y="4210528"/>
              <a:ext cx="309768" cy="38723"/>
            </a:xfrm>
            <a:custGeom>
              <a:avLst/>
              <a:gdLst/>
              <a:ahLst/>
              <a:cxnLst/>
              <a:rect l="l" t="t" r="r" b="b"/>
              <a:pathLst>
                <a:path w="7467" h="1334" extrusionOk="0">
                  <a:moveTo>
                    <a:pt x="1" y="1"/>
                  </a:moveTo>
                  <a:cubicBezTo>
                    <a:pt x="477" y="749"/>
                    <a:pt x="1363" y="1166"/>
                    <a:pt x="2478" y="1298"/>
                  </a:cubicBezTo>
                  <a:cubicBezTo>
                    <a:pt x="2680" y="1322"/>
                    <a:pt x="2885" y="1334"/>
                    <a:pt x="3093" y="1334"/>
                  </a:cubicBezTo>
                  <a:cubicBezTo>
                    <a:pt x="4517" y="1334"/>
                    <a:pt x="6042" y="789"/>
                    <a:pt x="746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605" name="Google Shape;1605;p24"/>
          <p:cNvGrpSpPr/>
          <p:nvPr/>
        </p:nvGrpSpPr>
        <p:grpSpPr>
          <a:xfrm>
            <a:off x="6960767" y="3630474"/>
            <a:ext cx="2084870" cy="284518"/>
            <a:chOff x="1649025" y="2572974"/>
            <a:chExt cx="2084870" cy="270969"/>
          </a:xfrm>
        </p:grpSpPr>
        <p:sp>
          <p:nvSpPr>
            <p:cNvPr id="1606" name="Google Shape;1606;p24"/>
            <p:cNvSpPr/>
            <p:nvPr/>
          </p:nvSpPr>
          <p:spPr>
            <a:xfrm>
              <a:off x="1649025" y="2572974"/>
              <a:ext cx="2084870" cy="270969"/>
            </a:xfrm>
            <a:custGeom>
              <a:avLst/>
              <a:gdLst/>
              <a:ahLst/>
              <a:cxnLst/>
              <a:rect l="l" t="t" r="r" b="b"/>
              <a:pathLst>
                <a:path w="50256" h="7400" extrusionOk="0">
                  <a:moveTo>
                    <a:pt x="1" y="0"/>
                  </a:moveTo>
                  <a:lnTo>
                    <a:pt x="1" y="7399"/>
                  </a:lnTo>
                  <a:lnTo>
                    <a:pt x="50255" y="7399"/>
                  </a:lnTo>
                  <a:lnTo>
                    <a:pt x="50255"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7" name="Google Shape;1607;p24"/>
            <p:cNvSpPr/>
            <p:nvPr/>
          </p:nvSpPr>
          <p:spPr>
            <a:xfrm>
              <a:off x="2017244" y="2626402"/>
              <a:ext cx="171540" cy="29514"/>
            </a:xfrm>
            <a:custGeom>
              <a:avLst/>
              <a:gdLst/>
              <a:ahLst/>
              <a:cxnLst/>
              <a:rect l="l" t="t" r="r" b="b"/>
              <a:pathLst>
                <a:path w="4135" h="806" extrusionOk="0">
                  <a:moveTo>
                    <a:pt x="410" y="0"/>
                  </a:moveTo>
                  <a:cubicBezTo>
                    <a:pt x="181" y="0"/>
                    <a:pt x="0" y="181"/>
                    <a:pt x="0" y="402"/>
                  </a:cubicBezTo>
                  <a:cubicBezTo>
                    <a:pt x="0" y="624"/>
                    <a:pt x="181" y="805"/>
                    <a:pt x="410" y="805"/>
                  </a:cubicBezTo>
                  <a:lnTo>
                    <a:pt x="3733" y="805"/>
                  </a:lnTo>
                  <a:cubicBezTo>
                    <a:pt x="3954" y="805"/>
                    <a:pt x="4135" y="624"/>
                    <a:pt x="4135" y="402"/>
                  </a:cubicBezTo>
                  <a:cubicBezTo>
                    <a:pt x="4135" y="181"/>
                    <a:pt x="3954" y="0"/>
                    <a:pt x="373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8" name="Google Shape;1608;p24"/>
            <p:cNvSpPr/>
            <p:nvPr/>
          </p:nvSpPr>
          <p:spPr>
            <a:xfrm>
              <a:off x="2017244" y="2693379"/>
              <a:ext cx="171540" cy="29807"/>
            </a:xfrm>
            <a:custGeom>
              <a:avLst/>
              <a:gdLst/>
              <a:ahLst/>
              <a:cxnLst/>
              <a:rect l="l" t="t" r="r" b="b"/>
              <a:pathLst>
                <a:path w="4135" h="814" extrusionOk="0">
                  <a:moveTo>
                    <a:pt x="410" y="0"/>
                  </a:moveTo>
                  <a:cubicBezTo>
                    <a:pt x="181" y="0"/>
                    <a:pt x="0" y="181"/>
                    <a:pt x="0" y="412"/>
                  </a:cubicBezTo>
                  <a:cubicBezTo>
                    <a:pt x="0" y="632"/>
                    <a:pt x="181" y="813"/>
                    <a:pt x="410" y="813"/>
                  </a:cubicBezTo>
                  <a:lnTo>
                    <a:pt x="3733" y="813"/>
                  </a:lnTo>
                  <a:cubicBezTo>
                    <a:pt x="3954" y="813"/>
                    <a:pt x="4135" y="632"/>
                    <a:pt x="4135" y="412"/>
                  </a:cubicBezTo>
                  <a:cubicBezTo>
                    <a:pt x="4135" y="181"/>
                    <a:pt x="3954" y="0"/>
                    <a:pt x="373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9" name="Google Shape;1609;p24"/>
            <p:cNvSpPr/>
            <p:nvPr/>
          </p:nvSpPr>
          <p:spPr>
            <a:xfrm>
              <a:off x="2017244" y="2760685"/>
              <a:ext cx="171540" cy="29477"/>
            </a:xfrm>
            <a:custGeom>
              <a:avLst/>
              <a:gdLst/>
              <a:ahLst/>
              <a:cxnLst/>
              <a:rect l="l" t="t" r="r" b="b"/>
              <a:pathLst>
                <a:path w="4135" h="805" extrusionOk="0">
                  <a:moveTo>
                    <a:pt x="410" y="1"/>
                  </a:moveTo>
                  <a:cubicBezTo>
                    <a:pt x="181" y="1"/>
                    <a:pt x="0" y="180"/>
                    <a:pt x="0" y="403"/>
                  </a:cubicBezTo>
                  <a:cubicBezTo>
                    <a:pt x="0" y="623"/>
                    <a:pt x="181" y="804"/>
                    <a:pt x="410" y="804"/>
                  </a:cubicBezTo>
                  <a:lnTo>
                    <a:pt x="3733" y="804"/>
                  </a:lnTo>
                  <a:cubicBezTo>
                    <a:pt x="3954" y="804"/>
                    <a:pt x="4135" y="623"/>
                    <a:pt x="4135" y="403"/>
                  </a:cubicBezTo>
                  <a:cubicBezTo>
                    <a:pt x="4135" y="180"/>
                    <a:pt x="3954" y="1"/>
                    <a:pt x="373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0" name="Google Shape;1610;p24"/>
            <p:cNvSpPr/>
            <p:nvPr/>
          </p:nvSpPr>
          <p:spPr>
            <a:xfrm>
              <a:off x="2323194" y="2618016"/>
              <a:ext cx="1100639" cy="180561"/>
            </a:xfrm>
            <a:custGeom>
              <a:avLst/>
              <a:gdLst/>
              <a:ahLst/>
              <a:cxnLst/>
              <a:rect l="l" t="t" r="r" b="b"/>
              <a:pathLst>
                <a:path w="26531" h="4931" extrusionOk="0">
                  <a:moveTo>
                    <a:pt x="205" y="1"/>
                  </a:moveTo>
                  <a:cubicBezTo>
                    <a:pt x="91" y="1"/>
                    <a:pt x="0" y="89"/>
                    <a:pt x="0" y="205"/>
                  </a:cubicBezTo>
                  <a:lnTo>
                    <a:pt x="0" y="4726"/>
                  </a:lnTo>
                  <a:cubicBezTo>
                    <a:pt x="0" y="4840"/>
                    <a:pt x="91" y="4931"/>
                    <a:pt x="205" y="4931"/>
                  </a:cubicBezTo>
                  <a:lnTo>
                    <a:pt x="26318" y="4931"/>
                  </a:lnTo>
                  <a:cubicBezTo>
                    <a:pt x="26432" y="4931"/>
                    <a:pt x="26530" y="4840"/>
                    <a:pt x="26530" y="4726"/>
                  </a:cubicBezTo>
                  <a:lnTo>
                    <a:pt x="26530" y="205"/>
                  </a:lnTo>
                  <a:cubicBezTo>
                    <a:pt x="26530" y="89"/>
                    <a:pt x="26432" y="1"/>
                    <a:pt x="2631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1" name="Google Shape;1611;p24"/>
            <p:cNvSpPr/>
            <p:nvPr/>
          </p:nvSpPr>
          <p:spPr>
            <a:xfrm>
              <a:off x="1689141" y="2596411"/>
              <a:ext cx="212403" cy="223806"/>
            </a:xfrm>
            <a:custGeom>
              <a:avLst/>
              <a:gdLst/>
              <a:ahLst/>
              <a:cxnLst/>
              <a:rect l="l" t="t" r="r" b="b"/>
              <a:pathLst>
                <a:path w="5120" h="6112" extrusionOk="0">
                  <a:moveTo>
                    <a:pt x="3775" y="187"/>
                  </a:moveTo>
                  <a:cubicBezTo>
                    <a:pt x="3857" y="788"/>
                    <a:pt x="4332" y="1262"/>
                    <a:pt x="4932" y="1345"/>
                  </a:cubicBezTo>
                  <a:lnTo>
                    <a:pt x="4932" y="4765"/>
                  </a:lnTo>
                  <a:cubicBezTo>
                    <a:pt x="4332" y="4847"/>
                    <a:pt x="3857" y="5324"/>
                    <a:pt x="3775" y="5922"/>
                  </a:cubicBezTo>
                  <a:lnTo>
                    <a:pt x="1347" y="5922"/>
                  </a:lnTo>
                  <a:cubicBezTo>
                    <a:pt x="1257" y="5324"/>
                    <a:pt x="788" y="4847"/>
                    <a:pt x="182" y="4765"/>
                  </a:cubicBezTo>
                  <a:lnTo>
                    <a:pt x="182" y="1345"/>
                  </a:lnTo>
                  <a:cubicBezTo>
                    <a:pt x="788" y="1262"/>
                    <a:pt x="1257" y="788"/>
                    <a:pt x="1347" y="187"/>
                  </a:cubicBezTo>
                  <a:close/>
                  <a:moveTo>
                    <a:pt x="1166" y="0"/>
                  </a:moveTo>
                  <a:cubicBezTo>
                    <a:pt x="1166" y="648"/>
                    <a:pt x="640" y="1171"/>
                    <a:pt x="0" y="1171"/>
                  </a:cubicBezTo>
                  <a:lnTo>
                    <a:pt x="0" y="4938"/>
                  </a:lnTo>
                  <a:cubicBezTo>
                    <a:pt x="640" y="4938"/>
                    <a:pt x="1166" y="5464"/>
                    <a:pt x="1166" y="6111"/>
                  </a:cubicBezTo>
                  <a:lnTo>
                    <a:pt x="3956" y="6111"/>
                  </a:lnTo>
                  <a:cubicBezTo>
                    <a:pt x="3956" y="5464"/>
                    <a:pt x="4472" y="4938"/>
                    <a:pt x="5119" y="4938"/>
                  </a:cubicBezTo>
                  <a:lnTo>
                    <a:pt x="5119" y="1171"/>
                  </a:lnTo>
                  <a:cubicBezTo>
                    <a:pt x="4472" y="1171"/>
                    <a:pt x="3956" y="648"/>
                    <a:pt x="39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2" name="Google Shape;1612;p24"/>
            <p:cNvSpPr/>
            <p:nvPr/>
          </p:nvSpPr>
          <p:spPr>
            <a:xfrm>
              <a:off x="1769829" y="2753544"/>
              <a:ext cx="42937" cy="39913"/>
            </a:xfrm>
            <a:custGeom>
              <a:avLst/>
              <a:gdLst/>
              <a:ahLst/>
              <a:cxnLst/>
              <a:rect l="l" t="t" r="r" b="b"/>
              <a:pathLst>
                <a:path w="1035" h="1090" extrusionOk="0">
                  <a:moveTo>
                    <a:pt x="566" y="188"/>
                  </a:moveTo>
                  <a:cubicBezTo>
                    <a:pt x="583" y="188"/>
                    <a:pt x="607" y="196"/>
                    <a:pt x="625" y="196"/>
                  </a:cubicBezTo>
                  <a:cubicBezTo>
                    <a:pt x="690" y="212"/>
                    <a:pt x="739" y="261"/>
                    <a:pt x="780" y="336"/>
                  </a:cubicBezTo>
                  <a:cubicBezTo>
                    <a:pt x="837" y="450"/>
                    <a:pt x="845" y="582"/>
                    <a:pt x="780" y="696"/>
                  </a:cubicBezTo>
                  <a:cubicBezTo>
                    <a:pt x="723" y="810"/>
                    <a:pt x="615" y="885"/>
                    <a:pt x="493" y="893"/>
                  </a:cubicBezTo>
                  <a:cubicBezTo>
                    <a:pt x="481" y="895"/>
                    <a:pt x="469" y="896"/>
                    <a:pt x="457" y="896"/>
                  </a:cubicBezTo>
                  <a:cubicBezTo>
                    <a:pt x="420" y="896"/>
                    <a:pt x="384" y="887"/>
                    <a:pt x="353" y="867"/>
                  </a:cubicBezTo>
                  <a:cubicBezTo>
                    <a:pt x="262" y="828"/>
                    <a:pt x="205" y="712"/>
                    <a:pt x="198" y="582"/>
                  </a:cubicBezTo>
                  <a:cubicBezTo>
                    <a:pt x="190" y="442"/>
                    <a:pt x="247" y="326"/>
                    <a:pt x="353" y="261"/>
                  </a:cubicBezTo>
                  <a:cubicBezTo>
                    <a:pt x="428" y="212"/>
                    <a:pt x="501" y="188"/>
                    <a:pt x="566" y="188"/>
                  </a:cubicBezTo>
                  <a:close/>
                  <a:moveTo>
                    <a:pt x="560" y="1"/>
                  </a:moveTo>
                  <a:cubicBezTo>
                    <a:pt x="460" y="1"/>
                    <a:pt x="355" y="32"/>
                    <a:pt x="255" y="98"/>
                  </a:cubicBezTo>
                  <a:cubicBezTo>
                    <a:pt x="91" y="204"/>
                    <a:pt x="1" y="385"/>
                    <a:pt x="8" y="590"/>
                  </a:cubicBezTo>
                  <a:cubicBezTo>
                    <a:pt x="16" y="787"/>
                    <a:pt x="115" y="958"/>
                    <a:pt x="262" y="1041"/>
                  </a:cubicBezTo>
                  <a:cubicBezTo>
                    <a:pt x="329" y="1074"/>
                    <a:pt x="394" y="1090"/>
                    <a:pt x="459" y="1090"/>
                  </a:cubicBezTo>
                  <a:cubicBezTo>
                    <a:pt x="477" y="1090"/>
                    <a:pt x="501" y="1082"/>
                    <a:pt x="516" y="1082"/>
                  </a:cubicBezTo>
                  <a:cubicBezTo>
                    <a:pt x="698" y="1064"/>
                    <a:pt x="861" y="950"/>
                    <a:pt x="952" y="787"/>
                  </a:cubicBezTo>
                  <a:cubicBezTo>
                    <a:pt x="1034" y="613"/>
                    <a:pt x="1034" y="416"/>
                    <a:pt x="944" y="245"/>
                  </a:cubicBezTo>
                  <a:cubicBezTo>
                    <a:pt x="879" y="129"/>
                    <a:pt x="788" y="48"/>
                    <a:pt x="674" y="15"/>
                  </a:cubicBezTo>
                  <a:cubicBezTo>
                    <a:pt x="637" y="6"/>
                    <a:pt x="599" y="1"/>
                    <a:pt x="56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3" name="Google Shape;1613;p24"/>
            <p:cNvSpPr/>
            <p:nvPr/>
          </p:nvSpPr>
          <p:spPr>
            <a:xfrm>
              <a:off x="1769829" y="2622850"/>
              <a:ext cx="42937" cy="39913"/>
            </a:xfrm>
            <a:custGeom>
              <a:avLst/>
              <a:gdLst/>
              <a:ahLst/>
              <a:cxnLst/>
              <a:rect l="l" t="t" r="r" b="b"/>
              <a:pathLst>
                <a:path w="1035" h="1090" extrusionOk="0">
                  <a:moveTo>
                    <a:pt x="493" y="188"/>
                  </a:moveTo>
                  <a:cubicBezTo>
                    <a:pt x="615" y="203"/>
                    <a:pt x="723" y="278"/>
                    <a:pt x="780" y="392"/>
                  </a:cubicBezTo>
                  <a:cubicBezTo>
                    <a:pt x="845" y="509"/>
                    <a:pt x="837" y="638"/>
                    <a:pt x="780" y="755"/>
                  </a:cubicBezTo>
                  <a:cubicBezTo>
                    <a:pt x="739" y="827"/>
                    <a:pt x="690" y="877"/>
                    <a:pt x="625" y="892"/>
                  </a:cubicBezTo>
                  <a:cubicBezTo>
                    <a:pt x="609" y="896"/>
                    <a:pt x="592" y="898"/>
                    <a:pt x="575" y="898"/>
                  </a:cubicBezTo>
                  <a:cubicBezTo>
                    <a:pt x="508" y="898"/>
                    <a:pt x="431" y="873"/>
                    <a:pt x="353" y="827"/>
                  </a:cubicBezTo>
                  <a:cubicBezTo>
                    <a:pt x="247" y="763"/>
                    <a:pt x="190" y="638"/>
                    <a:pt x="198" y="509"/>
                  </a:cubicBezTo>
                  <a:cubicBezTo>
                    <a:pt x="205" y="377"/>
                    <a:pt x="262" y="262"/>
                    <a:pt x="353" y="213"/>
                  </a:cubicBezTo>
                  <a:cubicBezTo>
                    <a:pt x="394" y="196"/>
                    <a:pt x="444" y="188"/>
                    <a:pt x="493" y="188"/>
                  </a:cubicBezTo>
                  <a:close/>
                  <a:moveTo>
                    <a:pt x="449" y="0"/>
                  </a:moveTo>
                  <a:cubicBezTo>
                    <a:pt x="385" y="0"/>
                    <a:pt x="324" y="17"/>
                    <a:pt x="262" y="48"/>
                  </a:cubicBezTo>
                  <a:cubicBezTo>
                    <a:pt x="115" y="131"/>
                    <a:pt x="16" y="302"/>
                    <a:pt x="8" y="499"/>
                  </a:cubicBezTo>
                  <a:cubicBezTo>
                    <a:pt x="1" y="705"/>
                    <a:pt x="91" y="885"/>
                    <a:pt x="255" y="983"/>
                  </a:cubicBezTo>
                  <a:cubicBezTo>
                    <a:pt x="353" y="1050"/>
                    <a:pt x="467" y="1089"/>
                    <a:pt x="566" y="1089"/>
                  </a:cubicBezTo>
                  <a:cubicBezTo>
                    <a:pt x="599" y="1089"/>
                    <a:pt x="640" y="1081"/>
                    <a:pt x="674" y="1074"/>
                  </a:cubicBezTo>
                  <a:cubicBezTo>
                    <a:pt x="788" y="1040"/>
                    <a:pt x="879" y="959"/>
                    <a:pt x="944" y="835"/>
                  </a:cubicBezTo>
                  <a:cubicBezTo>
                    <a:pt x="1034" y="672"/>
                    <a:pt x="1034" y="475"/>
                    <a:pt x="952" y="302"/>
                  </a:cubicBezTo>
                  <a:cubicBezTo>
                    <a:pt x="861" y="138"/>
                    <a:pt x="698" y="24"/>
                    <a:pt x="516" y="6"/>
                  </a:cubicBezTo>
                  <a:cubicBezTo>
                    <a:pt x="494" y="2"/>
                    <a:pt x="471" y="0"/>
                    <a:pt x="4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4" name="Google Shape;1614;p24"/>
            <p:cNvSpPr/>
            <p:nvPr/>
          </p:nvSpPr>
          <p:spPr>
            <a:xfrm>
              <a:off x="1751783" y="2673677"/>
              <a:ext cx="79983" cy="70818"/>
            </a:xfrm>
            <a:custGeom>
              <a:avLst/>
              <a:gdLst/>
              <a:ahLst/>
              <a:cxnLst/>
              <a:rect l="l" t="t" r="r" b="b"/>
              <a:pathLst>
                <a:path w="1928" h="1934" extrusionOk="0">
                  <a:moveTo>
                    <a:pt x="869" y="191"/>
                  </a:moveTo>
                  <a:cubicBezTo>
                    <a:pt x="975" y="191"/>
                    <a:pt x="1082" y="211"/>
                    <a:pt x="1182" y="243"/>
                  </a:cubicBezTo>
                  <a:cubicBezTo>
                    <a:pt x="1363" y="302"/>
                    <a:pt x="1518" y="450"/>
                    <a:pt x="1609" y="646"/>
                  </a:cubicBezTo>
                  <a:cubicBezTo>
                    <a:pt x="1723" y="875"/>
                    <a:pt x="1731" y="1154"/>
                    <a:pt x="1650" y="1385"/>
                  </a:cubicBezTo>
                  <a:cubicBezTo>
                    <a:pt x="1568" y="1597"/>
                    <a:pt x="1387" y="1712"/>
                    <a:pt x="1099" y="1737"/>
                  </a:cubicBezTo>
                  <a:cubicBezTo>
                    <a:pt x="1076" y="1739"/>
                    <a:pt x="1053" y="1740"/>
                    <a:pt x="1030" y="1740"/>
                  </a:cubicBezTo>
                  <a:cubicBezTo>
                    <a:pt x="726" y="1740"/>
                    <a:pt x="471" y="1592"/>
                    <a:pt x="280" y="1310"/>
                  </a:cubicBezTo>
                  <a:cubicBezTo>
                    <a:pt x="231" y="1237"/>
                    <a:pt x="190" y="1154"/>
                    <a:pt x="190" y="950"/>
                  </a:cubicBezTo>
                  <a:cubicBezTo>
                    <a:pt x="190" y="802"/>
                    <a:pt x="197" y="686"/>
                    <a:pt x="247" y="579"/>
                  </a:cubicBezTo>
                  <a:cubicBezTo>
                    <a:pt x="384" y="294"/>
                    <a:pt x="625" y="191"/>
                    <a:pt x="869" y="191"/>
                  </a:cubicBezTo>
                  <a:close/>
                  <a:moveTo>
                    <a:pt x="866" y="1"/>
                  </a:moveTo>
                  <a:cubicBezTo>
                    <a:pt x="521" y="1"/>
                    <a:pt x="228" y="175"/>
                    <a:pt x="75" y="499"/>
                  </a:cubicBezTo>
                  <a:cubicBezTo>
                    <a:pt x="1" y="654"/>
                    <a:pt x="1" y="810"/>
                    <a:pt x="1" y="950"/>
                  </a:cubicBezTo>
                  <a:cubicBezTo>
                    <a:pt x="1" y="1196"/>
                    <a:pt x="58" y="1302"/>
                    <a:pt x="125" y="1408"/>
                  </a:cubicBezTo>
                  <a:cubicBezTo>
                    <a:pt x="345" y="1745"/>
                    <a:pt x="666" y="1934"/>
                    <a:pt x="1026" y="1934"/>
                  </a:cubicBezTo>
                  <a:cubicBezTo>
                    <a:pt x="1050" y="1934"/>
                    <a:pt x="1083" y="1926"/>
                    <a:pt x="1117" y="1926"/>
                  </a:cubicBezTo>
                  <a:cubicBezTo>
                    <a:pt x="1477" y="1893"/>
                    <a:pt x="1715" y="1737"/>
                    <a:pt x="1822" y="1450"/>
                  </a:cubicBezTo>
                  <a:cubicBezTo>
                    <a:pt x="1928" y="1170"/>
                    <a:pt x="1912" y="851"/>
                    <a:pt x="1780" y="564"/>
                  </a:cubicBezTo>
                  <a:cubicBezTo>
                    <a:pt x="1666" y="318"/>
                    <a:pt x="1469" y="144"/>
                    <a:pt x="1239" y="64"/>
                  </a:cubicBezTo>
                  <a:cubicBezTo>
                    <a:pt x="1111" y="21"/>
                    <a:pt x="986" y="1"/>
                    <a:pt x="8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5" name="Google Shape;1615;p24"/>
            <p:cNvSpPr/>
            <p:nvPr/>
          </p:nvSpPr>
          <p:spPr>
            <a:xfrm>
              <a:off x="3479249" y="2596411"/>
              <a:ext cx="212403" cy="223806"/>
            </a:xfrm>
            <a:custGeom>
              <a:avLst/>
              <a:gdLst/>
              <a:ahLst/>
              <a:cxnLst/>
              <a:rect l="l" t="t" r="r" b="b"/>
              <a:pathLst>
                <a:path w="5120" h="6112" extrusionOk="0">
                  <a:moveTo>
                    <a:pt x="3775" y="187"/>
                  </a:moveTo>
                  <a:cubicBezTo>
                    <a:pt x="3855" y="788"/>
                    <a:pt x="4332" y="1262"/>
                    <a:pt x="4930" y="1345"/>
                  </a:cubicBezTo>
                  <a:lnTo>
                    <a:pt x="4930" y="4765"/>
                  </a:lnTo>
                  <a:cubicBezTo>
                    <a:pt x="4332" y="4847"/>
                    <a:pt x="3855" y="5324"/>
                    <a:pt x="3775" y="5922"/>
                  </a:cubicBezTo>
                  <a:lnTo>
                    <a:pt x="1345" y="5922"/>
                  </a:lnTo>
                  <a:cubicBezTo>
                    <a:pt x="1264" y="5324"/>
                    <a:pt x="788" y="4847"/>
                    <a:pt x="189" y="4765"/>
                  </a:cubicBezTo>
                  <a:lnTo>
                    <a:pt x="189" y="1345"/>
                  </a:lnTo>
                  <a:cubicBezTo>
                    <a:pt x="788" y="1262"/>
                    <a:pt x="1264" y="788"/>
                    <a:pt x="1345" y="187"/>
                  </a:cubicBezTo>
                  <a:close/>
                  <a:moveTo>
                    <a:pt x="1166" y="0"/>
                  </a:moveTo>
                  <a:cubicBezTo>
                    <a:pt x="1166" y="648"/>
                    <a:pt x="640" y="1171"/>
                    <a:pt x="0" y="1171"/>
                  </a:cubicBezTo>
                  <a:lnTo>
                    <a:pt x="0" y="4938"/>
                  </a:lnTo>
                  <a:cubicBezTo>
                    <a:pt x="640" y="4938"/>
                    <a:pt x="1166" y="5464"/>
                    <a:pt x="1166" y="6111"/>
                  </a:cubicBezTo>
                  <a:lnTo>
                    <a:pt x="3954" y="6111"/>
                  </a:lnTo>
                  <a:cubicBezTo>
                    <a:pt x="3954" y="5464"/>
                    <a:pt x="4479" y="4938"/>
                    <a:pt x="5119" y="4938"/>
                  </a:cubicBezTo>
                  <a:lnTo>
                    <a:pt x="5119" y="1171"/>
                  </a:lnTo>
                  <a:cubicBezTo>
                    <a:pt x="4479" y="1171"/>
                    <a:pt x="3954" y="648"/>
                    <a:pt x="39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6" name="Google Shape;1616;p24"/>
            <p:cNvSpPr/>
            <p:nvPr/>
          </p:nvSpPr>
          <p:spPr>
            <a:xfrm>
              <a:off x="3559937" y="2753544"/>
              <a:ext cx="42937" cy="39913"/>
            </a:xfrm>
            <a:custGeom>
              <a:avLst/>
              <a:gdLst/>
              <a:ahLst/>
              <a:cxnLst/>
              <a:rect l="l" t="t" r="r" b="b"/>
              <a:pathLst>
                <a:path w="1035" h="1090" extrusionOk="0">
                  <a:moveTo>
                    <a:pt x="566" y="188"/>
                  </a:moveTo>
                  <a:cubicBezTo>
                    <a:pt x="581" y="188"/>
                    <a:pt x="607" y="196"/>
                    <a:pt x="623" y="196"/>
                  </a:cubicBezTo>
                  <a:cubicBezTo>
                    <a:pt x="690" y="212"/>
                    <a:pt x="739" y="261"/>
                    <a:pt x="778" y="336"/>
                  </a:cubicBezTo>
                  <a:cubicBezTo>
                    <a:pt x="837" y="450"/>
                    <a:pt x="845" y="582"/>
                    <a:pt x="778" y="696"/>
                  </a:cubicBezTo>
                  <a:cubicBezTo>
                    <a:pt x="721" y="810"/>
                    <a:pt x="615" y="885"/>
                    <a:pt x="493" y="893"/>
                  </a:cubicBezTo>
                  <a:cubicBezTo>
                    <a:pt x="481" y="895"/>
                    <a:pt x="468" y="896"/>
                    <a:pt x="456" y="896"/>
                  </a:cubicBezTo>
                  <a:cubicBezTo>
                    <a:pt x="420" y="896"/>
                    <a:pt x="384" y="887"/>
                    <a:pt x="353" y="867"/>
                  </a:cubicBezTo>
                  <a:cubicBezTo>
                    <a:pt x="262" y="828"/>
                    <a:pt x="205" y="712"/>
                    <a:pt x="197" y="582"/>
                  </a:cubicBezTo>
                  <a:cubicBezTo>
                    <a:pt x="187" y="442"/>
                    <a:pt x="254" y="326"/>
                    <a:pt x="353" y="261"/>
                  </a:cubicBezTo>
                  <a:cubicBezTo>
                    <a:pt x="426" y="212"/>
                    <a:pt x="501" y="188"/>
                    <a:pt x="566" y="188"/>
                  </a:cubicBezTo>
                  <a:close/>
                  <a:moveTo>
                    <a:pt x="559" y="1"/>
                  </a:moveTo>
                  <a:cubicBezTo>
                    <a:pt x="460" y="1"/>
                    <a:pt x="355" y="32"/>
                    <a:pt x="254" y="98"/>
                  </a:cubicBezTo>
                  <a:cubicBezTo>
                    <a:pt x="89" y="204"/>
                    <a:pt x="0" y="385"/>
                    <a:pt x="8" y="590"/>
                  </a:cubicBezTo>
                  <a:cubicBezTo>
                    <a:pt x="16" y="787"/>
                    <a:pt x="115" y="958"/>
                    <a:pt x="262" y="1041"/>
                  </a:cubicBezTo>
                  <a:cubicBezTo>
                    <a:pt x="327" y="1074"/>
                    <a:pt x="394" y="1090"/>
                    <a:pt x="459" y="1090"/>
                  </a:cubicBezTo>
                  <a:cubicBezTo>
                    <a:pt x="475" y="1090"/>
                    <a:pt x="501" y="1082"/>
                    <a:pt x="516" y="1082"/>
                  </a:cubicBezTo>
                  <a:cubicBezTo>
                    <a:pt x="697" y="1064"/>
                    <a:pt x="861" y="950"/>
                    <a:pt x="951" y="787"/>
                  </a:cubicBezTo>
                  <a:cubicBezTo>
                    <a:pt x="1034" y="613"/>
                    <a:pt x="1034" y="416"/>
                    <a:pt x="944" y="245"/>
                  </a:cubicBezTo>
                  <a:cubicBezTo>
                    <a:pt x="877" y="129"/>
                    <a:pt x="788" y="48"/>
                    <a:pt x="672" y="15"/>
                  </a:cubicBezTo>
                  <a:cubicBezTo>
                    <a:pt x="636" y="6"/>
                    <a:pt x="598" y="1"/>
                    <a:pt x="55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7" name="Google Shape;1617;p24"/>
            <p:cNvSpPr/>
            <p:nvPr/>
          </p:nvSpPr>
          <p:spPr>
            <a:xfrm>
              <a:off x="3559937" y="2622850"/>
              <a:ext cx="42937" cy="39913"/>
            </a:xfrm>
            <a:custGeom>
              <a:avLst/>
              <a:gdLst/>
              <a:ahLst/>
              <a:cxnLst/>
              <a:rect l="l" t="t" r="r" b="b"/>
              <a:pathLst>
                <a:path w="1035" h="1090" extrusionOk="0">
                  <a:moveTo>
                    <a:pt x="493" y="188"/>
                  </a:moveTo>
                  <a:cubicBezTo>
                    <a:pt x="615" y="203"/>
                    <a:pt x="721" y="278"/>
                    <a:pt x="778" y="392"/>
                  </a:cubicBezTo>
                  <a:cubicBezTo>
                    <a:pt x="845" y="509"/>
                    <a:pt x="837" y="638"/>
                    <a:pt x="778" y="755"/>
                  </a:cubicBezTo>
                  <a:cubicBezTo>
                    <a:pt x="739" y="827"/>
                    <a:pt x="690" y="877"/>
                    <a:pt x="623" y="892"/>
                  </a:cubicBezTo>
                  <a:cubicBezTo>
                    <a:pt x="607" y="896"/>
                    <a:pt x="591" y="898"/>
                    <a:pt x="573" y="898"/>
                  </a:cubicBezTo>
                  <a:cubicBezTo>
                    <a:pt x="508" y="898"/>
                    <a:pt x="431" y="873"/>
                    <a:pt x="353" y="827"/>
                  </a:cubicBezTo>
                  <a:cubicBezTo>
                    <a:pt x="254" y="763"/>
                    <a:pt x="187" y="638"/>
                    <a:pt x="197" y="509"/>
                  </a:cubicBezTo>
                  <a:cubicBezTo>
                    <a:pt x="205" y="377"/>
                    <a:pt x="262" y="262"/>
                    <a:pt x="353" y="213"/>
                  </a:cubicBezTo>
                  <a:cubicBezTo>
                    <a:pt x="394" y="196"/>
                    <a:pt x="443" y="188"/>
                    <a:pt x="493" y="188"/>
                  </a:cubicBezTo>
                  <a:close/>
                  <a:moveTo>
                    <a:pt x="448" y="0"/>
                  </a:moveTo>
                  <a:cubicBezTo>
                    <a:pt x="384" y="0"/>
                    <a:pt x="324" y="17"/>
                    <a:pt x="262" y="48"/>
                  </a:cubicBezTo>
                  <a:cubicBezTo>
                    <a:pt x="115" y="131"/>
                    <a:pt x="16" y="302"/>
                    <a:pt x="8" y="499"/>
                  </a:cubicBezTo>
                  <a:cubicBezTo>
                    <a:pt x="0" y="705"/>
                    <a:pt x="89" y="885"/>
                    <a:pt x="254" y="983"/>
                  </a:cubicBezTo>
                  <a:cubicBezTo>
                    <a:pt x="353" y="1050"/>
                    <a:pt x="467" y="1089"/>
                    <a:pt x="566" y="1089"/>
                  </a:cubicBezTo>
                  <a:cubicBezTo>
                    <a:pt x="599" y="1089"/>
                    <a:pt x="640" y="1081"/>
                    <a:pt x="672" y="1074"/>
                  </a:cubicBezTo>
                  <a:cubicBezTo>
                    <a:pt x="788" y="1040"/>
                    <a:pt x="877" y="959"/>
                    <a:pt x="944" y="835"/>
                  </a:cubicBezTo>
                  <a:cubicBezTo>
                    <a:pt x="1034" y="672"/>
                    <a:pt x="1034" y="475"/>
                    <a:pt x="951" y="302"/>
                  </a:cubicBezTo>
                  <a:cubicBezTo>
                    <a:pt x="861" y="138"/>
                    <a:pt x="697" y="24"/>
                    <a:pt x="516" y="6"/>
                  </a:cubicBezTo>
                  <a:cubicBezTo>
                    <a:pt x="493" y="2"/>
                    <a:pt x="471" y="0"/>
                    <a:pt x="4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8" name="Google Shape;1618;p24"/>
            <p:cNvSpPr/>
            <p:nvPr/>
          </p:nvSpPr>
          <p:spPr>
            <a:xfrm>
              <a:off x="3541891" y="2673677"/>
              <a:ext cx="79983" cy="70818"/>
            </a:xfrm>
            <a:custGeom>
              <a:avLst/>
              <a:gdLst/>
              <a:ahLst/>
              <a:cxnLst/>
              <a:rect l="l" t="t" r="r" b="b"/>
              <a:pathLst>
                <a:path w="1928" h="1934" extrusionOk="0">
                  <a:moveTo>
                    <a:pt x="869" y="191"/>
                  </a:moveTo>
                  <a:cubicBezTo>
                    <a:pt x="975" y="191"/>
                    <a:pt x="1082" y="211"/>
                    <a:pt x="1182" y="243"/>
                  </a:cubicBezTo>
                  <a:cubicBezTo>
                    <a:pt x="1361" y="302"/>
                    <a:pt x="1518" y="450"/>
                    <a:pt x="1607" y="646"/>
                  </a:cubicBezTo>
                  <a:cubicBezTo>
                    <a:pt x="1723" y="875"/>
                    <a:pt x="1731" y="1154"/>
                    <a:pt x="1648" y="1385"/>
                  </a:cubicBezTo>
                  <a:cubicBezTo>
                    <a:pt x="1568" y="1597"/>
                    <a:pt x="1386" y="1712"/>
                    <a:pt x="1099" y="1737"/>
                  </a:cubicBezTo>
                  <a:cubicBezTo>
                    <a:pt x="1076" y="1739"/>
                    <a:pt x="1053" y="1740"/>
                    <a:pt x="1030" y="1740"/>
                  </a:cubicBezTo>
                  <a:cubicBezTo>
                    <a:pt x="724" y="1740"/>
                    <a:pt x="470" y="1592"/>
                    <a:pt x="278" y="1310"/>
                  </a:cubicBezTo>
                  <a:cubicBezTo>
                    <a:pt x="239" y="1237"/>
                    <a:pt x="189" y="1154"/>
                    <a:pt x="189" y="950"/>
                  </a:cubicBezTo>
                  <a:cubicBezTo>
                    <a:pt x="189" y="802"/>
                    <a:pt x="197" y="686"/>
                    <a:pt x="246" y="579"/>
                  </a:cubicBezTo>
                  <a:cubicBezTo>
                    <a:pt x="384" y="294"/>
                    <a:pt x="624" y="191"/>
                    <a:pt x="869" y="191"/>
                  </a:cubicBezTo>
                  <a:close/>
                  <a:moveTo>
                    <a:pt x="866" y="1"/>
                  </a:moveTo>
                  <a:cubicBezTo>
                    <a:pt x="520" y="1"/>
                    <a:pt x="226" y="175"/>
                    <a:pt x="73" y="499"/>
                  </a:cubicBezTo>
                  <a:cubicBezTo>
                    <a:pt x="0" y="654"/>
                    <a:pt x="0" y="810"/>
                    <a:pt x="0" y="950"/>
                  </a:cubicBezTo>
                  <a:cubicBezTo>
                    <a:pt x="0" y="1196"/>
                    <a:pt x="57" y="1302"/>
                    <a:pt x="122" y="1408"/>
                  </a:cubicBezTo>
                  <a:cubicBezTo>
                    <a:pt x="345" y="1745"/>
                    <a:pt x="664" y="1934"/>
                    <a:pt x="1026" y="1934"/>
                  </a:cubicBezTo>
                  <a:cubicBezTo>
                    <a:pt x="1058" y="1934"/>
                    <a:pt x="1083" y="1926"/>
                    <a:pt x="1115" y="1926"/>
                  </a:cubicBezTo>
                  <a:cubicBezTo>
                    <a:pt x="1477" y="1893"/>
                    <a:pt x="1715" y="1737"/>
                    <a:pt x="1822" y="1450"/>
                  </a:cubicBezTo>
                  <a:cubicBezTo>
                    <a:pt x="1928" y="1170"/>
                    <a:pt x="1912" y="851"/>
                    <a:pt x="1780" y="564"/>
                  </a:cubicBezTo>
                  <a:cubicBezTo>
                    <a:pt x="1666" y="318"/>
                    <a:pt x="1469" y="144"/>
                    <a:pt x="1239" y="64"/>
                  </a:cubicBezTo>
                  <a:cubicBezTo>
                    <a:pt x="1111" y="21"/>
                    <a:pt x="985" y="1"/>
                    <a:pt x="8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9" name="Google Shape;1619;p24"/>
            <p:cNvSpPr/>
            <p:nvPr/>
          </p:nvSpPr>
          <p:spPr>
            <a:xfrm>
              <a:off x="2379488" y="2644748"/>
              <a:ext cx="190167" cy="128601"/>
            </a:xfrm>
            <a:custGeom>
              <a:avLst/>
              <a:gdLst/>
              <a:ahLst/>
              <a:cxnLst/>
              <a:rect l="l" t="t" r="r" b="b"/>
              <a:pathLst>
                <a:path w="4584" h="3512" extrusionOk="0">
                  <a:moveTo>
                    <a:pt x="2209" y="0"/>
                  </a:moveTo>
                  <a:cubicBezTo>
                    <a:pt x="1676" y="0"/>
                    <a:pt x="1166" y="255"/>
                    <a:pt x="858" y="861"/>
                  </a:cubicBezTo>
                  <a:cubicBezTo>
                    <a:pt x="0" y="2179"/>
                    <a:pt x="1235" y="3511"/>
                    <a:pt x="2561" y="3511"/>
                  </a:cubicBezTo>
                  <a:cubicBezTo>
                    <a:pt x="2680" y="3511"/>
                    <a:pt x="2799" y="3500"/>
                    <a:pt x="2918" y="3478"/>
                  </a:cubicBezTo>
                  <a:cubicBezTo>
                    <a:pt x="3959" y="3281"/>
                    <a:pt x="4583" y="2330"/>
                    <a:pt x="4140" y="1312"/>
                  </a:cubicBezTo>
                  <a:cubicBezTo>
                    <a:pt x="3805" y="535"/>
                    <a:pt x="2982" y="0"/>
                    <a:pt x="220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0" name="Google Shape;1620;p24"/>
            <p:cNvSpPr/>
            <p:nvPr/>
          </p:nvSpPr>
          <p:spPr>
            <a:xfrm>
              <a:off x="2641797" y="2644748"/>
              <a:ext cx="189877" cy="128601"/>
            </a:xfrm>
            <a:custGeom>
              <a:avLst/>
              <a:gdLst/>
              <a:ahLst/>
              <a:cxnLst/>
              <a:rect l="l" t="t" r="r" b="b"/>
              <a:pathLst>
                <a:path w="4577" h="3512" extrusionOk="0">
                  <a:moveTo>
                    <a:pt x="2206" y="0"/>
                  </a:moveTo>
                  <a:cubicBezTo>
                    <a:pt x="1671" y="0"/>
                    <a:pt x="1160" y="255"/>
                    <a:pt x="851" y="861"/>
                  </a:cubicBezTo>
                  <a:cubicBezTo>
                    <a:pt x="0" y="2179"/>
                    <a:pt x="1237" y="3511"/>
                    <a:pt x="2562" y="3511"/>
                  </a:cubicBezTo>
                  <a:cubicBezTo>
                    <a:pt x="2681" y="3511"/>
                    <a:pt x="2800" y="3500"/>
                    <a:pt x="2919" y="3478"/>
                  </a:cubicBezTo>
                  <a:cubicBezTo>
                    <a:pt x="3952" y="3281"/>
                    <a:pt x="4576" y="2330"/>
                    <a:pt x="4141" y="1312"/>
                  </a:cubicBezTo>
                  <a:cubicBezTo>
                    <a:pt x="3807" y="535"/>
                    <a:pt x="2981" y="0"/>
                    <a:pt x="220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1" name="Google Shape;1621;p24"/>
            <p:cNvSpPr/>
            <p:nvPr/>
          </p:nvSpPr>
          <p:spPr>
            <a:xfrm>
              <a:off x="2885188" y="2644748"/>
              <a:ext cx="189794" cy="128601"/>
            </a:xfrm>
            <a:custGeom>
              <a:avLst/>
              <a:gdLst/>
              <a:ahLst/>
              <a:cxnLst/>
              <a:rect l="l" t="t" r="r" b="b"/>
              <a:pathLst>
                <a:path w="4575" h="3512" extrusionOk="0">
                  <a:moveTo>
                    <a:pt x="2204" y="0"/>
                  </a:moveTo>
                  <a:cubicBezTo>
                    <a:pt x="1669" y="0"/>
                    <a:pt x="1158" y="255"/>
                    <a:pt x="850" y="861"/>
                  </a:cubicBezTo>
                  <a:cubicBezTo>
                    <a:pt x="0" y="2179"/>
                    <a:pt x="1236" y="3511"/>
                    <a:pt x="2560" y="3511"/>
                  </a:cubicBezTo>
                  <a:cubicBezTo>
                    <a:pt x="2679" y="3511"/>
                    <a:pt x="2798" y="3500"/>
                    <a:pt x="2917" y="3478"/>
                  </a:cubicBezTo>
                  <a:cubicBezTo>
                    <a:pt x="3950" y="3281"/>
                    <a:pt x="4575" y="2330"/>
                    <a:pt x="4132" y="1312"/>
                  </a:cubicBezTo>
                  <a:cubicBezTo>
                    <a:pt x="3802" y="535"/>
                    <a:pt x="2978" y="0"/>
                    <a:pt x="220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2" name="Google Shape;1622;p24"/>
            <p:cNvSpPr/>
            <p:nvPr/>
          </p:nvSpPr>
          <p:spPr>
            <a:xfrm>
              <a:off x="3161186" y="2644748"/>
              <a:ext cx="190126" cy="128601"/>
            </a:xfrm>
            <a:custGeom>
              <a:avLst/>
              <a:gdLst/>
              <a:ahLst/>
              <a:cxnLst/>
              <a:rect l="l" t="t" r="r" b="b"/>
              <a:pathLst>
                <a:path w="4583" h="3512" extrusionOk="0">
                  <a:moveTo>
                    <a:pt x="2209" y="0"/>
                  </a:moveTo>
                  <a:cubicBezTo>
                    <a:pt x="1676" y="0"/>
                    <a:pt x="1167" y="255"/>
                    <a:pt x="859" y="861"/>
                  </a:cubicBezTo>
                  <a:cubicBezTo>
                    <a:pt x="1" y="2179"/>
                    <a:pt x="1235" y="3511"/>
                    <a:pt x="2561" y="3511"/>
                  </a:cubicBezTo>
                  <a:cubicBezTo>
                    <a:pt x="2680" y="3511"/>
                    <a:pt x="2800" y="3500"/>
                    <a:pt x="2918" y="3478"/>
                  </a:cubicBezTo>
                  <a:cubicBezTo>
                    <a:pt x="3960" y="3281"/>
                    <a:pt x="4582" y="2330"/>
                    <a:pt x="4139" y="1312"/>
                  </a:cubicBezTo>
                  <a:cubicBezTo>
                    <a:pt x="3805" y="535"/>
                    <a:pt x="2982" y="0"/>
                    <a:pt x="220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623" name="Google Shape;1623;p24"/>
          <p:cNvGrpSpPr/>
          <p:nvPr/>
        </p:nvGrpSpPr>
        <p:grpSpPr>
          <a:xfrm>
            <a:off x="6511860" y="3190820"/>
            <a:ext cx="2586507" cy="446302"/>
            <a:chOff x="1449221" y="2843931"/>
            <a:chExt cx="2586507" cy="425050"/>
          </a:xfrm>
        </p:grpSpPr>
        <p:sp>
          <p:nvSpPr>
            <p:cNvPr id="1624" name="Google Shape;1624;p24"/>
            <p:cNvSpPr/>
            <p:nvPr/>
          </p:nvSpPr>
          <p:spPr>
            <a:xfrm>
              <a:off x="1449221" y="2843931"/>
              <a:ext cx="2586507" cy="425050"/>
            </a:xfrm>
            <a:custGeom>
              <a:avLst/>
              <a:gdLst/>
              <a:ahLst/>
              <a:cxnLst/>
              <a:rect l="l" t="t" r="r" b="b"/>
              <a:pathLst>
                <a:path w="62348" h="14643" extrusionOk="0">
                  <a:moveTo>
                    <a:pt x="1" y="0"/>
                  </a:moveTo>
                  <a:lnTo>
                    <a:pt x="1" y="14642"/>
                  </a:lnTo>
                  <a:lnTo>
                    <a:pt x="62348" y="14642"/>
                  </a:lnTo>
                  <a:lnTo>
                    <a:pt x="6234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5" name="Google Shape;1625;p24"/>
            <p:cNvSpPr/>
            <p:nvPr/>
          </p:nvSpPr>
          <p:spPr>
            <a:xfrm>
              <a:off x="1612258" y="2843931"/>
              <a:ext cx="431568" cy="425050"/>
            </a:xfrm>
            <a:custGeom>
              <a:avLst/>
              <a:gdLst/>
              <a:ahLst/>
              <a:cxnLst/>
              <a:rect l="l" t="t" r="r" b="b"/>
              <a:pathLst>
                <a:path w="10403" h="14643" extrusionOk="0">
                  <a:moveTo>
                    <a:pt x="1" y="0"/>
                  </a:moveTo>
                  <a:lnTo>
                    <a:pt x="1" y="14642"/>
                  </a:lnTo>
                  <a:lnTo>
                    <a:pt x="10402" y="14642"/>
                  </a:lnTo>
                  <a:lnTo>
                    <a:pt x="10402"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6" name="Google Shape;1626;p24"/>
            <p:cNvSpPr/>
            <p:nvPr/>
          </p:nvSpPr>
          <p:spPr>
            <a:xfrm>
              <a:off x="3784130" y="2843931"/>
              <a:ext cx="140302" cy="425050"/>
            </a:xfrm>
            <a:custGeom>
              <a:avLst/>
              <a:gdLst/>
              <a:ahLst/>
              <a:cxnLst/>
              <a:rect l="l" t="t" r="r" b="b"/>
              <a:pathLst>
                <a:path w="3382" h="14643" extrusionOk="0">
                  <a:moveTo>
                    <a:pt x="1" y="0"/>
                  </a:moveTo>
                  <a:lnTo>
                    <a:pt x="1" y="14642"/>
                  </a:lnTo>
                  <a:lnTo>
                    <a:pt x="3381" y="14642"/>
                  </a:lnTo>
                  <a:lnTo>
                    <a:pt x="3381"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7" name="Google Shape;1627;p24"/>
            <p:cNvSpPr/>
            <p:nvPr/>
          </p:nvSpPr>
          <p:spPr>
            <a:xfrm>
              <a:off x="1660961" y="2843931"/>
              <a:ext cx="47957" cy="425050"/>
            </a:xfrm>
            <a:custGeom>
              <a:avLst/>
              <a:gdLst/>
              <a:ahLst/>
              <a:cxnLst/>
              <a:rect l="l" t="t" r="r" b="b"/>
              <a:pathLst>
                <a:path w="1156" h="14643" extrusionOk="0">
                  <a:moveTo>
                    <a:pt x="0" y="0"/>
                  </a:moveTo>
                  <a:lnTo>
                    <a:pt x="0" y="14642"/>
                  </a:lnTo>
                  <a:lnTo>
                    <a:pt x="1156" y="14642"/>
                  </a:lnTo>
                  <a:lnTo>
                    <a:pt x="1156"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8" name="Google Shape;1628;p24"/>
            <p:cNvSpPr/>
            <p:nvPr/>
          </p:nvSpPr>
          <p:spPr>
            <a:xfrm>
              <a:off x="1755838" y="2843931"/>
              <a:ext cx="48081" cy="425050"/>
            </a:xfrm>
            <a:custGeom>
              <a:avLst/>
              <a:gdLst/>
              <a:ahLst/>
              <a:cxnLst/>
              <a:rect l="l" t="t" r="r" b="b"/>
              <a:pathLst>
                <a:path w="1159" h="14643" extrusionOk="0">
                  <a:moveTo>
                    <a:pt x="1" y="0"/>
                  </a:moveTo>
                  <a:lnTo>
                    <a:pt x="1" y="14642"/>
                  </a:lnTo>
                  <a:lnTo>
                    <a:pt x="1159" y="14642"/>
                  </a:lnTo>
                  <a:lnTo>
                    <a:pt x="115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9" name="Google Shape;1629;p24"/>
            <p:cNvSpPr/>
            <p:nvPr/>
          </p:nvSpPr>
          <p:spPr>
            <a:xfrm>
              <a:off x="1850839" y="2843931"/>
              <a:ext cx="48330" cy="425050"/>
            </a:xfrm>
            <a:custGeom>
              <a:avLst/>
              <a:gdLst/>
              <a:ahLst/>
              <a:cxnLst/>
              <a:rect l="l" t="t" r="r" b="b"/>
              <a:pathLst>
                <a:path w="1165" h="14643" extrusionOk="0">
                  <a:moveTo>
                    <a:pt x="1" y="0"/>
                  </a:moveTo>
                  <a:lnTo>
                    <a:pt x="1" y="14642"/>
                  </a:lnTo>
                  <a:lnTo>
                    <a:pt x="1164" y="14642"/>
                  </a:lnTo>
                  <a:lnTo>
                    <a:pt x="116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0" name="Google Shape;1630;p24"/>
            <p:cNvSpPr/>
            <p:nvPr/>
          </p:nvSpPr>
          <p:spPr>
            <a:xfrm>
              <a:off x="1946089" y="2843931"/>
              <a:ext cx="48081" cy="425050"/>
            </a:xfrm>
            <a:custGeom>
              <a:avLst/>
              <a:gdLst/>
              <a:ahLst/>
              <a:cxnLst/>
              <a:rect l="l" t="t" r="r" b="b"/>
              <a:pathLst>
                <a:path w="1159" h="14643" extrusionOk="0">
                  <a:moveTo>
                    <a:pt x="0" y="0"/>
                  </a:moveTo>
                  <a:lnTo>
                    <a:pt x="0" y="14642"/>
                  </a:lnTo>
                  <a:lnTo>
                    <a:pt x="1158" y="14642"/>
                  </a:lnTo>
                  <a:lnTo>
                    <a:pt x="1158"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1" name="Google Shape;1631;p24"/>
            <p:cNvSpPr/>
            <p:nvPr/>
          </p:nvSpPr>
          <p:spPr>
            <a:xfrm>
              <a:off x="3828104" y="2843931"/>
              <a:ext cx="47957" cy="425050"/>
            </a:xfrm>
            <a:custGeom>
              <a:avLst/>
              <a:gdLst/>
              <a:ahLst/>
              <a:cxnLst/>
              <a:rect l="l" t="t" r="r" b="b"/>
              <a:pathLst>
                <a:path w="1156" h="14643" extrusionOk="0">
                  <a:moveTo>
                    <a:pt x="0" y="0"/>
                  </a:moveTo>
                  <a:lnTo>
                    <a:pt x="0" y="14642"/>
                  </a:lnTo>
                  <a:lnTo>
                    <a:pt x="1156" y="14642"/>
                  </a:lnTo>
                  <a:lnTo>
                    <a:pt x="115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2" name="Google Shape;1632;p24"/>
            <p:cNvSpPr/>
            <p:nvPr/>
          </p:nvSpPr>
          <p:spPr>
            <a:xfrm>
              <a:off x="2157788" y="2882945"/>
              <a:ext cx="1543076" cy="346995"/>
            </a:xfrm>
            <a:custGeom>
              <a:avLst/>
              <a:gdLst/>
              <a:ahLst/>
              <a:cxnLst/>
              <a:rect l="l" t="t" r="r" b="b"/>
              <a:pathLst>
                <a:path w="37196" h="11954" extrusionOk="0">
                  <a:moveTo>
                    <a:pt x="493" y="1"/>
                  </a:moveTo>
                  <a:cubicBezTo>
                    <a:pt x="493" y="272"/>
                    <a:pt x="270" y="485"/>
                    <a:pt x="1" y="485"/>
                  </a:cubicBezTo>
                  <a:lnTo>
                    <a:pt x="1" y="11461"/>
                  </a:lnTo>
                  <a:cubicBezTo>
                    <a:pt x="270" y="11461"/>
                    <a:pt x="493" y="11684"/>
                    <a:pt x="493" y="11953"/>
                  </a:cubicBezTo>
                  <a:lnTo>
                    <a:pt x="36711" y="11953"/>
                  </a:lnTo>
                  <a:cubicBezTo>
                    <a:pt x="36711" y="11684"/>
                    <a:pt x="36924" y="11461"/>
                    <a:pt x="37196" y="11461"/>
                  </a:cubicBezTo>
                  <a:lnTo>
                    <a:pt x="37196" y="485"/>
                  </a:lnTo>
                  <a:cubicBezTo>
                    <a:pt x="36924" y="485"/>
                    <a:pt x="36711" y="272"/>
                    <a:pt x="3671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3" name="Google Shape;1633;p24"/>
            <p:cNvSpPr/>
            <p:nvPr/>
          </p:nvSpPr>
          <p:spPr>
            <a:xfrm>
              <a:off x="2318667" y="3010844"/>
              <a:ext cx="58618" cy="35355"/>
            </a:xfrm>
            <a:custGeom>
              <a:avLst/>
              <a:gdLst/>
              <a:ahLst/>
              <a:cxnLst/>
              <a:rect l="l" t="t" r="r" b="b"/>
              <a:pathLst>
                <a:path w="1413" h="1218" extrusionOk="0">
                  <a:moveTo>
                    <a:pt x="685" y="1"/>
                  </a:moveTo>
                  <a:cubicBezTo>
                    <a:pt x="338" y="1"/>
                    <a:pt x="1" y="305"/>
                    <a:pt x="60" y="672"/>
                  </a:cubicBezTo>
                  <a:cubicBezTo>
                    <a:pt x="102" y="957"/>
                    <a:pt x="407" y="1218"/>
                    <a:pt x="703" y="1218"/>
                  </a:cubicBezTo>
                  <a:cubicBezTo>
                    <a:pt x="758" y="1218"/>
                    <a:pt x="811" y="1209"/>
                    <a:pt x="864" y="1190"/>
                  </a:cubicBezTo>
                  <a:cubicBezTo>
                    <a:pt x="962" y="1149"/>
                    <a:pt x="1053" y="1100"/>
                    <a:pt x="1127" y="1027"/>
                  </a:cubicBezTo>
                  <a:cubicBezTo>
                    <a:pt x="1314" y="869"/>
                    <a:pt x="1413" y="633"/>
                    <a:pt x="1332" y="377"/>
                  </a:cubicBezTo>
                  <a:cubicBezTo>
                    <a:pt x="1257" y="141"/>
                    <a:pt x="1011" y="42"/>
                    <a:pt x="783" y="9"/>
                  </a:cubicBezTo>
                  <a:cubicBezTo>
                    <a:pt x="750" y="3"/>
                    <a:pt x="718" y="1"/>
                    <a:pt x="68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4" name="Google Shape;1634;p24"/>
            <p:cNvSpPr/>
            <p:nvPr/>
          </p:nvSpPr>
          <p:spPr>
            <a:xfrm>
              <a:off x="2318667" y="2960131"/>
              <a:ext cx="58618" cy="35355"/>
            </a:xfrm>
            <a:custGeom>
              <a:avLst/>
              <a:gdLst/>
              <a:ahLst/>
              <a:cxnLst/>
              <a:rect l="l" t="t" r="r" b="b"/>
              <a:pathLst>
                <a:path w="1413" h="1218" extrusionOk="0">
                  <a:moveTo>
                    <a:pt x="694" y="1"/>
                  </a:moveTo>
                  <a:cubicBezTo>
                    <a:pt x="344" y="1"/>
                    <a:pt x="0" y="303"/>
                    <a:pt x="60" y="673"/>
                  </a:cubicBezTo>
                  <a:cubicBezTo>
                    <a:pt x="102" y="963"/>
                    <a:pt x="403" y="1218"/>
                    <a:pt x="699" y="1218"/>
                  </a:cubicBezTo>
                  <a:cubicBezTo>
                    <a:pt x="754" y="1218"/>
                    <a:pt x="810" y="1209"/>
                    <a:pt x="864" y="1189"/>
                  </a:cubicBezTo>
                  <a:cubicBezTo>
                    <a:pt x="962" y="1157"/>
                    <a:pt x="1053" y="1100"/>
                    <a:pt x="1127" y="1033"/>
                  </a:cubicBezTo>
                  <a:cubicBezTo>
                    <a:pt x="1314" y="870"/>
                    <a:pt x="1413" y="632"/>
                    <a:pt x="1332" y="386"/>
                  </a:cubicBezTo>
                  <a:cubicBezTo>
                    <a:pt x="1257" y="147"/>
                    <a:pt x="1011" y="41"/>
                    <a:pt x="783" y="8"/>
                  </a:cubicBezTo>
                  <a:cubicBezTo>
                    <a:pt x="753" y="3"/>
                    <a:pt x="724" y="1"/>
                    <a:pt x="69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5" name="Google Shape;1635;p24"/>
            <p:cNvSpPr/>
            <p:nvPr/>
          </p:nvSpPr>
          <p:spPr>
            <a:xfrm>
              <a:off x="2318667" y="2909448"/>
              <a:ext cx="58618" cy="35326"/>
            </a:xfrm>
            <a:custGeom>
              <a:avLst/>
              <a:gdLst/>
              <a:ahLst/>
              <a:cxnLst/>
              <a:rect l="l" t="t" r="r" b="b"/>
              <a:pathLst>
                <a:path w="1413" h="1217" extrusionOk="0">
                  <a:moveTo>
                    <a:pt x="695" y="1"/>
                  </a:moveTo>
                  <a:cubicBezTo>
                    <a:pt x="345" y="1"/>
                    <a:pt x="0" y="308"/>
                    <a:pt x="60" y="681"/>
                  </a:cubicBezTo>
                  <a:cubicBezTo>
                    <a:pt x="102" y="963"/>
                    <a:pt x="405" y="1217"/>
                    <a:pt x="700" y="1217"/>
                  </a:cubicBezTo>
                  <a:cubicBezTo>
                    <a:pt x="755" y="1217"/>
                    <a:pt x="810" y="1208"/>
                    <a:pt x="864" y="1188"/>
                  </a:cubicBezTo>
                  <a:cubicBezTo>
                    <a:pt x="962" y="1155"/>
                    <a:pt x="1053" y="1098"/>
                    <a:pt x="1127" y="1033"/>
                  </a:cubicBezTo>
                  <a:cubicBezTo>
                    <a:pt x="1314" y="868"/>
                    <a:pt x="1413" y="639"/>
                    <a:pt x="1332" y="385"/>
                  </a:cubicBezTo>
                  <a:cubicBezTo>
                    <a:pt x="1257" y="147"/>
                    <a:pt x="1011" y="49"/>
                    <a:pt x="783" y="7"/>
                  </a:cubicBezTo>
                  <a:cubicBezTo>
                    <a:pt x="754" y="3"/>
                    <a:pt x="725" y="1"/>
                    <a:pt x="69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6" name="Google Shape;1636;p24"/>
            <p:cNvSpPr/>
            <p:nvPr/>
          </p:nvSpPr>
          <p:spPr>
            <a:xfrm>
              <a:off x="2318667" y="3161559"/>
              <a:ext cx="58618" cy="35385"/>
            </a:xfrm>
            <a:custGeom>
              <a:avLst/>
              <a:gdLst/>
              <a:ahLst/>
              <a:cxnLst/>
              <a:rect l="l" t="t" r="r" b="b"/>
              <a:pathLst>
                <a:path w="1413" h="1219" extrusionOk="0">
                  <a:moveTo>
                    <a:pt x="685" y="0"/>
                  </a:moveTo>
                  <a:cubicBezTo>
                    <a:pt x="338" y="0"/>
                    <a:pt x="1" y="307"/>
                    <a:pt x="60" y="674"/>
                  </a:cubicBezTo>
                  <a:cubicBezTo>
                    <a:pt x="102" y="958"/>
                    <a:pt x="405" y="1218"/>
                    <a:pt x="701" y="1218"/>
                  </a:cubicBezTo>
                  <a:cubicBezTo>
                    <a:pt x="756" y="1218"/>
                    <a:pt x="811" y="1209"/>
                    <a:pt x="864" y="1190"/>
                  </a:cubicBezTo>
                  <a:cubicBezTo>
                    <a:pt x="962" y="1151"/>
                    <a:pt x="1053" y="1101"/>
                    <a:pt x="1127" y="1027"/>
                  </a:cubicBezTo>
                  <a:cubicBezTo>
                    <a:pt x="1314" y="871"/>
                    <a:pt x="1413" y="633"/>
                    <a:pt x="1332" y="379"/>
                  </a:cubicBezTo>
                  <a:cubicBezTo>
                    <a:pt x="1257" y="141"/>
                    <a:pt x="1011" y="42"/>
                    <a:pt x="783" y="9"/>
                  </a:cubicBezTo>
                  <a:cubicBezTo>
                    <a:pt x="750" y="3"/>
                    <a:pt x="718" y="0"/>
                    <a:pt x="68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7" name="Google Shape;1637;p24"/>
            <p:cNvSpPr/>
            <p:nvPr/>
          </p:nvSpPr>
          <p:spPr>
            <a:xfrm>
              <a:off x="2318667" y="3110905"/>
              <a:ext cx="58618" cy="35326"/>
            </a:xfrm>
            <a:custGeom>
              <a:avLst/>
              <a:gdLst/>
              <a:ahLst/>
              <a:cxnLst/>
              <a:rect l="l" t="t" r="r" b="b"/>
              <a:pathLst>
                <a:path w="1413" h="1217" extrusionOk="0">
                  <a:moveTo>
                    <a:pt x="694" y="1"/>
                  </a:moveTo>
                  <a:cubicBezTo>
                    <a:pt x="344" y="1"/>
                    <a:pt x="0" y="301"/>
                    <a:pt x="60" y="671"/>
                  </a:cubicBezTo>
                  <a:cubicBezTo>
                    <a:pt x="102" y="961"/>
                    <a:pt x="405" y="1217"/>
                    <a:pt x="701" y="1217"/>
                  </a:cubicBezTo>
                  <a:cubicBezTo>
                    <a:pt x="756" y="1217"/>
                    <a:pt x="811" y="1208"/>
                    <a:pt x="864" y="1189"/>
                  </a:cubicBezTo>
                  <a:cubicBezTo>
                    <a:pt x="962" y="1155"/>
                    <a:pt x="1053" y="1098"/>
                    <a:pt x="1127" y="1033"/>
                  </a:cubicBezTo>
                  <a:cubicBezTo>
                    <a:pt x="1314" y="868"/>
                    <a:pt x="1413" y="631"/>
                    <a:pt x="1332" y="385"/>
                  </a:cubicBezTo>
                  <a:cubicBezTo>
                    <a:pt x="1257" y="147"/>
                    <a:pt x="1011" y="41"/>
                    <a:pt x="783" y="7"/>
                  </a:cubicBezTo>
                  <a:cubicBezTo>
                    <a:pt x="753" y="3"/>
                    <a:pt x="723" y="1"/>
                    <a:pt x="69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8" name="Google Shape;1638;p24"/>
            <p:cNvSpPr/>
            <p:nvPr/>
          </p:nvSpPr>
          <p:spPr>
            <a:xfrm>
              <a:off x="2318667" y="3060163"/>
              <a:ext cx="58618" cy="35355"/>
            </a:xfrm>
            <a:custGeom>
              <a:avLst/>
              <a:gdLst/>
              <a:ahLst/>
              <a:cxnLst/>
              <a:rect l="l" t="t" r="r" b="b"/>
              <a:pathLst>
                <a:path w="1413" h="1218" extrusionOk="0">
                  <a:moveTo>
                    <a:pt x="696" y="0"/>
                  </a:moveTo>
                  <a:cubicBezTo>
                    <a:pt x="345" y="0"/>
                    <a:pt x="0" y="309"/>
                    <a:pt x="60" y="680"/>
                  </a:cubicBezTo>
                  <a:cubicBezTo>
                    <a:pt x="102" y="963"/>
                    <a:pt x="403" y="1217"/>
                    <a:pt x="698" y="1217"/>
                  </a:cubicBezTo>
                  <a:cubicBezTo>
                    <a:pt x="754" y="1217"/>
                    <a:pt x="810" y="1208"/>
                    <a:pt x="864" y="1188"/>
                  </a:cubicBezTo>
                  <a:cubicBezTo>
                    <a:pt x="962" y="1157"/>
                    <a:pt x="1053" y="1100"/>
                    <a:pt x="1127" y="1033"/>
                  </a:cubicBezTo>
                  <a:cubicBezTo>
                    <a:pt x="1314" y="869"/>
                    <a:pt x="1413" y="639"/>
                    <a:pt x="1332" y="385"/>
                  </a:cubicBezTo>
                  <a:cubicBezTo>
                    <a:pt x="1257" y="147"/>
                    <a:pt x="1011" y="48"/>
                    <a:pt x="783" y="7"/>
                  </a:cubicBezTo>
                  <a:cubicBezTo>
                    <a:pt x="754" y="3"/>
                    <a:pt x="725" y="0"/>
                    <a:pt x="69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9" name="Google Shape;1639;p24"/>
            <p:cNvSpPr/>
            <p:nvPr/>
          </p:nvSpPr>
          <p:spPr>
            <a:xfrm>
              <a:off x="3490705" y="3010844"/>
              <a:ext cx="58660" cy="35355"/>
            </a:xfrm>
            <a:custGeom>
              <a:avLst/>
              <a:gdLst/>
              <a:ahLst/>
              <a:cxnLst/>
              <a:rect l="l" t="t" r="r" b="b"/>
              <a:pathLst>
                <a:path w="1414" h="1218" extrusionOk="0">
                  <a:moveTo>
                    <a:pt x="676" y="1"/>
                  </a:moveTo>
                  <a:cubicBezTo>
                    <a:pt x="332" y="1"/>
                    <a:pt x="1" y="305"/>
                    <a:pt x="53" y="672"/>
                  </a:cubicBezTo>
                  <a:cubicBezTo>
                    <a:pt x="95" y="957"/>
                    <a:pt x="399" y="1218"/>
                    <a:pt x="696" y="1218"/>
                  </a:cubicBezTo>
                  <a:cubicBezTo>
                    <a:pt x="750" y="1218"/>
                    <a:pt x="804" y="1209"/>
                    <a:pt x="856" y="1190"/>
                  </a:cubicBezTo>
                  <a:cubicBezTo>
                    <a:pt x="955" y="1149"/>
                    <a:pt x="1045" y="1100"/>
                    <a:pt x="1128" y="1027"/>
                  </a:cubicBezTo>
                  <a:cubicBezTo>
                    <a:pt x="1307" y="869"/>
                    <a:pt x="1414" y="633"/>
                    <a:pt x="1333" y="377"/>
                  </a:cubicBezTo>
                  <a:cubicBezTo>
                    <a:pt x="1250" y="141"/>
                    <a:pt x="1012" y="42"/>
                    <a:pt x="774" y="9"/>
                  </a:cubicBezTo>
                  <a:cubicBezTo>
                    <a:pt x="741" y="3"/>
                    <a:pt x="709" y="1"/>
                    <a:pt x="67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0" name="Google Shape;1640;p24"/>
            <p:cNvSpPr/>
            <p:nvPr/>
          </p:nvSpPr>
          <p:spPr>
            <a:xfrm>
              <a:off x="3490705" y="2960131"/>
              <a:ext cx="58660" cy="35355"/>
            </a:xfrm>
            <a:custGeom>
              <a:avLst/>
              <a:gdLst/>
              <a:ahLst/>
              <a:cxnLst/>
              <a:rect l="l" t="t" r="r" b="b"/>
              <a:pathLst>
                <a:path w="1414" h="1218" extrusionOk="0">
                  <a:moveTo>
                    <a:pt x="686" y="1"/>
                  </a:moveTo>
                  <a:cubicBezTo>
                    <a:pt x="338" y="1"/>
                    <a:pt x="0" y="303"/>
                    <a:pt x="53" y="673"/>
                  </a:cubicBezTo>
                  <a:cubicBezTo>
                    <a:pt x="94" y="963"/>
                    <a:pt x="396" y="1218"/>
                    <a:pt x="691" y="1218"/>
                  </a:cubicBezTo>
                  <a:cubicBezTo>
                    <a:pt x="747" y="1218"/>
                    <a:pt x="803" y="1209"/>
                    <a:pt x="856" y="1189"/>
                  </a:cubicBezTo>
                  <a:cubicBezTo>
                    <a:pt x="955" y="1157"/>
                    <a:pt x="1045" y="1100"/>
                    <a:pt x="1128" y="1033"/>
                  </a:cubicBezTo>
                  <a:cubicBezTo>
                    <a:pt x="1307" y="870"/>
                    <a:pt x="1414" y="632"/>
                    <a:pt x="1333" y="386"/>
                  </a:cubicBezTo>
                  <a:cubicBezTo>
                    <a:pt x="1250" y="147"/>
                    <a:pt x="1012" y="41"/>
                    <a:pt x="774" y="8"/>
                  </a:cubicBezTo>
                  <a:cubicBezTo>
                    <a:pt x="744" y="3"/>
                    <a:pt x="715" y="1"/>
                    <a:pt x="68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1" name="Google Shape;1641;p24"/>
            <p:cNvSpPr/>
            <p:nvPr/>
          </p:nvSpPr>
          <p:spPr>
            <a:xfrm>
              <a:off x="3490705" y="2909448"/>
              <a:ext cx="58660" cy="35326"/>
            </a:xfrm>
            <a:custGeom>
              <a:avLst/>
              <a:gdLst/>
              <a:ahLst/>
              <a:cxnLst/>
              <a:rect l="l" t="t" r="r" b="b"/>
              <a:pathLst>
                <a:path w="1414" h="1217" extrusionOk="0">
                  <a:moveTo>
                    <a:pt x="687" y="1"/>
                  </a:moveTo>
                  <a:cubicBezTo>
                    <a:pt x="339" y="1"/>
                    <a:pt x="0" y="308"/>
                    <a:pt x="53" y="681"/>
                  </a:cubicBezTo>
                  <a:cubicBezTo>
                    <a:pt x="95" y="963"/>
                    <a:pt x="397" y="1217"/>
                    <a:pt x="693" y="1217"/>
                  </a:cubicBezTo>
                  <a:cubicBezTo>
                    <a:pt x="748" y="1217"/>
                    <a:pt x="803" y="1208"/>
                    <a:pt x="856" y="1188"/>
                  </a:cubicBezTo>
                  <a:cubicBezTo>
                    <a:pt x="955" y="1155"/>
                    <a:pt x="1045" y="1098"/>
                    <a:pt x="1128" y="1033"/>
                  </a:cubicBezTo>
                  <a:cubicBezTo>
                    <a:pt x="1307" y="868"/>
                    <a:pt x="1414" y="639"/>
                    <a:pt x="1333" y="385"/>
                  </a:cubicBezTo>
                  <a:cubicBezTo>
                    <a:pt x="1250" y="147"/>
                    <a:pt x="1012" y="49"/>
                    <a:pt x="774" y="7"/>
                  </a:cubicBezTo>
                  <a:cubicBezTo>
                    <a:pt x="745" y="3"/>
                    <a:pt x="716" y="1"/>
                    <a:pt x="68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2" name="Google Shape;1642;p24"/>
            <p:cNvSpPr/>
            <p:nvPr/>
          </p:nvSpPr>
          <p:spPr>
            <a:xfrm>
              <a:off x="3490705" y="3161559"/>
              <a:ext cx="58660" cy="35385"/>
            </a:xfrm>
            <a:custGeom>
              <a:avLst/>
              <a:gdLst/>
              <a:ahLst/>
              <a:cxnLst/>
              <a:rect l="l" t="t" r="r" b="b"/>
              <a:pathLst>
                <a:path w="1414" h="1219" extrusionOk="0">
                  <a:moveTo>
                    <a:pt x="677" y="0"/>
                  </a:moveTo>
                  <a:cubicBezTo>
                    <a:pt x="332" y="0"/>
                    <a:pt x="1" y="307"/>
                    <a:pt x="53" y="674"/>
                  </a:cubicBezTo>
                  <a:cubicBezTo>
                    <a:pt x="95" y="958"/>
                    <a:pt x="398" y="1218"/>
                    <a:pt x="694" y="1218"/>
                  </a:cubicBezTo>
                  <a:cubicBezTo>
                    <a:pt x="749" y="1218"/>
                    <a:pt x="804" y="1209"/>
                    <a:pt x="856" y="1190"/>
                  </a:cubicBezTo>
                  <a:cubicBezTo>
                    <a:pt x="955" y="1151"/>
                    <a:pt x="1045" y="1101"/>
                    <a:pt x="1128" y="1027"/>
                  </a:cubicBezTo>
                  <a:cubicBezTo>
                    <a:pt x="1307" y="871"/>
                    <a:pt x="1414" y="633"/>
                    <a:pt x="1333" y="379"/>
                  </a:cubicBezTo>
                  <a:cubicBezTo>
                    <a:pt x="1250" y="141"/>
                    <a:pt x="1012" y="42"/>
                    <a:pt x="774" y="9"/>
                  </a:cubicBezTo>
                  <a:cubicBezTo>
                    <a:pt x="741" y="3"/>
                    <a:pt x="709" y="0"/>
                    <a:pt x="67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3" name="Google Shape;1643;p24"/>
            <p:cNvSpPr/>
            <p:nvPr/>
          </p:nvSpPr>
          <p:spPr>
            <a:xfrm>
              <a:off x="3490705" y="3110905"/>
              <a:ext cx="58660" cy="35326"/>
            </a:xfrm>
            <a:custGeom>
              <a:avLst/>
              <a:gdLst/>
              <a:ahLst/>
              <a:cxnLst/>
              <a:rect l="l" t="t" r="r" b="b"/>
              <a:pathLst>
                <a:path w="1414" h="1217" extrusionOk="0">
                  <a:moveTo>
                    <a:pt x="685" y="1"/>
                  </a:moveTo>
                  <a:cubicBezTo>
                    <a:pt x="338" y="1"/>
                    <a:pt x="0" y="301"/>
                    <a:pt x="53" y="671"/>
                  </a:cubicBezTo>
                  <a:cubicBezTo>
                    <a:pt x="95" y="961"/>
                    <a:pt x="398" y="1217"/>
                    <a:pt x="693" y="1217"/>
                  </a:cubicBezTo>
                  <a:cubicBezTo>
                    <a:pt x="749" y="1217"/>
                    <a:pt x="803" y="1208"/>
                    <a:pt x="856" y="1189"/>
                  </a:cubicBezTo>
                  <a:cubicBezTo>
                    <a:pt x="955" y="1155"/>
                    <a:pt x="1045" y="1098"/>
                    <a:pt x="1128" y="1033"/>
                  </a:cubicBezTo>
                  <a:cubicBezTo>
                    <a:pt x="1307" y="868"/>
                    <a:pt x="1414" y="631"/>
                    <a:pt x="1333" y="385"/>
                  </a:cubicBezTo>
                  <a:cubicBezTo>
                    <a:pt x="1250" y="147"/>
                    <a:pt x="1012" y="41"/>
                    <a:pt x="774" y="7"/>
                  </a:cubicBezTo>
                  <a:cubicBezTo>
                    <a:pt x="744" y="3"/>
                    <a:pt x="715" y="1"/>
                    <a:pt x="68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4" name="Google Shape;1644;p24"/>
            <p:cNvSpPr/>
            <p:nvPr/>
          </p:nvSpPr>
          <p:spPr>
            <a:xfrm>
              <a:off x="3490705" y="3060163"/>
              <a:ext cx="58660" cy="35355"/>
            </a:xfrm>
            <a:custGeom>
              <a:avLst/>
              <a:gdLst/>
              <a:ahLst/>
              <a:cxnLst/>
              <a:rect l="l" t="t" r="r" b="b"/>
              <a:pathLst>
                <a:path w="1414" h="1218" extrusionOk="0">
                  <a:moveTo>
                    <a:pt x="687" y="0"/>
                  </a:moveTo>
                  <a:cubicBezTo>
                    <a:pt x="339" y="0"/>
                    <a:pt x="0" y="309"/>
                    <a:pt x="53" y="680"/>
                  </a:cubicBezTo>
                  <a:cubicBezTo>
                    <a:pt x="94" y="963"/>
                    <a:pt x="396" y="1217"/>
                    <a:pt x="691" y="1217"/>
                  </a:cubicBezTo>
                  <a:cubicBezTo>
                    <a:pt x="747" y="1217"/>
                    <a:pt x="803" y="1208"/>
                    <a:pt x="856" y="1188"/>
                  </a:cubicBezTo>
                  <a:cubicBezTo>
                    <a:pt x="955" y="1157"/>
                    <a:pt x="1045" y="1100"/>
                    <a:pt x="1128" y="1033"/>
                  </a:cubicBezTo>
                  <a:cubicBezTo>
                    <a:pt x="1307" y="869"/>
                    <a:pt x="1414" y="639"/>
                    <a:pt x="1333" y="385"/>
                  </a:cubicBezTo>
                  <a:cubicBezTo>
                    <a:pt x="1250" y="147"/>
                    <a:pt x="1012" y="48"/>
                    <a:pt x="774" y="7"/>
                  </a:cubicBezTo>
                  <a:cubicBezTo>
                    <a:pt x="745" y="3"/>
                    <a:pt x="716" y="0"/>
                    <a:pt x="68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5" name="Google Shape;1645;p24"/>
            <p:cNvSpPr/>
            <p:nvPr/>
          </p:nvSpPr>
          <p:spPr>
            <a:xfrm>
              <a:off x="2432046" y="2882945"/>
              <a:ext cx="29703" cy="346995"/>
            </a:xfrm>
            <a:custGeom>
              <a:avLst/>
              <a:gdLst/>
              <a:ahLst/>
              <a:cxnLst/>
              <a:rect l="l" t="t" r="r" b="b"/>
              <a:pathLst>
                <a:path w="716" h="11954" extrusionOk="0">
                  <a:moveTo>
                    <a:pt x="1" y="1"/>
                  </a:moveTo>
                  <a:lnTo>
                    <a:pt x="1" y="11953"/>
                  </a:lnTo>
                  <a:lnTo>
                    <a:pt x="716" y="11953"/>
                  </a:lnTo>
                  <a:lnTo>
                    <a:pt x="71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6" name="Google Shape;1646;p24"/>
            <p:cNvSpPr/>
            <p:nvPr/>
          </p:nvSpPr>
          <p:spPr>
            <a:xfrm>
              <a:off x="2502239" y="2882945"/>
              <a:ext cx="29579" cy="346995"/>
            </a:xfrm>
            <a:custGeom>
              <a:avLst/>
              <a:gdLst/>
              <a:ahLst/>
              <a:cxnLst/>
              <a:rect l="l" t="t" r="r" b="b"/>
              <a:pathLst>
                <a:path w="713" h="11954" extrusionOk="0">
                  <a:moveTo>
                    <a:pt x="0" y="1"/>
                  </a:moveTo>
                  <a:lnTo>
                    <a:pt x="0" y="11953"/>
                  </a:lnTo>
                  <a:lnTo>
                    <a:pt x="713" y="11953"/>
                  </a:lnTo>
                  <a:lnTo>
                    <a:pt x="71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7" name="Google Shape;1647;p24"/>
            <p:cNvSpPr/>
            <p:nvPr/>
          </p:nvSpPr>
          <p:spPr>
            <a:xfrm>
              <a:off x="3332232" y="2882945"/>
              <a:ext cx="29288" cy="346995"/>
            </a:xfrm>
            <a:custGeom>
              <a:avLst/>
              <a:gdLst/>
              <a:ahLst/>
              <a:cxnLst/>
              <a:rect l="l" t="t" r="r" b="b"/>
              <a:pathLst>
                <a:path w="706" h="11954" extrusionOk="0">
                  <a:moveTo>
                    <a:pt x="0" y="1"/>
                  </a:moveTo>
                  <a:lnTo>
                    <a:pt x="0" y="11953"/>
                  </a:lnTo>
                  <a:lnTo>
                    <a:pt x="705" y="11953"/>
                  </a:lnTo>
                  <a:lnTo>
                    <a:pt x="70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8" name="Google Shape;1648;p24"/>
            <p:cNvSpPr/>
            <p:nvPr/>
          </p:nvSpPr>
          <p:spPr>
            <a:xfrm>
              <a:off x="3401969" y="2882945"/>
              <a:ext cx="29703" cy="346995"/>
            </a:xfrm>
            <a:custGeom>
              <a:avLst/>
              <a:gdLst/>
              <a:ahLst/>
              <a:cxnLst/>
              <a:rect l="l" t="t" r="r" b="b"/>
              <a:pathLst>
                <a:path w="716" h="11954" extrusionOk="0">
                  <a:moveTo>
                    <a:pt x="1" y="1"/>
                  </a:moveTo>
                  <a:lnTo>
                    <a:pt x="1" y="11953"/>
                  </a:lnTo>
                  <a:lnTo>
                    <a:pt x="715" y="11953"/>
                  </a:lnTo>
                  <a:lnTo>
                    <a:pt x="71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649" name="Google Shape;1649;p24"/>
          <p:cNvGrpSpPr/>
          <p:nvPr/>
        </p:nvGrpSpPr>
        <p:grpSpPr>
          <a:xfrm>
            <a:off x="6570819" y="4482156"/>
            <a:ext cx="2521168" cy="218808"/>
            <a:chOff x="1229350" y="3731212"/>
            <a:chExt cx="2521168" cy="208388"/>
          </a:xfrm>
        </p:grpSpPr>
        <p:sp>
          <p:nvSpPr>
            <p:cNvPr id="1650" name="Google Shape;1650;p24"/>
            <p:cNvSpPr/>
            <p:nvPr/>
          </p:nvSpPr>
          <p:spPr>
            <a:xfrm>
              <a:off x="1229350" y="3731212"/>
              <a:ext cx="2521168" cy="208388"/>
            </a:xfrm>
            <a:custGeom>
              <a:avLst/>
              <a:gdLst/>
              <a:ahLst/>
              <a:cxnLst/>
              <a:rect l="l" t="t" r="r" b="b"/>
              <a:pathLst>
                <a:path w="60773" h="7179" extrusionOk="0">
                  <a:moveTo>
                    <a:pt x="1" y="0"/>
                  </a:moveTo>
                  <a:lnTo>
                    <a:pt x="1" y="7178"/>
                  </a:lnTo>
                  <a:lnTo>
                    <a:pt x="60773" y="7178"/>
                  </a:lnTo>
                  <a:lnTo>
                    <a:pt x="6077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1" name="Google Shape;1651;p24"/>
            <p:cNvSpPr/>
            <p:nvPr/>
          </p:nvSpPr>
          <p:spPr>
            <a:xfrm>
              <a:off x="1333851" y="3731212"/>
              <a:ext cx="176685" cy="208388"/>
            </a:xfrm>
            <a:custGeom>
              <a:avLst/>
              <a:gdLst/>
              <a:ahLst/>
              <a:cxnLst/>
              <a:rect l="l" t="t" r="r" b="b"/>
              <a:pathLst>
                <a:path w="4259" h="7179" extrusionOk="0">
                  <a:moveTo>
                    <a:pt x="0" y="0"/>
                  </a:moveTo>
                  <a:lnTo>
                    <a:pt x="0" y="7178"/>
                  </a:lnTo>
                  <a:lnTo>
                    <a:pt x="4259" y="7178"/>
                  </a:lnTo>
                  <a:lnTo>
                    <a:pt x="4259"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2" name="Google Shape;1652;p24"/>
            <p:cNvSpPr/>
            <p:nvPr/>
          </p:nvSpPr>
          <p:spPr>
            <a:xfrm>
              <a:off x="1367579" y="3731212"/>
              <a:ext cx="36465" cy="207401"/>
            </a:xfrm>
            <a:custGeom>
              <a:avLst/>
              <a:gdLst/>
              <a:ahLst/>
              <a:cxnLst/>
              <a:rect l="l" t="t" r="r" b="b"/>
              <a:pathLst>
                <a:path w="879" h="7145" extrusionOk="0">
                  <a:moveTo>
                    <a:pt x="0" y="0"/>
                  </a:moveTo>
                  <a:lnTo>
                    <a:pt x="0" y="7145"/>
                  </a:lnTo>
                  <a:lnTo>
                    <a:pt x="878" y="7145"/>
                  </a:lnTo>
                  <a:lnTo>
                    <a:pt x="87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3" name="Google Shape;1653;p24"/>
            <p:cNvSpPr/>
            <p:nvPr/>
          </p:nvSpPr>
          <p:spPr>
            <a:xfrm>
              <a:off x="1690499" y="3731212"/>
              <a:ext cx="36465" cy="207401"/>
            </a:xfrm>
            <a:custGeom>
              <a:avLst/>
              <a:gdLst/>
              <a:ahLst/>
              <a:cxnLst/>
              <a:rect l="l" t="t" r="r" b="b"/>
              <a:pathLst>
                <a:path w="879" h="7145" extrusionOk="0">
                  <a:moveTo>
                    <a:pt x="1" y="0"/>
                  </a:moveTo>
                  <a:lnTo>
                    <a:pt x="1" y="7145"/>
                  </a:lnTo>
                  <a:lnTo>
                    <a:pt x="879" y="7145"/>
                  </a:lnTo>
                  <a:lnTo>
                    <a:pt x="879"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4" name="Google Shape;1654;p24"/>
            <p:cNvSpPr/>
            <p:nvPr/>
          </p:nvSpPr>
          <p:spPr>
            <a:xfrm>
              <a:off x="2013793" y="3731212"/>
              <a:ext cx="36133" cy="207401"/>
            </a:xfrm>
            <a:custGeom>
              <a:avLst/>
              <a:gdLst/>
              <a:ahLst/>
              <a:cxnLst/>
              <a:rect l="l" t="t" r="r" b="b"/>
              <a:pathLst>
                <a:path w="871" h="7145" extrusionOk="0">
                  <a:moveTo>
                    <a:pt x="1" y="0"/>
                  </a:moveTo>
                  <a:lnTo>
                    <a:pt x="1" y="7145"/>
                  </a:lnTo>
                  <a:lnTo>
                    <a:pt x="871" y="7145"/>
                  </a:lnTo>
                  <a:lnTo>
                    <a:pt x="871"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5" name="Google Shape;1655;p24"/>
            <p:cNvSpPr/>
            <p:nvPr/>
          </p:nvSpPr>
          <p:spPr>
            <a:xfrm>
              <a:off x="1547251" y="3749500"/>
              <a:ext cx="73263" cy="44151"/>
            </a:xfrm>
            <a:custGeom>
              <a:avLst/>
              <a:gdLst/>
              <a:ahLst/>
              <a:cxnLst/>
              <a:rect l="l" t="t" r="r" b="b"/>
              <a:pathLst>
                <a:path w="1766" h="1521" extrusionOk="0">
                  <a:moveTo>
                    <a:pt x="887" y="0"/>
                  </a:moveTo>
                  <a:cubicBezTo>
                    <a:pt x="820" y="0"/>
                    <a:pt x="754" y="11"/>
                    <a:pt x="690" y="34"/>
                  </a:cubicBezTo>
                  <a:cubicBezTo>
                    <a:pt x="566" y="83"/>
                    <a:pt x="451" y="150"/>
                    <a:pt x="353" y="240"/>
                  </a:cubicBezTo>
                  <a:cubicBezTo>
                    <a:pt x="132" y="437"/>
                    <a:pt x="1" y="732"/>
                    <a:pt x="99" y="1044"/>
                  </a:cubicBezTo>
                  <a:cubicBezTo>
                    <a:pt x="197" y="1347"/>
                    <a:pt x="501" y="1471"/>
                    <a:pt x="788" y="1510"/>
                  </a:cubicBezTo>
                  <a:cubicBezTo>
                    <a:pt x="830" y="1517"/>
                    <a:pt x="871" y="1521"/>
                    <a:pt x="913" y="1521"/>
                  </a:cubicBezTo>
                  <a:cubicBezTo>
                    <a:pt x="1349" y="1521"/>
                    <a:pt x="1766" y="1140"/>
                    <a:pt x="1698" y="683"/>
                  </a:cubicBezTo>
                  <a:cubicBezTo>
                    <a:pt x="1643" y="321"/>
                    <a:pt x="1257" y="0"/>
                    <a:pt x="88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6" name="Google Shape;1656;p24"/>
            <p:cNvSpPr/>
            <p:nvPr/>
          </p:nvSpPr>
          <p:spPr>
            <a:xfrm>
              <a:off x="1547251" y="3812811"/>
              <a:ext cx="73304" cy="44151"/>
            </a:xfrm>
            <a:custGeom>
              <a:avLst/>
              <a:gdLst/>
              <a:ahLst/>
              <a:cxnLst/>
              <a:rect l="l" t="t" r="r" b="b"/>
              <a:pathLst>
                <a:path w="1767" h="1521" extrusionOk="0">
                  <a:moveTo>
                    <a:pt x="893" y="0"/>
                  </a:moveTo>
                  <a:cubicBezTo>
                    <a:pt x="824" y="0"/>
                    <a:pt x="755" y="11"/>
                    <a:pt x="690" y="36"/>
                  </a:cubicBezTo>
                  <a:cubicBezTo>
                    <a:pt x="566" y="77"/>
                    <a:pt x="451" y="150"/>
                    <a:pt x="353" y="233"/>
                  </a:cubicBezTo>
                  <a:cubicBezTo>
                    <a:pt x="132" y="430"/>
                    <a:pt x="1" y="733"/>
                    <a:pt x="99" y="1044"/>
                  </a:cubicBezTo>
                  <a:cubicBezTo>
                    <a:pt x="197" y="1339"/>
                    <a:pt x="501" y="1463"/>
                    <a:pt x="788" y="1513"/>
                  </a:cubicBezTo>
                  <a:cubicBezTo>
                    <a:pt x="825" y="1518"/>
                    <a:pt x="863" y="1521"/>
                    <a:pt x="900" y="1521"/>
                  </a:cubicBezTo>
                  <a:cubicBezTo>
                    <a:pt x="1340" y="1521"/>
                    <a:pt x="1767" y="1137"/>
                    <a:pt x="1698" y="676"/>
                  </a:cubicBezTo>
                  <a:cubicBezTo>
                    <a:pt x="1643" y="323"/>
                    <a:pt x="1261" y="0"/>
                    <a:pt x="8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7" name="Google Shape;1657;p24"/>
            <p:cNvSpPr/>
            <p:nvPr/>
          </p:nvSpPr>
          <p:spPr>
            <a:xfrm>
              <a:off x="1547251" y="3875976"/>
              <a:ext cx="73304" cy="44093"/>
            </a:xfrm>
            <a:custGeom>
              <a:avLst/>
              <a:gdLst/>
              <a:ahLst/>
              <a:cxnLst/>
              <a:rect l="l" t="t" r="r" b="b"/>
              <a:pathLst>
                <a:path w="1767" h="1519" extrusionOk="0">
                  <a:moveTo>
                    <a:pt x="888" y="0"/>
                  </a:moveTo>
                  <a:cubicBezTo>
                    <a:pt x="821" y="0"/>
                    <a:pt x="754" y="11"/>
                    <a:pt x="690" y="34"/>
                  </a:cubicBezTo>
                  <a:cubicBezTo>
                    <a:pt x="566" y="83"/>
                    <a:pt x="451" y="148"/>
                    <a:pt x="353" y="230"/>
                  </a:cubicBezTo>
                  <a:cubicBezTo>
                    <a:pt x="132" y="435"/>
                    <a:pt x="1" y="731"/>
                    <a:pt x="99" y="1042"/>
                  </a:cubicBezTo>
                  <a:cubicBezTo>
                    <a:pt x="197" y="1337"/>
                    <a:pt x="501" y="1469"/>
                    <a:pt x="788" y="1510"/>
                  </a:cubicBezTo>
                  <a:cubicBezTo>
                    <a:pt x="826" y="1516"/>
                    <a:pt x="864" y="1519"/>
                    <a:pt x="902" y="1519"/>
                  </a:cubicBezTo>
                  <a:cubicBezTo>
                    <a:pt x="1341" y="1519"/>
                    <a:pt x="1767" y="1141"/>
                    <a:pt x="1698" y="673"/>
                  </a:cubicBezTo>
                  <a:cubicBezTo>
                    <a:pt x="1643" y="319"/>
                    <a:pt x="1258" y="0"/>
                    <a:pt x="88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8" name="Google Shape;1658;p24"/>
            <p:cNvSpPr/>
            <p:nvPr/>
          </p:nvSpPr>
          <p:spPr>
            <a:xfrm>
              <a:off x="3638185" y="3749500"/>
              <a:ext cx="73304" cy="44151"/>
            </a:xfrm>
            <a:custGeom>
              <a:avLst/>
              <a:gdLst/>
              <a:ahLst/>
              <a:cxnLst/>
              <a:rect l="l" t="t" r="r" b="b"/>
              <a:pathLst>
                <a:path w="1767" h="1521" extrusionOk="0">
                  <a:moveTo>
                    <a:pt x="895" y="0"/>
                  </a:moveTo>
                  <a:cubicBezTo>
                    <a:pt x="828" y="0"/>
                    <a:pt x="762" y="11"/>
                    <a:pt x="698" y="34"/>
                  </a:cubicBezTo>
                  <a:cubicBezTo>
                    <a:pt x="575" y="83"/>
                    <a:pt x="459" y="150"/>
                    <a:pt x="361" y="240"/>
                  </a:cubicBezTo>
                  <a:cubicBezTo>
                    <a:pt x="133" y="437"/>
                    <a:pt x="1" y="732"/>
                    <a:pt x="107" y="1044"/>
                  </a:cubicBezTo>
                  <a:cubicBezTo>
                    <a:pt x="197" y="1347"/>
                    <a:pt x="501" y="1471"/>
                    <a:pt x="796" y="1510"/>
                  </a:cubicBezTo>
                  <a:cubicBezTo>
                    <a:pt x="837" y="1517"/>
                    <a:pt x="878" y="1521"/>
                    <a:pt x="919" y="1521"/>
                  </a:cubicBezTo>
                  <a:cubicBezTo>
                    <a:pt x="1349" y="1521"/>
                    <a:pt x="1766" y="1140"/>
                    <a:pt x="1698" y="683"/>
                  </a:cubicBezTo>
                  <a:cubicBezTo>
                    <a:pt x="1643" y="321"/>
                    <a:pt x="1264" y="0"/>
                    <a:pt x="89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9" name="Google Shape;1659;p24"/>
            <p:cNvSpPr/>
            <p:nvPr/>
          </p:nvSpPr>
          <p:spPr>
            <a:xfrm>
              <a:off x="3638185" y="3812811"/>
              <a:ext cx="73304" cy="44151"/>
            </a:xfrm>
            <a:custGeom>
              <a:avLst/>
              <a:gdLst/>
              <a:ahLst/>
              <a:cxnLst/>
              <a:rect l="l" t="t" r="r" b="b"/>
              <a:pathLst>
                <a:path w="1767" h="1521" extrusionOk="0">
                  <a:moveTo>
                    <a:pt x="901" y="0"/>
                  </a:moveTo>
                  <a:cubicBezTo>
                    <a:pt x="832" y="0"/>
                    <a:pt x="764" y="11"/>
                    <a:pt x="698" y="36"/>
                  </a:cubicBezTo>
                  <a:cubicBezTo>
                    <a:pt x="575" y="77"/>
                    <a:pt x="459" y="150"/>
                    <a:pt x="361" y="233"/>
                  </a:cubicBezTo>
                  <a:cubicBezTo>
                    <a:pt x="133" y="430"/>
                    <a:pt x="1" y="733"/>
                    <a:pt x="107" y="1044"/>
                  </a:cubicBezTo>
                  <a:cubicBezTo>
                    <a:pt x="197" y="1339"/>
                    <a:pt x="501" y="1463"/>
                    <a:pt x="796" y="1513"/>
                  </a:cubicBezTo>
                  <a:cubicBezTo>
                    <a:pt x="833" y="1518"/>
                    <a:pt x="869" y="1521"/>
                    <a:pt x="906" y="1521"/>
                  </a:cubicBezTo>
                  <a:cubicBezTo>
                    <a:pt x="1340" y="1521"/>
                    <a:pt x="1767" y="1137"/>
                    <a:pt x="1698" y="676"/>
                  </a:cubicBezTo>
                  <a:cubicBezTo>
                    <a:pt x="1643" y="323"/>
                    <a:pt x="1268" y="0"/>
                    <a:pt x="90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0" name="Google Shape;1660;p24"/>
            <p:cNvSpPr/>
            <p:nvPr/>
          </p:nvSpPr>
          <p:spPr>
            <a:xfrm>
              <a:off x="3638185" y="3875976"/>
              <a:ext cx="73304" cy="44093"/>
            </a:xfrm>
            <a:custGeom>
              <a:avLst/>
              <a:gdLst/>
              <a:ahLst/>
              <a:cxnLst/>
              <a:rect l="l" t="t" r="r" b="b"/>
              <a:pathLst>
                <a:path w="1767" h="1519" extrusionOk="0">
                  <a:moveTo>
                    <a:pt x="896" y="0"/>
                  </a:moveTo>
                  <a:cubicBezTo>
                    <a:pt x="829" y="0"/>
                    <a:pt x="762" y="11"/>
                    <a:pt x="698" y="34"/>
                  </a:cubicBezTo>
                  <a:cubicBezTo>
                    <a:pt x="575" y="83"/>
                    <a:pt x="459" y="148"/>
                    <a:pt x="361" y="230"/>
                  </a:cubicBezTo>
                  <a:cubicBezTo>
                    <a:pt x="133" y="435"/>
                    <a:pt x="1" y="731"/>
                    <a:pt x="107" y="1042"/>
                  </a:cubicBezTo>
                  <a:cubicBezTo>
                    <a:pt x="197" y="1337"/>
                    <a:pt x="501" y="1469"/>
                    <a:pt x="796" y="1510"/>
                  </a:cubicBezTo>
                  <a:cubicBezTo>
                    <a:pt x="833" y="1516"/>
                    <a:pt x="870" y="1519"/>
                    <a:pt x="908" y="1519"/>
                  </a:cubicBezTo>
                  <a:cubicBezTo>
                    <a:pt x="1341" y="1519"/>
                    <a:pt x="1767" y="1141"/>
                    <a:pt x="1698" y="673"/>
                  </a:cubicBezTo>
                  <a:cubicBezTo>
                    <a:pt x="1643" y="319"/>
                    <a:pt x="1265" y="0"/>
                    <a:pt x="89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1" name="Google Shape;1661;p24"/>
            <p:cNvSpPr/>
            <p:nvPr/>
          </p:nvSpPr>
          <p:spPr>
            <a:xfrm>
              <a:off x="2117298" y="3771648"/>
              <a:ext cx="1476327" cy="127199"/>
            </a:xfrm>
            <a:custGeom>
              <a:avLst/>
              <a:gdLst/>
              <a:ahLst/>
              <a:cxnLst/>
              <a:rect l="l" t="t" r="r" b="b"/>
              <a:pathLst>
                <a:path w="35587" h="4382" extrusionOk="0">
                  <a:moveTo>
                    <a:pt x="254" y="1"/>
                  </a:moveTo>
                  <a:cubicBezTo>
                    <a:pt x="254" y="141"/>
                    <a:pt x="140" y="255"/>
                    <a:pt x="0" y="255"/>
                  </a:cubicBezTo>
                  <a:lnTo>
                    <a:pt x="0" y="4136"/>
                  </a:lnTo>
                  <a:cubicBezTo>
                    <a:pt x="140" y="4136"/>
                    <a:pt x="254" y="4242"/>
                    <a:pt x="254" y="4382"/>
                  </a:cubicBezTo>
                  <a:lnTo>
                    <a:pt x="35333" y="4382"/>
                  </a:lnTo>
                  <a:cubicBezTo>
                    <a:pt x="35333" y="4242"/>
                    <a:pt x="35447" y="4136"/>
                    <a:pt x="35587" y="4136"/>
                  </a:cubicBezTo>
                  <a:lnTo>
                    <a:pt x="35587" y="255"/>
                  </a:lnTo>
                  <a:cubicBezTo>
                    <a:pt x="35447" y="255"/>
                    <a:pt x="35333" y="141"/>
                    <a:pt x="3533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sp>
        <p:nvSpPr>
          <p:cNvPr id="1666" name="Google Shape;1666;p25"/>
          <p:cNvSpPr txBox="1">
            <a:spLocks noGrp="1"/>
          </p:cNvSpPr>
          <p:nvPr>
            <p:ph type="title"/>
          </p:nvPr>
        </p:nvSpPr>
        <p:spPr>
          <a:xfrm>
            <a:off x="520294" y="125083"/>
            <a:ext cx="7708800" cy="67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latin typeface="Overlock" panose="02000506030000020004"/>
                <a:ea typeface="Overlock" panose="02000506030000020004"/>
                <a:cs typeface="Overlock" panose="02000506030000020004"/>
                <a:sym typeface="Overlock" panose="02000506030000020004"/>
              </a:rPr>
              <a:t>Relevant Websites</a:t>
            </a:r>
            <a:endParaRPr>
              <a:latin typeface="Overlock" panose="02000506030000020004"/>
              <a:ea typeface="Overlock" panose="02000506030000020004"/>
              <a:cs typeface="Overlock" panose="02000506030000020004"/>
              <a:sym typeface="Overlock" panose="02000506030000020004"/>
            </a:endParaRPr>
          </a:p>
        </p:txBody>
      </p:sp>
      <p:sp>
        <p:nvSpPr>
          <p:cNvPr id="1667" name="Google Shape;1667;p25"/>
          <p:cNvSpPr txBox="1"/>
          <p:nvPr/>
        </p:nvSpPr>
        <p:spPr>
          <a:xfrm>
            <a:off x="1243871" y="1190614"/>
            <a:ext cx="3337299"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https://www.mbarendezvous.com/tense/</a:t>
            </a:r>
            <a:endParaRPr sz="1400" b="0" i="0" u="none" strike="noStrike" cap="none">
              <a:solidFill>
                <a:srgbClr val="22295B"/>
              </a:solidFill>
              <a:latin typeface="Lexend Medium"/>
              <a:ea typeface="Lexend Medium"/>
              <a:cs typeface="Lexend Medium"/>
              <a:sym typeface="Lexend Medium"/>
            </a:endParaRPr>
          </a:p>
        </p:txBody>
      </p:sp>
      <p:sp>
        <p:nvSpPr>
          <p:cNvPr id="1668" name="Google Shape;1668;p25"/>
          <p:cNvSpPr txBox="1"/>
          <p:nvPr/>
        </p:nvSpPr>
        <p:spPr>
          <a:xfrm>
            <a:off x="1223932" y="866815"/>
            <a:ext cx="2818200" cy="484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5566BC"/>
                </a:solidFill>
                <a:latin typeface="Montagu Slab SemiBold"/>
                <a:ea typeface="Montagu Slab SemiBold"/>
                <a:cs typeface="Montagu Slab SemiBold"/>
                <a:sym typeface="Montagu Slab SemiBold"/>
              </a:rPr>
              <a:t>Tenses</a:t>
            </a:r>
            <a:endParaRPr sz="2300" b="0" i="0" u="none" strike="noStrike" cap="none">
              <a:solidFill>
                <a:srgbClr val="5566BC"/>
              </a:solidFill>
              <a:latin typeface="Montagu Slab SemiBold"/>
              <a:ea typeface="Montagu Slab SemiBold"/>
              <a:cs typeface="Montagu Slab SemiBold"/>
              <a:sym typeface="Montagu Slab SemiBold"/>
            </a:endParaRPr>
          </a:p>
        </p:txBody>
      </p:sp>
      <p:sp>
        <p:nvSpPr>
          <p:cNvPr id="1669" name="Google Shape;1669;p25"/>
          <p:cNvSpPr txBox="1"/>
          <p:nvPr/>
        </p:nvSpPr>
        <p:spPr>
          <a:xfrm>
            <a:off x="1214564" y="2010329"/>
            <a:ext cx="3761175"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https://grammarist.com/grammar/modal-verbs/</a:t>
            </a:r>
            <a:endParaRPr sz="1400" b="0" i="0" u="none" strike="noStrike" cap="none">
              <a:solidFill>
                <a:srgbClr val="22295B"/>
              </a:solidFill>
              <a:latin typeface="Lexend Medium"/>
              <a:ea typeface="Lexend Medium"/>
              <a:cs typeface="Lexend Medium"/>
              <a:sym typeface="Lexend Medium"/>
            </a:endParaRPr>
          </a:p>
        </p:txBody>
      </p:sp>
      <p:sp>
        <p:nvSpPr>
          <p:cNvPr id="1670" name="Google Shape;1670;p25"/>
          <p:cNvSpPr txBox="1"/>
          <p:nvPr/>
        </p:nvSpPr>
        <p:spPr>
          <a:xfrm>
            <a:off x="1354264" y="1796651"/>
            <a:ext cx="2818200" cy="484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chemeClr val="dk2"/>
                </a:solidFill>
                <a:latin typeface="Montagu Slab SemiBold"/>
                <a:ea typeface="Montagu Slab SemiBold"/>
                <a:cs typeface="Montagu Slab SemiBold"/>
                <a:sym typeface="Montagu Slab SemiBold"/>
              </a:rPr>
              <a:t>Modals</a:t>
            </a:r>
            <a:endParaRPr sz="2000" b="0" i="0" u="none" strike="noStrike" cap="none">
              <a:solidFill>
                <a:srgbClr val="5566BC"/>
              </a:solidFill>
              <a:latin typeface="Montagu Slab SemiBold"/>
              <a:ea typeface="Montagu Slab SemiBold"/>
              <a:cs typeface="Montagu Slab SemiBold"/>
              <a:sym typeface="Montagu Slab SemiBold"/>
            </a:endParaRPr>
          </a:p>
        </p:txBody>
      </p:sp>
      <p:sp>
        <p:nvSpPr>
          <p:cNvPr id="1671" name="Google Shape;1671;p25"/>
          <p:cNvSpPr txBox="1"/>
          <p:nvPr/>
        </p:nvSpPr>
        <p:spPr>
          <a:xfrm>
            <a:off x="1244242" y="2740038"/>
            <a:ext cx="4185565"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https://www.perfect-english-grammar.com/passive.html</a:t>
            </a:r>
            <a:endParaRPr sz="1400" b="0" i="0" u="none" strike="noStrike" cap="none">
              <a:solidFill>
                <a:srgbClr val="22295B"/>
              </a:solidFill>
              <a:latin typeface="Lexend Medium"/>
              <a:ea typeface="Lexend Medium"/>
              <a:cs typeface="Lexend Medium"/>
              <a:sym typeface="Lexend Medium"/>
            </a:endParaRPr>
          </a:p>
        </p:txBody>
      </p:sp>
      <p:sp>
        <p:nvSpPr>
          <p:cNvPr id="1672" name="Google Shape;1672;p25"/>
          <p:cNvSpPr txBox="1"/>
          <p:nvPr/>
        </p:nvSpPr>
        <p:spPr>
          <a:xfrm>
            <a:off x="1244194" y="2567411"/>
            <a:ext cx="2818200" cy="484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chemeClr val="dk2"/>
                </a:solidFill>
                <a:latin typeface="Montagu Slab SemiBold"/>
                <a:ea typeface="Montagu Slab SemiBold"/>
                <a:cs typeface="Montagu Slab SemiBold"/>
                <a:sym typeface="Montagu Slab SemiBold"/>
              </a:rPr>
              <a:t>Passives</a:t>
            </a:r>
            <a:endParaRPr sz="2000" b="0" i="0" u="none" strike="noStrike" cap="none">
              <a:solidFill>
                <a:srgbClr val="5566BC"/>
              </a:solidFill>
              <a:latin typeface="Montagu Slab SemiBold"/>
              <a:ea typeface="Montagu Slab SemiBold"/>
              <a:cs typeface="Montagu Slab SemiBold"/>
              <a:sym typeface="Montagu Slab SemiBold"/>
            </a:endParaRPr>
          </a:p>
        </p:txBody>
      </p:sp>
      <p:sp>
        <p:nvSpPr>
          <p:cNvPr id="1673" name="Google Shape;1673;p25"/>
          <p:cNvSpPr txBox="1"/>
          <p:nvPr/>
        </p:nvSpPr>
        <p:spPr>
          <a:xfrm>
            <a:off x="1207954" y="4511211"/>
            <a:ext cx="4107843"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https://www.careerpower.in/school/english/direct-and-indirect-speech</a:t>
            </a:r>
            <a:endParaRPr sz="1400" b="0" i="0" u="none" strike="noStrike" cap="none">
              <a:solidFill>
                <a:srgbClr val="22295B"/>
              </a:solidFill>
              <a:latin typeface="Lexend Medium"/>
              <a:ea typeface="Lexend Medium"/>
              <a:cs typeface="Lexend Medium"/>
              <a:sym typeface="Lexend Medium"/>
            </a:endParaRPr>
          </a:p>
        </p:txBody>
      </p:sp>
      <p:sp>
        <p:nvSpPr>
          <p:cNvPr id="1674" name="Google Shape;1674;p25"/>
          <p:cNvSpPr txBox="1"/>
          <p:nvPr/>
        </p:nvSpPr>
        <p:spPr>
          <a:xfrm>
            <a:off x="4965623" y="1025750"/>
            <a:ext cx="4289502"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https://www.learnenglish.de/grammar/clausetext.html</a:t>
            </a:r>
            <a:endParaRPr sz="1400" b="0" i="0" u="none" strike="noStrike" cap="none">
              <a:solidFill>
                <a:srgbClr val="22295B"/>
              </a:solidFill>
              <a:latin typeface="Lexend Medium"/>
              <a:ea typeface="Lexend Medium"/>
              <a:cs typeface="Lexend Medium"/>
              <a:sym typeface="Lexend Medium"/>
            </a:endParaRPr>
          </a:p>
        </p:txBody>
      </p:sp>
      <p:sp>
        <p:nvSpPr>
          <p:cNvPr id="1675" name="Google Shape;1675;p25"/>
          <p:cNvSpPr txBox="1"/>
          <p:nvPr/>
        </p:nvSpPr>
        <p:spPr>
          <a:xfrm>
            <a:off x="5145116" y="772179"/>
            <a:ext cx="2818200" cy="484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chemeClr val="dk2"/>
                </a:solidFill>
                <a:latin typeface="Montagu Slab SemiBold"/>
                <a:ea typeface="Montagu Slab SemiBold"/>
                <a:cs typeface="Montagu Slab SemiBold"/>
                <a:sym typeface="Montagu Slab SemiBold"/>
              </a:rPr>
              <a:t>Clauses</a:t>
            </a:r>
            <a:endParaRPr sz="2300" b="0" i="0" u="none" strike="noStrike" cap="none">
              <a:solidFill>
                <a:srgbClr val="5566BC"/>
              </a:solidFill>
              <a:latin typeface="Montagu Slab SemiBold"/>
              <a:ea typeface="Montagu Slab SemiBold"/>
              <a:cs typeface="Montagu Slab SemiBold"/>
              <a:sym typeface="Montagu Slab SemiBold"/>
            </a:endParaRPr>
          </a:p>
        </p:txBody>
      </p:sp>
      <p:sp>
        <p:nvSpPr>
          <p:cNvPr id="1676" name="Google Shape;1676;p25"/>
          <p:cNvSpPr txBox="1"/>
          <p:nvPr/>
        </p:nvSpPr>
        <p:spPr>
          <a:xfrm>
            <a:off x="4982247" y="2088742"/>
            <a:ext cx="4077580"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https://www.diffzy.com/article/difference-between-articles-and-determiners-367</a:t>
            </a:r>
            <a:endParaRPr sz="1400" b="0" i="0" u="none" strike="noStrike" cap="none">
              <a:solidFill>
                <a:srgbClr val="22295B"/>
              </a:solidFill>
              <a:latin typeface="Lexend Medium"/>
              <a:ea typeface="Lexend Medium"/>
              <a:cs typeface="Lexend Medium"/>
              <a:sym typeface="Lexend Medium"/>
            </a:endParaRPr>
          </a:p>
        </p:txBody>
      </p:sp>
      <p:sp>
        <p:nvSpPr>
          <p:cNvPr id="1677" name="Google Shape;1677;p25"/>
          <p:cNvSpPr txBox="1"/>
          <p:nvPr/>
        </p:nvSpPr>
        <p:spPr>
          <a:xfrm>
            <a:off x="5176076" y="1847017"/>
            <a:ext cx="3792211" cy="484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5566BC"/>
                </a:solidFill>
                <a:latin typeface="Montagu Slab SemiBold"/>
                <a:ea typeface="Montagu Slab SemiBold"/>
                <a:cs typeface="Montagu Slab SemiBold"/>
                <a:sym typeface="Montagu Slab SemiBold"/>
              </a:rPr>
              <a:t>Articles, Determiners and quantifiers</a:t>
            </a:r>
            <a:endParaRPr sz="1800" b="0" i="0" u="none" strike="noStrike" cap="none">
              <a:solidFill>
                <a:srgbClr val="5566BC"/>
              </a:solidFill>
              <a:latin typeface="Montagu Slab SemiBold"/>
              <a:ea typeface="Montagu Slab SemiBold"/>
              <a:cs typeface="Montagu Slab SemiBold"/>
              <a:sym typeface="Montagu Slab SemiBold"/>
            </a:endParaRPr>
          </a:p>
        </p:txBody>
      </p:sp>
      <p:sp>
        <p:nvSpPr>
          <p:cNvPr id="1678" name="Google Shape;1678;p25"/>
          <p:cNvSpPr txBox="1"/>
          <p:nvPr/>
        </p:nvSpPr>
        <p:spPr>
          <a:xfrm>
            <a:off x="1217710" y="3689444"/>
            <a:ext cx="4269816"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https://englishgrammarsoft.com/8-parts-of-speech/</a:t>
            </a:r>
            <a:endParaRPr sz="1400" b="0" i="0" u="none" strike="noStrike" cap="none">
              <a:solidFill>
                <a:srgbClr val="22295B"/>
              </a:solidFill>
              <a:latin typeface="Lexend Medium"/>
              <a:ea typeface="Lexend Medium"/>
              <a:cs typeface="Lexend Medium"/>
              <a:sym typeface="Lexend Medium"/>
            </a:endParaRPr>
          </a:p>
        </p:txBody>
      </p:sp>
      <p:sp>
        <p:nvSpPr>
          <p:cNvPr id="1679" name="Google Shape;1679;p25"/>
          <p:cNvSpPr txBox="1"/>
          <p:nvPr/>
        </p:nvSpPr>
        <p:spPr>
          <a:xfrm>
            <a:off x="1223932" y="3423805"/>
            <a:ext cx="2818200" cy="484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chemeClr val="dk2"/>
                </a:solidFill>
                <a:latin typeface="Montagu Slab SemiBold"/>
                <a:ea typeface="Montagu Slab SemiBold"/>
                <a:cs typeface="Montagu Slab SemiBold"/>
                <a:sym typeface="Montagu Slab SemiBold"/>
              </a:rPr>
              <a:t>Parts Of Speech</a:t>
            </a:r>
            <a:endParaRPr sz="2000" b="0" i="0" u="none" strike="noStrike" cap="none">
              <a:solidFill>
                <a:srgbClr val="5566BC"/>
              </a:solidFill>
              <a:latin typeface="Montagu Slab SemiBold"/>
              <a:ea typeface="Montagu Slab SemiBold"/>
              <a:cs typeface="Montagu Slab SemiBold"/>
              <a:sym typeface="Montagu Slab SemiBold"/>
            </a:endParaRPr>
          </a:p>
        </p:txBody>
      </p:sp>
      <p:sp>
        <p:nvSpPr>
          <p:cNvPr id="1680" name="Google Shape;1680;p25"/>
          <p:cNvSpPr txBox="1"/>
          <p:nvPr/>
        </p:nvSpPr>
        <p:spPr>
          <a:xfrm>
            <a:off x="5887820" y="3235628"/>
            <a:ext cx="3284312"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https://www.usingenglish.com/reference/phrasal-verbs/</a:t>
            </a:r>
            <a:endParaRPr sz="1400" b="0" i="0" u="none" strike="noStrike" cap="none">
              <a:solidFill>
                <a:srgbClr val="22295B"/>
              </a:solidFill>
              <a:latin typeface="Lexend Medium"/>
              <a:ea typeface="Lexend Medium"/>
              <a:cs typeface="Lexend Medium"/>
              <a:sym typeface="Lexend Medium"/>
            </a:endParaRPr>
          </a:p>
        </p:txBody>
      </p:sp>
      <p:sp>
        <p:nvSpPr>
          <p:cNvPr id="1681" name="Google Shape;1681;p25"/>
          <p:cNvSpPr txBox="1"/>
          <p:nvPr/>
        </p:nvSpPr>
        <p:spPr>
          <a:xfrm>
            <a:off x="5998176" y="2836780"/>
            <a:ext cx="2523415" cy="484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chemeClr val="dk2"/>
                </a:solidFill>
                <a:latin typeface="Montagu Slab SemiBold"/>
                <a:ea typeface="Montagu Slab SemiBold"/>
                <a:cs typeface="Montagu Slab SemiBold"/>
                <a:sym typeface="Montagu Slab SemiBold"/>
              </a:rPr>
              <a:t>Phrasal Verbs</a:t>
            </a:r>
            <a:endParaRPr sz="2300" b="0" i="0" u="none" strike="noStrike" cap="none">
              <a:solidFill>
                <a:srgbClr val="5566BC"/>
              </a:solidFill>
              <a:latin typeface="Montagu Slab SemiBold"/>
              <a:ea typeface="Montagu Slab SemiBold"/>
              <a:cs typeface="Montagu Slab SemiBold"/>
              <a:sym typeface="Montagu Slab SemiBold"/>
            </a:endParaRPr>
          </a:p>
        </p:txBody>
      </p:sp>
      <p:sp>
        <p:nvSpPr>
          <p:cNvPr id="1682" name="Google Shape;1682;p25"/>
          <p:cNvSpPr/>
          <p:nvPr/>
        </p:nvSpPr>
        <p:spPr>
          <a:xfrm>
            <a:off x="543134" y="860531"/>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3" name="Google Shape;1683;p25"/>
          <p:cNvSpPr/>
          <p:nvPr/>
        </p:nvSpPr>
        <p:spPr>
          <a:xfrm>
            <a:off x="531373" y="1630492"/>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4" name="Google Shape;1684;p25"/>
          <p:cNvSpPr/>
          <p:nvPr/>
        </p:nvSpPr>
        <p:spPr>
          <a:xfrm>
            <a:off x="546139" y="2435046"/>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5" name="Google Shape;1685;p25"/>
          <p:cNvSpPr/>
          <p:nvPr/>
        </p:nvSpPr>
        <p:spPr>
          <a:xfrm>
            <a:off x="530161" y="3224982"/>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6" name="Google Shape;1686;p25"/>
          <p:cNvSpPr/>
          <p:nvPr/>
        </p:nvSpPr>
        <p:spPr>
          <a:xfrm>
            <a:off x="4467323" y="65416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7" name="Google Shape;1687;p25"/>
          <p:cNvSpPr/>
          <p:nvPr/>
        </p:nvSpPr>
        <p:spPr>
          <a:xfrm>
            <a:off x="4468276" y="1446886"/>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8" name="Google Shape;1688;p25"/>
          <p:cNvSpPr/>
          <p:nvPr/>
        </p:nvSpPr>
        <p:spPr>
          <a:xfrm>
            <a:off x="5307504" y="2783304"/>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689" name="Google Shape;1689;p25"/>
          <p:cNvGrpSpPr/>
          <p:nvPr/>
        </p:nvGrpSpPr>
        <p:grpSpPr>
          <a:xfrm rot="-4020500">
            <a:off x="7708266" y="-84875"/>
            <a:ext cx="591306" cy="1201026"/>
            <a:chOff x="5515415" y="1960331"/>
            <a:chExt cx="356789" cy="724688"/>
          </a:xfrm>
        </p:grpSpPr>
        <p:sp>
          <p:nvSpPr>
            <p:cNvPr id="1690" name="Google Shape;1690;p25"/>
            <p:cNvSpPr/>
            <p:nvPr/>
          </p:nvSpPr>
          <p:spPr>
            <a:xfrm>
              <a:off x="5676460" y="2583402"/>
              <a:ext cx="195744" cy="101617"/>
            </a:xfrm>
            <a:custGeom>
              <a:avLst/>
              <a:gdLst/>
              <a:ahLst/>
              <a:cxnLst/>
              <a:rect l="l" t="t" r="r" b="b"/>
              <a:pathLst>
                <a:path w="6324" h="3283" extrusionOk="0">
                  <a:moveTo>
                    <a:pt x="4372" y="1"/>
                  </a:moveTo>
                  <a:cubicBezTo>
                    <a:pt x="3943" y="1"/>
                    <a:pt x="3418" y="60"/>
                    <a:pt x="2780" y="218"/>
                  </a:cubicBezTo>
                  <a:cubicBezTo>
                    <a:pt x="29" y="899"/>
                    <a:pt x="0" y="2257"/>
                    <a:pt x="0" y="2257"/>
                  </a:cubicBezTo>
                  <a:cubicBezTo>
                    <a:pt x="0" y="2257"/>
                    <a:pt x="465" y="3283"/>
                    <a:pt x="2243" y="3283"/>
                  </a:cubicBezTo>
                  <a:cubicBezTo>
                    <a:pt x="2604" y="3283"/>
                    <a:pt x="3018" y="3241"/>
                    <a:pt x="3494" y="3139"/>
                  </a:cubicBezTo>
                  <a:cubicBezTo>
                    <a:pt x="6324" y="2538"/>
                    <a:pt x="6099" y="563"/>
                    <a:pt x="6099" y="563"/>
                  </a:cubicBezTo>
                  <a:cubicBezTo>
                    <a:pt x="6099" y="563"/>
                    <a:pt x="5689" y="1"/>
                    <a:pt x="437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1" name="Google Shape;1691;p25"/>
            <p:cNvSpPr/>
            <p:nvPr/>
          </p:nvSpPr>
          <p:spPr>
            <a:xfrm>
              <a:off x="5734341" y="2577614"/>
              <a:ext cx="130898" cy="69365"/>
            </a:xfrm>
            <a:custGeom>
              <a:avLst/>
              <a:gdLst/>
              <a:ahLst/>
              <a:cxnLst/>
              <a:rect l="l" t="t" r="r" b="b"/>
              <a:pathLst>
                <a:path w="4229" h="2241" extrusionOk="0">
                  <a:moveTo>
                    <a:pt x="2582" y="0"/>
                  </a:moveTo>
                  <a:cubicBezTo>
                    <a:pt x="1090" y="0"/>
                    <a:pt x="1" y="693"/>
                    <a:pt x="1" y="693"/>
                  </a:cubicBezTo>
                  <a:lnTo>
                    <a:pt x="273" y="2241"/>
                  </a:lnTo>
                  <a:cubicBezTo>
                    <a:pt x="1319" y="1287"/>
                    <a:pt x="2356" y="1063"/>
                    <a:pt x="3099" y="1063"/>
                  </a:cubicBezTo>
                  <a:cubicBezTo>
                    <a:pt x="3758" y="1063"/>
                    <a:pt x="4187" y="1239"/>
                    <a:pt x="4187" y="1239"/>
                  </a:cubicBezTo>
                  <a:lnTo>
                    <a:pt x="4229" y="750"/>
                  </a:lnTo>
                  <a:lnTo>
                    <a:pt x="4012" y="224"/>
                  </a:lnTo>
                  <a:cubicBezTo>
                    <a:pt x="3511" y="62"/>
                    <a:pt x="3029" y="0"/>
                    <a:pt x="258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2" name="Google Shape;1692;p25"/>
            <p:cNvSpPr/>
            <p:nvPr/>
          </p:nvSpPr>
          <p:spPr>
            <a:xfrm>
              <a:off x="5515415" y="1960331"/>
              <a:ext cx="349825" cy="692934"/>
            </a:xfrm>
            <a:custGeom>
              <a:avLst/>
              <a:gdLst/>
              <a:ahLst/>
              <a:cxnLst/>
              <a:rect l="l" t="t" r="r" b="b"/>
              <a:pathLst>
                <a:path w="11302" h="22387" extrusionOk="0">
                  <a:moveTo>
                    <a:pt x="4098" y="1"/>
                  </a:moveTo>
                  <a:cubicBezTo>
                    <a:pt x="3675" y="1"/>
                    <a:pt x="3184" y="49"/>
                    <a:pt x="2634" y="182"/>
                  </a:cubicBezTo>
                  <a:cubicBezTo>
                    <a:pt x="679" y="659"/>
                    <a:pt x="0" y="1933"/>
                    <a:pt x="0" y="1933"/>
                  </a:cubicBezTo>
                  <a:cubicBezTo>
                    <a:pt x="0" y="1933"/>
                    <a:pt x="4007" y="11694"/>
                    <a:pt x="5203" y="22387"/>
                  </a:cubicBezTo>
                  <a:cubicBezTo>
                    <a:pt x="5203" y="22387"/>
                    <a:pt x="5322" y="20987"/>
                    <a:pt x="7983" y="20348"/>
                  </a:cubicBezTo>
                  <a:cubicBezTo>
                    <a:pt x="8589" y="20203"/>
                    <a:pt x="9096" y="20148"/>
                    <a:pt x="9516" y="20148"/>
                  </a:cubicBezTo>
                  <a:cubicBezTo>
                    <a:pt x="10838" y="20148"/>
                    <a:pt x="11302" y="20693"/>
                    <a:pt x="11302" y="20693"/>
                  </a:cubicBezTo>
                  <a:cubicBezTo>
                    <a:pt x="11302" y="20693"/>
                    <a:pt x="7158" y="10988"/>
                    <a:pt x="5813" y="317"/>
                  </a:cubicBezTo>
                  <a:cubicBezTo>
                    <a:pt x="5813" y="317"/>
                    <a:pt x="5182" y="1"/>
                    <a:pt x="409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3" name="Google Shape;1693;p25"/>
            <p:cNvSpPr/>
            <p:nvPr/>
          </p:nvSpPr>
          <p:spPr>
            <a:xfrm>
              <a:off x="5607312" y="2252707"/>
              <a:ext cx="154112" cy="87596"/>
            </a:xfrm>
            <a:custGeom>
              <a:avLst/>
              <a:gdLst/>
              <a:ahLst/>
              <a:cxnLst/>
              <a:rect l="l" t="t" r="r" b="b"/>
              <a:pathLst>
                <a:path w="4979" h="2830" extrusionOk="0">
                  <a:moveTo>
                    <a:pt x="4629" y="1"/>
                  </a:moveTo>
                  <a:cubicBezTo>
                    <a:pt x="903" y="176"/>
                    <a:pt x="1" y="1520"/>
                    <a:pt x="1" y="1520"/>
                  </a:cubicBezTo>
                  <a:lnTo>
                    <a:pt x="337" y="2829"/>
                  </a:lnTo>
                  <a:cubicBezTo>
                    <a:pt x="337" y="2829"/>
                    <a:pt x="1254" y="1500"/>
                    <a:pt x="4978" y="1323"/>
                  </a:cubicBezTo>
                  <a:lnTo>
                    <a:pt x="462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4" name="Google Shape;1694;p25"/>
            <p:cNvSpPr/>
            <p:nvPr/>
          </p:nvSpPr>
          <p:spPr>
            <a:xfrm>
              <a:off x="5649129" y="2250479"/>
              <a:ext cx="73265" cy="67817"/>
            </a:xfrm>
            <a:custGeom>
              <a:avLst/>
              <a:gdLst/>
              <a:ahLst/>
              <a:cxnLst/>
              <a:rect l="l" t="t" r="r" b="b"/>
              <a:pathLst>
                <a:path w="2367" h="2191" extrusionOk="0">
                  <a:moveTo>
                    <a:pt x="1187" y="0"/>
                  </a:moveTo>
                  <a:cubicBezTo>
                    <a:pt x="1124" y="0"/>
                    <a:pt x="1060" y="6"/>
                    <a:pt x="996" y="17"/>
                  </a:cubicBezTo>
                  <a:cubicBezTo>
                    <a:pt x="392" y="122"/>
                    <a:pt x="1" y="690"/>
                    <a:pt x="107" y="1291"/>
                  </a:cubicBezTo>
                  <a:cubicBezTo>
                    <a:pt x="200" y="1822"/>
                    <a:pt x="661" y="2190"/>
                    <a:pt x="1182" y="2190"/>
                  </a:cubicBezTo>
                  <a:cubicBezTo>
                    <a:pt x="1245" y="2190"/>
                    <a:pt x="1309" y="2185"/>
                    <a:pt x="1374" y="2174"/>
                  </a:cubicBezTo>
                  <a:cubicBezTo>
                    <a:pt x="1969" y="2076"/>
                    <a:pt x="2367" y="1501"/>
                    <a:pt x="2263" y="906"/>
                  </a:cubicBezTo>
                  <a:cubicBezTo>
                    <a:pt x="2168" y="376"/>
                    <a:pt x="1708" y="0"/>
                    <a:pt x="118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695" name="Google Shape;1695;p25"/>
          <p:cNvGrpSpPr/>
          <p:nvPr/>
        </p:nvGrpSpPr>
        <p:grpSpPr>
          <a:xfrm>
            <a:off x="5498326" y="2946462"/>
            <a:ext cx="274525" cy="345444"/>
            <a:chOff x="6408514" y="3668303"/>
            <a:chExt cx="274525" cy="345444"/>
          </a:xfrm>
        </p:grpSpPr>
        <p:sp>
          <p:nvSpPr>
            <p:cNvPr id="1696" name="Google Shape;1696;p25"/>
            <p:cNvSpPr/>
            <p:nvPr/>
          </p:nvSpPr>
          <p:spPr>
            <a:xfrm>
              <a:off x="6418562" y="3668303"/>
              <a:ext cx="264477" cy="345444"/>
            </a:xfrm>
            <a:custGeom>
              <a:avLst/>
              <a:gdLst/>
              <a:ahLst/>
              <a:cxnLst/>
              <a:rect l="l" t="t" r="r" b="b"/>
              <a:pathLst>
                <a:path w="7343" h="9591" extrusionOk="0">
                  <a:moveTo>
                    <a:pt x="6431" y="2814"/>
                  </a:moveTo>
                  <a:cubicBezTo>
                    <a:pt x="6563" y="2814"/>
                    <a:pt x="6669" y="2920"/>
                    <a:pt x="6669" y="3052"/>
                  </a:cubicBezTo>
                  <a:lnTo>
                    <a:pt x="6669" y="5513"/>
                  </a:lnTo>
                  <a:cubicBezTo>
                    <a:pt x="6669" y="5653"/>
                    <a:pt x="6563" y="5759"/>
                    <a:pt x="6431" y="5759"/>
                  </a:cubicBezTo>
                  <a:lnTo>
                    <a:pt x="5783" y="5759"/>
                  </a:lnTo>
                  <a:lnTo>
                    <a:pt x="5783" y="2814"/>
                  </a:lnTo>
                  <a:close/>
                  <a:moveTo>
                    <a:pt x="5037" y="0"/>
                  </a:moveTo>
                  <a:cubicBezTo>
                    <a:pt x="4568" y="0"/>
                    <a:pt x="4185" y="378"/>
                    <a:pt x="4185" y="845"/>
                  </a:cubicBezTo>
                  <a:lnTo>
                    <a:pt x="4185" y="6743"/>
                  </a:lnTo>
                  <a:cubicBezTo>
                    <a:pt x="4185" y="7080"/>
                    <a:pt x="3970" y="7360"/>
                    <a:pt x="3675" y="7458"/>
                  </a:cubicBezTo>
                  <a:cubicBezTo>
                    <a:pt x="3594" y="7482"/>
                    <a:pt x="3511" y="7497"/>
                    <a:pt x="3429" y="7497"/>
                  </a:cubicBezTo>
                  <a:cubicBezTo>
                    <a:pt x="3011" y="7497"/>
                    <a:pt x="2674" y="7163"/>
                    <a:pt x="2674" y="6743"/>
                  </a:cubicBezTo>
                  <a:lnTo>
                    <a:pt x="2674" y="5471"/>
                  </a:lnTo>
                  <a:lnTo>
                    <a:pt x="1" y="5471"/>
                  </a:lnTo>
                  <a:lnTo>
                    <a:pt x="1" y="6932"/>
                  </a:lnTo>
                  <a:cubicBezTo>
                    <a:pt x="1" y="8401"/>
                    <a:pt x="1271" y="9590"/>
                    <a:pt x="2739" y="9590"/>
                  </a:cubicBezTo>
                  <a:cubicBezTo>
                    <a:pt x="3068" y="9590"/>
                    <a:pt x="3379" y="9541"/>
                    <a:pt x="3675" y="9443"/>
                  </a:cubicBezTo>
                  <a:cubicBezTo>
                    <a:pt x="4897" y="9057"/>
                    <a:pt x="5783" y="7909"/>
                    <a:pt x="5783" y="6562"/>
                  </a:cubicBezTo>
                  <a:lnTo>
                    <a:pt x="5783" y="6316"/>
                  </a:lnTo>
                  <a:lnTo>
                    <a:pt x="6431" y="6316"/>
                  </a:lnTo>
                  <a:cubicBezTo>
                    <a:pt x="6874" y="6316"/>
                    <a:pt x="7236" y="5956"/>
                    <a:pt x="7236" y="5513"/>
                  </a:cubicBezTo>
                  <a:lnTo>
                    <a:pt x="7236" y="3052"/>
                  </a:lnTo>
                  <a:cubicBezTo>
                    <a:pt x="7236" y="2609"/>
                    <a:pt x="6874" y="2248"/>
                    <a:pt x="6431" y="2248"/>
                  </a:cubicBezTo>
                  <a:lnTo>
                    <a:pt x="5783" y="2248"/>
                  </a:lnTo>
                  <a:lnTo>
                    <a:pt x="5783" y="1412"/>
                  </a:lnTo>
                  <a:lnTo>
                    <a:pt x="7244" y="829"/>
                  </a:lnTo>
                  <a:cubicBezTo>
                    <a:pt x="7309" y="813"/>
                    <a:pt x="7343" y="754"/>
                    <a:pt x="7343" y="689"/>
                  </a:cubicBezTo>
                  <a:lnTo>
                    <a:pt x="7343" y="148"/>
                  </a:lnTo>
                  <a:cubicBezTo>
                    <a:pt x="7343" y="65"/>
                    <a:pt x="7276" y="0"/>
                    <a:pt x="719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7" name="Google Shape;1697;p25"/>
            <p:cNvSpPr/>
            <p:nvPr/>
          </p:nvSpPr>
          <p:spPr>
            <a:xfrm>
              <a:off x="6408514" y="3824869"/>
              <a:ext cx="116481" cy="20170"/>
            </a:xfrm>
            <a:custGeom>
              <a:avLst/>
              <a:gdLst/>
              <a:ahLst/>
              <a:cxnLst/>
              <a:rect l="l" t="t" r="r" b="b"/>
              <a:pathLst>
                <a:path w="3234" h="560" extrusionOk="0">
                  <a:moveTo>
                    <a:pt x="280" y="0"/>
                  </a:moveTo>
                  <a:cubicBezTo>
                    <a:pt x="122" y="0"/>
                    <a:pt x="0" y="124"/>
                    <a:pt x="0" y="280"/>
                  </a:cubicBezTo>
                  <a:cubicBezTo>
                    <a:pt x="0" y="435"/>
                    <a:pt x="122" y="559"/>
                    <a:pt x="280" y="559"/>
                  </a:cubicBezTo>
                  <a:lnTo>
                    <a:pt x="2953" y="559"/>
                  </a:lnTo>
                  <a:cubicBezTo>
                    <a:pt x="3109" y="559"/>
                    <a:pt x="3233" y="435"/>
                    <a:pt x="3233" y="280"/>
                  </a:cubicBezTo>
                  <a:cubicBezTo>
                    <a:pt x="3233" y="124"/>
                    <a:pt x="3109" y="0"/>
                    <a:pt x="295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698" name="Google Shape;1698;p25"/>
          <p:cNvGrpSpPr/>
          <p:nvPr/>
        </p:nvGrpSpPr>
        <p:grpSpPr>
          <a:xfrm>
            <a:off x="741546" y="2600868"/>
            <a:ext cx="345368" cy="345442"/>
            <a:chOff x="1623185" y="3708786"/>
            <a:chExt cx="345368" cy="345442"/>
          </a:xfrm>
        </p:grpSpPr>
        <p:sp>
          <p:nvSpPr>
            <p:cNvPr id="1699" name="Google Shape;1699;p25"/>
            <p:cNvSpPr/>
            <p:nvPr/>
          </p:nvSpPr>
          <p:spPr>
            <a:xfrm>
              <a:off x="1910961" y="3901441"/>
              <a:ext cx="42861" cy="32200"/>
            </a:xfrm>
            <a:custGeom>
              <a:avLst/>
              <a:gdLst/>
              <a:ahLst/>
              <a:cxnLst/>
              <a:rect l="l" t="t" r="r" b="b"/>
              <a:pathLst>
                <a:path w="1190" h="894" extrusionOk="0">
                  <a:moveTo>
                    <a:pt x="0" y="1"/>
                  </a:moveTo>
                  <a:lnTo>
                    <a:pt x="0" y="721"/>
                  </a:lnTo>
                  <a:cubicBezTo>
                    <a:pt x="0" y="823"/>
                    <a:pt x="78" y="894"/>
                    <a:pt x="164" y="894"/>
                  </a:cubicBezTo>
                  <a:cubicBezTo>
                    <a:pt x="197" y="894"/>
                    <a:pt x="231" y="884"/>
                    <a:pt x="262" y="861"/>
                  </a:cubicBezTo>
                  <a:lnTo>
                    <a:pt x="591" y="640"/>
                  </a:lnTo>
                  <a:lnTo>
                    <a:pt x="920" y="861"/>
                  </a:lnTo>
                  <a:cubicBezTo>
                    <a:pt x="951" y="884"/>
                    <a:pt x="986" y="894"/>
                    <a:pt x="1019" y="894"/>
                  </a:cubicBezTo>
                  <a:cubicBezTo>
                    <a:pt x="1108" y="894"/>
                    <a:pt x="1189" y="823"/>
                    <a:pt x="1189" y="721"/>
                  </a:cubicBezTo>
                  <a:lnTo>
                    <a:pt x="118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0" name="Google Shape;1700;p25"/>
            <p:cNvSpPr/>
            <p:nvPr/>
          </p:nvSpPr>
          <p:spPr>
            <a:xfrm>
              <a:off x="1883444" y="3795371"/>
              <a:ext cx="20170" cy="85686"/>
            </a:xfrm>
            <a:custGeom>
              <a:avLst/>
              <a:gdLst/>
              <a:ahLst/>
              <a:cxnLst/>
              <a:rect l="l" t="t" r="r" b="b"/>
              <a:pathLst>
                <a:path w="560" h="2379" extrusionOk="0">
                  <a:moveTo>
                    <a:pt x="0" y="0"/>
                  </a:moveTo>
                  <a:lnTo>
                    <a:pt x="0" y="2379"/>
                  </a:lnTo>
                  <a:lnTo>
                    <a:pt x="559" y="2379"/>
                  </a:lnTo>
                  <a:lnTo>
                    <a:pt x="55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1" name="Google Shape;1701;p25"/>
            <p:cNvSpPr/>
            <p:nvPr/>
          </p:nvSpPr>
          <p:spPr>
            <a:xfrm>
              <a:off x="1923927" y="3795371"/>
              <a:ext cx="44626" cy="85686"/>
            </a:xfrm>
            <a:custGeom>
              <a:avLst/>
              <a:gdLst/>
              <a:ahLst/>
              <a:cxnLst/>
              <a:rect l="l" t="t" r="r" b="b"/>
              <a:pathLst>
                <a:path w="1239" h="2379" extrusionOk="0">
                  <a:moveTo>
                    <a:pt x="1" y="0"/>
                  </a:moveTo>
                  <a:lnTo>
                    <a:pt x="1" y="2379"/>
                  </a:lnTo>
                  <a:lnTo>
                    <a:pt x="961" y="2379"/>
                  </a:lnTo>
                  <a:cubicBezTo>
                    <a:pt x="1117" y="2379"/>
                    <a:pt x="1239" y="2256"/>
                    <a:pt x="1239" y="2109"/>
                  </a:cubicBezTo>
                  <a:lnTo>
                    <a:pt x="1239" y="270"/>
                  </a:lnTo>
                  <a:cubicBezTo>
                    <a:pt x="1239" y="122"/>
                    <a:pt x="1117" y="0"/>
                    <a:pt x="96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2" name="Google Shape;1702;p25"/>
            <p:cNvSpPr/>
            <p:nvPr/>
          </p:nvSpPr>
          <p:spPr>
            <a:xfrm>
              <a:off x="1623185" y="3795371"/>
              <a:ext cx="239949" cy="85686"/>
            </a:xfrm>
            <a:custGeom>
              <a:avLst/>
              <a:gdLst/>
              <a:ahLst/>
              <a:cxnLst/>
              <a:rect l="l" t="t" r="r" b="b"/>
              <a:pathLst>
                <a:path w="6662" h="2379" extrusionOk="0">
                  <a:moveTo>
                    <a:pt x="278" y="0"/>
                  </a:moveTo>
                  <a:cubicBezTo>
                    <a:pt x="123" y="0"/>
                    <a:pt x="1" y="122"/>
                    <a:pt x="1" y="270"/>
                  </a:cubicBezTo>
                  <a:lnTo>
                    <a:pt x="1" y="2109"/>
                  </a:lnTo>
                  <a:cubicBezTo>
                    <a:pt x="1" y="2256"/>
                    <a:pt x="123" y="2379"/>
                    <a:pt x="278" y="2379"/>
                  </a:cubicBezTo>
                  <a:lnTo>
                    <a:pt x="4200" y="2379"/>
                  </a:lnTo>
                  <a:cubicBezTo>
                    <a:pt x="4381" y="1871"/>
                    <a:pt x="4726" y="1435"/>
                    <a:pt x="5193" y="1164"/>
                  </a:cubicBezTo>
                  <a:cubicBezTo>
                    <a:pt x="5366" y="1057"/>
                    <a:pt x="5553" y="977"/>
                    <a:pt x="5750" y="928"/>
                  </a:cubicBezTo>
                  <a:cubicBezTo>
                    <a:pt x="5817" y="902"/>
                    <a:pt x="5882" y="894"/>
                    <a:pt x="5947" y="894"/>
                  </a:cubicBezTo>
                  <a:cubicBezTo>
                    <a:pt x="6317" y="894"/>
                    <a:pt x="6612" y="1174"/>
                    <a:pt x="6661" y="1526"/>
                  </a:cubicBezTo>
                  <a:lnTo>
                    <a:pt x="6661" y="0"/>
                  </a:lnTo>
                  <a:lnTo>
                    <a:pt x="5817" y="0"/>
                  </a:lnTo>
                  <a:cubicBezTo>
                    <a:pt x="5612" y="213"/>
                    <a:pt x="5317" y="353"/>
                    <a:pt x="4996" y="353"/>
                  </a:cubicBezTo>
                  <a:lnTo>
                    <a:pt x="4923" y="353"/>
                  </a:lnTo>
                  <a:cubicBezTo>
                    <a:pt x="4791" y="353"/>
                    <a:pt x="4659" y="327"/>
                    <a:pt x="4537" y="288"/>
                  </a:cubicBezTo>
                  <a:cubicBezTo>
                    <a:pt x="4340" y="459"/>
                    <a:pt x="4086" y="565"/>
                    <a:pt x="3799" y="565"/>
                  </a:cubicBezTo>
                  <a:lnTo>
                    <a:pt x="3724" y="565"/>
                  </a:lnTo>
                  <a:cubicBezTo>
                    <a:pt x="3594" y="565"/>
                    <a:pt x="3454" y="542"/>
                    <a:pt x="3330" y="492"/>
                  </a:cubicBezTo>
                  <a:cubicBezTo>
                    <a:pt x="3133" y="664"/>
                    <a:pt x="2879" y="762"/>
                    <a:pt x="2600" y="762"/>
                  </a:cubicBezTo>
                  <a:lnTo>
                    <a:pt x="2535" y="762"/>
                  </a:lnTo>
                  <a:cubicBezTo>
                    <a:pt x="2296" y="762"/>
                    <a:pt x="2076" y="689"/>
                    <a:pt x="1895" y="565"/>
                  </a:cubicBezTo>
                  <a:cubicBezTo>
                    <a:pt x="1781" y="607"/>
                    <a:pt x="1664" y="622"/>
                    <a:pt x="1542" y="622"/>
                  </a:cubicBezTo>
                  <a:cubicBezTo>
                    <a:pt x="1091" y="622"/>
                    <a:pt x="698" y="368"/>
                    <a:pt x="50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3" name="Google Shape;1703;p25"/>
            <p:cNvSpPr/>
            <p:nvPr/>
          </p:nvSpPr>
          <p:spPr>
            <a:xfrm>
              <a:off x="1644111" y="3847956"/>
              <a:ext cx="198961" cy="206272"/>
            </a:xfrm>
            <a:custGeom>
              <a:avLst/>
              <a:gdLst/>
              <a:ahLst/>
              <a:cxnLst/>
              <a:rect l="l" t="t" r="r" b="b"/>
              <a:pathLst>
                <a:path w="5524" h="5727" extrusionOk="0">
                  <a:moveTo>
                    <a:pt x="5375" y="1"/>
                  </a:moveTo>
                  <a:cubicBezTo>
                    <a:pt x="5359" y="1"/>
                    <a:pt x="5343" y="3"/>
                    <a:pt x="5326" y="9"/>
                  </a:cubicBezTo>
                  <a:cubicBezTo>
                    <a:pt x="5169" y="48"/>
                    <a:pt x="5031" y="107"/>
                    <a:pt x="4899" y="188"/>
                  </a:cubicBezTo>
                  <a:cubicBezTo>
                    <a:pt x="4422" y="468"/>
                    <a:pt x="4119" y="952"/>
                    <a:pt x="4054" y="1493"/>
                  </a:cubicBezTo>
                  <a:lnTo>
                    <a:pt x="1" y="1486"/>
                  </a:lnTo>
                  <a:lnTo>
                    <a:pt x="1" y="3027"/>
                  </a:lnTo>
                  <a:cubicBezTo>
                    <a:pt x="1" y="3527"/>
                    <a:pt x="379" y="3937"/>
                    <a:pt x="855" y="3986"/>
                  </a:cubicBezTo>
                  <a:lnTo>
                    <a:pt x="855" y="5726"/>
                  </a:lnTo>
                  <a:lnTo>
                    <a:pt x="4145" y="5726"/>
                  </a:lnTo>
                  <a:lnTo>
                    <a:pt x="4145" y="3986"/>
                  </a:lnTo>
                  <a:lnTo>
                    <a:pt x="4539" y="3986"/>
                  </a:lnTo>
                  <a:cubicBezTo>
                    <a:pt x="5080" y="3986"/>
                    <a:pt x="5523" y="3543"/>
                    <a:pt x="5523" y="3002"/>
                  </a:cubicBezTo>
                  <a:lnTo>
                    <a:pt x="5523" y="157"/>
                  </a:lnTo>
                  <a:cubicBezTo>
                    <a:pt x="5523" y="66"/>
                    <a:pt x="5455" y="1"/>
                    <a:pt x="537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4" name="Google Shape;1704;p25"/>
            <p:cNvSpPr/>
            <p:nvPr/>
          </p:nvSpPr>
          <p:spPr>
            <a:xfrm>
              <a:off x="1656537" y="3708786"/>
              <a:ext cx="167013" cy="93718"/>
            </a:xfrm>
            <a:custGeom>
              <a:avLst/>
              <a:gdLst/>
              <a:ahLst/>
              <a:cxnLst/>
              <a:rect l="l" t="t" r="r" b="b"/>
              <a:pathLst>
                <a:path w="4637" h="2602" extrusionOk="0">
                  <a:moveTo>
                    <a:pt x="3997" y="0"/>
                  </a:moveTo>
                  <a:cubicBezTo>
                    <a:pt x="3684" y="0"/>
                    <a:pt x="3430" y="254"/>
                    <a:pt x="3430" y="565"/>
                  </a:cubicBezTo>
                  <a:lnTo>
                    <a:pt x="3430" y="713"/>
                  </a:lnTo>
                  <a:cubicBezTo>
                    <a:pt x="3396" y="435"/>
                    <a:pt x="3160" y="213"/>
                    <a:pt x="2873" y="213"/>
                  </a:cubicBezTo>
                  <a:lnTo>
                    <a:pt x="2798" y="213"/>
                  </a:lnTo>
                  <a:cubicBezTo>
                    <a:pt x="2487" y="213"/>
                    <a:pt x="2241" y="467"/>
                    <a:pt x="2241" y="780"/>
                  </a:cubicBezTo>
                  <a:lnTo>
                    <a:pt x="2241" y="910"/>
                  </a:lnTo>
                  <a:cubicBezTo>
                    <a:pt x="2207" y="632"/>
                    <a:pt x="1969" y="410"/>
                    <a:pt x="1674" y="410"/>
                  </a:cubicBezTo>
                  <a:lnTo>
                    <a:pt x="1609" y="410"/>
                  </a:lnTo>
                  <a:cubicBezTo>
                    <a:pt x="1298" y="410"/>
                    <a:pt x="1044" y="664"/>
                    <a:pt x="1044" y="977"/>
                  </a:cubicBezTo>
                  <a:lnTo>
                    <a:pt x="1044" y="1402"/>
                  </a:lnTo>
                  <a:cubicBezTo>
                    <a:pt x="927" y="1296"/>
                    <a:pt x="780" y="1231"/>
                    <a:pt x="616" y="1231"/>
                  </a:cubicBezTo>
                  <a:cubicBezTo>
                    <a:pt x="280" y="1231"/>
                    <a:pt x="0" y="1510"/>
                    <a:pt x="0" y="1845"/>
                  </a:cubicBezTo>
                  <a:cubicBezTo>
                    <a:pt x="0" y="2190"/>
                    <a:pt x="280" y="2461"/>
                    <a:pt x="616" y="2461"/>
                  </a:cubicBezTo>
                  <a:cubicBezTo>
                    <a:pt x="805" y="2461"/>
                    <a:pt x="969" y="2379"/>
                    <a:pt x="1083" y="2249"/>
                  </a:cubicBezTo>
                  <a:cubicBezTo>
                    <a:pt x="1166" y="2461"/>
                    <a:pt x="1370" y="2601"/>
                    <a:pt x="1609" y="2601"/>
                  </a:cubicBezTo>
                  <a:lnTo>
                    <a:pt x="1674" y="2601"/>
                  </a:lnTo>
                  <a:cubicBezTo>
                    <a:pt x="1987" y="2601"/>
                    <a:pt x="2241" y="2355"/>
                    <a:pt x="2241" y="2042"/>
                  </a:cubicBezTo>
                  <a:lnTo>
                    <a:pt x="2241" y="1904"/>
                  </a:lnTo>
                  <a:cubicBezTo>
                    <a:pt x="2274" y="2190"/>
                    <a:pt x="2510" y="2404"/>
                    <a:pt x="2798" y="2404"/>
                  </a:cubicBezTo>
                  <a:lnTo>
                    <a:pt x="2873" y="2404"/>
                  </a:lnTo>
                  <a:cubicBezTo>
                    <a:pt x="3184" y="2404"/>
                    <a:pt x="3438" y="2150"/>
                    <a:pt x="3438" y="1837"/>
                  </a:cubicBezTo>
                  <a:lnTo>
                    <a:pt x="3438" y="1697"/>
                  </a:lnTo>
                  <a:cubicBezTo>
                    <a:pt x="3471" y="1977"/>
                    <a:pt x="3709" y="2190"/>
                    <a:pt x="3997" y="2190"/>
                  </a:cubicBezTo>
                  <a:lnTo>
                    <a:pt x="4070" y="2190"/>
                  </a:lnTo>
                  <a:cubicBezTo>
                    <a:pt x="4381" y="2190"/>
                    <a:pt x="4637" y="1944"/>
                    <a:pt x="4637" y="1632"/>
                  </a:cubicBezTo>
                  <a:lnTo>
                    <a:pt x="4637" y="565"/>
                  </a:lnTo>
                  <a:cubicBezTo>
                    <a:pt x="4637" y="254"/>
                    <a:pt x="4381" y="0"/>
                    <a:pt x="407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05" name="Google Shape;1705;p25"/>
          <p:cNvGrpSpPr/>
          <p:nvPr/>
        </p:nvGrpSpPr>
        <p:grpSpPr>
          <a:xfrm>
            <a:off x="4629250" y="861571"/>
            <a:ext cx="345444" cy="217149"/>
            <a:chOff x="7952311" y="3160427"/>
            <a:chExt cx="345444" cy="217149"/>
          </a:xfrm>
        </p:grpSpPr>
        <p:sp>
          <p:nvSpPr>
            <p:cNvPr id="1706" name="Google Shape;1706;p25"/>
            <p:cNvSpPr/>
            <p:nvPr/>
          </p:nvSpPr>
          <p:spPr>
            <a:xfrm>
              <a:off x="7952311" y="3160427"/>
              <a:ext cx="345444" cy="20386"/>
            </a:xfrm>
            <a:custGeom>
              <a:avLst/>
              <a:gdLst/>
              <a:ahLst/>
              <a:cxnLst/>
              <a:rect l="l" t="t" r="r" b="b"/>
              <a:pathLst>
                <a:path w="9591" h="566" extrusionOk="0">
                  <a:moveTo>
                    <a:pt x="278" y="0"/>
                  </a:moveTo>
                  <a:cubicBezTo>
                    <a:pt x="123" y="0"/>
                    <a:pt x="1" y="130"/>
                    <a:pt x="1" y="286"/>
                  </a:cubicBezTo>
                  <a:cubicBezTo>
                    <a:pt x="1" y="443"/>
                    <a:pt x="123" y="565"/>
                    <a:pt x="278" y="565"/>
                  </a:cubicBezTo>
                  <a:lnTo>
                    <a:pt x="9303" y="565"/>
                  </a:lnTo>
                  <a:cubicBezTo>
                    <a:pt x="9459" y="565"/>
                    <a:pt x="9591" y="443"/>
                    <a:pt x="9591" y="286"/>
                  </a:cubicBezTo>
                  <a:cubicBezTo>
                    <a:pt x="9591" y="130"/>
                    <a:pt x="9459" y="0"/>
                    <a:pt x="930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7" name="Google Shape;1707;p25"/>
            <p:cNvSpPr/>
            <p:nvPr/>
          </p:nvSpPr>
          <p:spPr>
            <a:xfrm>
              <a:off x="8033241" y="3259690"/>
              <a:ext cx="183545" cy="57340"/>
            </a:xfrm>
            <a:custGeom>
              <a:avLst/>
              <a:gdLst/>
              <a:ahLst/>
              <a:cxnLst/>
              <a:rect l="l" t="t" r="r" b="b"/>
              <a:pathLst>
                <a:path w="5096" h="1592" extrusionOk="0">
                  <a:moveTo>
                    <a:pt x="0" y="1"/>
                  </a:moveTo>
                  <a:lnTo>
                    <a:pt x="0" y="853"/>
                  </a:lnTo>
                  <a:cubicBezTo>
                    <a:pt x="0" y="1255"/>
                    <a:pt x="329" y="1592"/>
                    <a:pt x="738" y="1592"/>
                  </a:cubicBezTo>
                  <a:lnTo>
                    <a:pt x="4357" y="1592"/>
                  </a:lnTo>
                  <a:cubicBezTo>
                    <a:pt x="4767" y="1592"/>
                    <a:pt x="5095" y="1255"/>
                    <a:pt x="5095" y="853"/>
                  </a:cubicBezTo>
                  <a:lnTo>
                    <a:pt x="5095" y="1"/>
                  </a:lnTo>
                  <a:lnTo>
                    <a:pt x="4538" y="1"/>
                  </a:lnTo>
                  <a:lnTo>
                    <a:pt x="4538" y="385"/>
                  </a:lnTo>
                  <a:cubicBezTo>
                    <a:pt x="4538" y="542"/>
                    <a:pt x="4406" y="664"/>
                    <a:pt x="4251" y="664"/>
                  </a:cubicBezTo>
                  <a:cubicBezTo>
                    <a:pt x="4095" y="664"/>
                    <a:pt x="3971" y="542"/>
                    <a:pt x="3971" y="385"/>
                  </a:cubicBezTo>
                  <a:lnTo>
                    <a:pt x="397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8" name="Google Shape;1708;p25"/>
            <p:cNvSpPr/>
            <p:nvPr/>
          </p:nvSpPr>
          <p:spPr>
            <a:xfrm>
              <a:off x="7952311" y="3200838"/>
              <a:ext cx="345444" cy="176738"/>
            </a:xfrm>
            <a:custGeom>
              <a:avLst/>
              <a:gdLst/>
              <a:ahLst/>
              <a:cxnLst/>
              <a:rect l="l" t="t" r="r" b="b"/>
              <a:pathLst>
                <a:path w="9591" h="4907" extrusionOk="0">
                  <a:moveTo>
                    <a:pt x="7622" y="1076"/>
                  </a:moveTo>
                  <a:cubicBezTo>
                    <a:pt x="7777" y="1076"/>
                    <a:pt x="7907" y="1200"/>
                    <a:pt x="7907" y="1355"/>
                  </a:cubicBezTo>
                  <a:lnTo>
                    <a:pt x="7907" y="2487"/>
                  </a:lnTo>
                  <a:cubicBezTo>
                    <a:pt x="7907" y="3200"/>
                    <a:pt x="7317" y="3783"/>
                    <a:pt x="6604" y="3783"/>
                  </a:cubicBezTo>
                  <a:lnTo>
                    <a:pt x="2985" y="3783"/>
                  </a:lnTo>
                  <a:cubicBezTo>
                    <a:pt x="2273" y="3783"/>
                    <a:pt x="1682" y="3200"/>
                    <a:pt x="1682" y="2487"/>
                  </a:cubicBezTo>
                  <a:lnTo>
                    <a:pt x="1682" y="1355"/>
                  </a:lnTo>
                  <a:cubicBezTo>
                    <a:pt x="1682" y="1200"/>
                    <a:pt x="1814" y="1076"/>
                    <a:pt x="1969" y="1076"/>
                  </a:cubicBezTo>
                  <a:close/>
                  <a:moveTo>
                    <a:pt x="1" y="1"/>
                  </a:moveTo>
                  <a:lnTo>
                    <a:pt x="1" y="3397"/>
                  </a:lnTo>
                  <a:cubicBezTo>
                    <a:pt x="1" y="4234"/>
                    <a:pt x="682" y="4907"/>
                    <a:pt x="1519" y="4907"/>
                  </a:cubicBezTo>
                  <a:lnTo>
                    <a:pt x="8073" y="4907"/>
                  </a:lnTo>
                  <a:cubicBezTo>
                    <a:pt x="8910" y="4907"/>
                    <a:pt x="9591" y="4234"/>
                    <a:pt x="9591" y="3397"/>
                  </a:cubicBezTo>
                  <a:lnTo>
                    <a:pt x="9591" y="1"/>
                  </a:lnTo>
                  <a:lnTo>
                    <a:pt x="8459" y="1"/>
                  </a:lnTo>
                  <a:lnTo>
                    <a:pt x="8459" y="436"/>
                  </a:lnTo>
                  <a:cubicBezTo>
                    <a:pt x="8459" y="591"/>
                    <a:pt x="8335" y="723"/>
                    <a:pt x="8179" y="723"/>
                  </a:cubicBezTo>
                  <a:cubicBezTo>
                    <a:pt x="8024" y="723"/>
                    <a:pt x="7900" y="591"/>
                    <a:pt x="7900" y="436"/>
                  </a:cubicBezTo>
                  <a:lnTo>
                    <a:pt x="790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09" name="Google Shape;1709;p25"/>
          <p:cNvGrpSpPr/>
          <p:nvPr/>
        </p:nvGrpSpPr>
        <p:grpSpPr>
          <a:xfrm>
            <a:off x="734603" y="1789693"/>
            <a:ext cx="237860" cy="345440"/>
            <a:chOff x="1674618" y="3099234"/>
            <a:chExt cx="237860" cy="345440"/>
          </a:xfrm>
        </p:grpSpPr>
        <p:sp>
          <p:nvSpPr>
            <p:cNvPr id="1710" name="Google Shape;1710;p25"/>
            <p:cNvSpPr/>
            <p:nvPr/>
          </p:nvSpPr>
          <p:spPr>
            <a:xfrm>
              <a:off x="1674618" y="3372531"/>
              <a:ext cx="237860" cy="72143"/>
            </a:xfrm>
            <a:custGeom>
              <a:avLst/>
              <a:gdLst/>
              <a:ahLst/>
              <a:cxnLst/>
              <a:rect l="l" t="t" r="r" b="b"/>
              <a:pathLst>
                <a:path w="6604" h="2003" extrusionOk="0">
                  <a:moveTo>
                    <a:pt x="3495" y="689"/>
                  </a:moveTo>
                  <a:cubicBezTo>
                    <a:pt x="3650" y="689"/>
                    <a:pt x="3772" y="813"/>
                    <a:pt x="3772" y="969"/>
                  </a:cubicBezTo>
                  <a:cubicBezTo>
                    <a:pt x="3772" y="1124"/>
                    <a:pt x="3650" y="1248"/>
                    <a:pt x="3495" y="1248"/>
                  </a:cubicBezTo>
                  <a:lnTo>
                    <a:pt x="3109" y="1248"/>
                  </a:lnTo>
                  <a:cubicBezTo>
                    <a:pt x="2953" y="1248"/>
                    <a:pt x="2829" y="1124"/>
                    <a:pt x="2829" y="969"/>
                  </a:cubicBezTo>
                  <a:cubicBezTo>
                    <a:pt x="2829" y="813"/>
                    <a:pt x="2953" y="689"/>
                    <a:pt x="3109" y="689"/>
                  </a:cubicBezTo>
                  <a:close/>
                  <a:moveTo>
                    <a:pt x="0" y="0"/>
                  </a:moveTo>
                  <a:lnTo>
                    <a:pt x="0" y="1748"/>
                  </a:lnTo>
                  <a:cubicBezTo>
                    <a:pt x="0" y="1888"/>
                    <a:pt x="122" y="2002"/>
                    <a:pt x="278" y="2002"/>
                  </a:cubicBezTo>
                  <a:lnTo>
                    <a:pt x="6324" y="2002"/>
                  </a:lnTo>
                  <a:cubicBezTo>
                    <a:pt x="6480" y="2002"/>
                    <a:pt x="6604" y="1888"/>
                    <a:pt x="6604" y="1748"/>
                  </a:cubicBezTo>
                  <a:lnTo>
                    <a:pt x="660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1" name="Google Shape;1711;p25"/>
            <p:cNvSpPr/>
            <p:nvPr/>
          </p:nvSpPr>
          <p:spPr>
            <a:xfrm>
              <a:off x="1746363" y="3196444"/>
              <a:ext cx="94294" cy="35477"/>
            </a:xfrm>
            <a:custGeom>
              <a:avLst/>
              <a:gdLst/>
              <a:ahLst/>
              <a:cxnLst/>
              <a:rect l="l" t="t" r="r" b="b"/>
              <a:pathLst>
                <a:path w="2618" h="985" extrusionOk="0">
                  <a:moveTo>
                    <a:pt x="1314" y="1"/>
                  </a:moveTo>
                  <a:lnTo>
                    <a:pt x="1" y="493"/>
                  </a:lnTo>
                  <a:lnTo>
                    <a:pt x="1314" y="985"/>
                  </a:lnTo>
                  <a:lnTo>
                    <a:pt x="2617" y="493"/>
                  </a:lnTo>
                  <a:lnTo>
                    <a:pt x="131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2" name="Google Shape;1712;p25"/>
            <p:cNvSpPr/>
            <p:nvPr/>
          </p:nvSpPr>
          <p:spPr>
            <a:xfrm>
              <a:off x="1674618" y="3099234"/>
              <a:ext cx="237860" cy="253239"/>
            </a:xfrm>
            <a:custGeom>
              <a:avLst/>
              <a:gdLst/>
              <a:ahLst/>
              <a:cxnLst/>
              <a:rect l="l" t="t" r="r" b="b"/>
              <a:pathLst>
                <a:path w="6604" h="7031" extrusionOk="0">
                  <a:moveTo>
                    <a:pt x="3302" y="2115"/>
                  </a:moveTo>
                  <a:cubicBezTo>
                    <a:pt x="3336" y="2115"/>
                    <a:pt x="3371" y="2121"/>
                    <a:pt x="3404" y="2132"/>
                  </a:cubicBezTo>
                  <a:lnTo>
                    <a:pt x="5503" y="2930"/>
                  </a:lnTo>
                  <a:cubicBezTo>
                    <a:pt x="5619" y="2969"/>
                    <a:pt x="5692" y="3078"/>
                    <a:pt x="5692" y="3192"/>
                  </a:cubicBezTo>
                  <a:cubicBezTo>
                    <a:pt x="5692" y="3306"/>
                    <a:pt x="5619" y="3412"/>
                    <a:pt x="5503" y="3454"/>
                  </a:cubicBezTo>
                  <a:lnTo>
                    <a:pt x="4979" y="3650"/>
                  </a:lnTo>
                  <a:lnTo>
                    <a:pt x="4979" y="4790"/>
                  </a:lnTo>
                  <a:cubicBezTo>
                    <a:pt x="4979" y="4899"/>
                    <a:pt x="4922" y="4997"/>
                    <a:pt x="4824" y="5046"/>
                  </a:cubicBezTo>
                  <a:cubicBezTo>
                    <a:pt x="4355" y="5267"/>
                    <a:pt x="3829" y="5391"/>
                    <a:pt x="3306" y="5391"/>
                  </a:cubicBezTo>
                  <a:cubicBezTo>
                    <a:pt x="2780" y="5391"/>
                    <a:pt x="2254" y="5267"/>
                    <a:pt x="1780" y="5046"/>
                  </a:cubicBezTo>
                  <a:cubicBezTo>
                    <a:pt x="1689" y="4997"/>
                    <a:pt x="1624" y="4899"/>
                    <a:pt x="1624" y="4790"/>
                  </a:cubicBezTo>
                  <a:lnTo>
                    <a:pt x="1624" y="3650"/>
                  </a:lnTo>
                  <a:lnTo>
                    <a:pt x="1099" y="3454"/>
                  </a:lnTo>
                  <a:cubicBezTo>
                    <a:pt x="992" y="3412"/>
                    <a:pt x="918" y="3306"/>
                    <a:pt x="918" y="3192"/>
                  </a:cubicBezTo>
                  <a:cubicBezTo>
                    <a:pt x="918" y="3078"/>
                    <a:pt x="992" y="2969"/>
                    <a:pt x="1099" y="2930"/>
                  </a:cubicBezTo>
                  <a:lnTo>
                    <a:pt x="3207" y="2132"/>
                  </a:lnTo>
                  <a:cubicBezTo>
                    <a:pt x="3236" y="2121"/>
                    <a:pt x="3268" y="2115"/>
                    <a:pt x="3302" y="2115"/>
                  </a:cubicBezTo>
                  <a:close/>
                  <a:moveTo>
                    <a:pt x="278" y="0"/>
                  </a:moveTo>
                  <a:cubicBezTo>
                    <a:pt x="122" y="0"/>
                    <a:pt x="0" y="132"/>
                    <a:pt x="0" y="280"/>
                  </a:cubicBezTo>
                  <a:lnTo>
                    <a:pt x="0" y="7031"/>
                  </a:lnTo>
                  <a:lnTo>
                    <a:pt x="6604" y="7031"/>
                  </a:lnTo>
                  <a:lnTo>
                    <a:pt x="6604" y="280"/>
                  </a:lnTo>
                  <a:cubicBezTo>
                    <a:pt x="6604" y="132"/>
                    <a:pt x="6480" y="0"/>
                    <a:pt x="632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3" name="Google Shape;1713;p25"/>
            <p:cNvSpPr/>
            <p:nvPr/>
          </p:nvSpPr>
          <p:spPr>
            <a:xfrm>
              <a:off x="1753459" y="3238440"/>
              <a:ext cx="80391" cy="34829"/>
            </a:xfrm>
            <a:custGeom>
              <a:avLst/>
              <a:gdLst/>
              <a:ahLst/>
              <a:cxnLst/>
              <a:rect l="l" t="t" r="r" b="b"/>
              <a:pathLst>
                <a:path w="2232" h="967" extrusionOk="0">
                  <a:moveTo>
                    <a:pt x="0" y="0"/>
                  </a:moveTo>
                  <a:lnTo>
                    <a:pt x="0" y="746"/>
                  </a:lnTo>
                  <a:cubicBezTo>
                    <a:pt x="353" y="886"/>
                    <a:pt x="731" y="967"/>
                    <a:pt x="1117" y="967"/>
                  </a:cubicBezTo>
                  <a:cubicBezTo>
                    <a:pt x="1493" y="967"/>
                    <a:pt x="1879" y="886"/>
                    <a:pt x="2231" y="746"/>
                  </a:cubicBezTo>
                  <a:lnTo>
                    <a:pt x="2231" y="0"/>
                  </a:lnTo>
                  <a:lnTo>
                    <a:pt x="1215" y="384"/>
                  </a:lnTo>
                  <a:cubicBezTo>
                    <a:pt x="1182" y="402"/>
                    <a:pt x="1148" y="402"/>
                    <a:pt x="1117" y="402"/>
                  </a:cubicBezTo>
                  <a:cubicBezTo>
                    <a:pt x="1083" y="402"/>
                    <a:pt x="1050" y="402"/>
                    <a:pt x="1018" y="384"/>
                  </a:cubicBezTo>
                  <a:lnTo>
                    <a:pt x="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14" name="Google Shape;1714;p25"/>
          <p:cNvGrpSpPr/>
          <p:nvPr/>
        </p:nvGrpSpPr>
        <p:grpSpPr>
          <a:xfrm>
            <a:off x="692633" y="3381212"/>
            <a:ext cx="345441" cy="345335"/>
            <a:chOff x="840752" y="2520188"/>
            <a:chExt cx="345441" cy="345335"/>
          </a:xfrm>
        </p:grpSpPr>
        <p:sp>
          <p:nvSpPr>
            <p:cNvPr id="1715" name="Google Shape;1715;p25"/>
            <p:cNvSpPr/>
            <p:nvPr/>
          </p:nvSpPr>
          <p:spPr>
            <a:xfrm>
              <a:off x="924996" y="2610231"/>
              <a:ext cx="177314" cy="79130"/>
            </a:xfrm>
            <a:custGeom>
              <a:avLst/>
              <a:gdLst/>
              <a:ahLst/>
              <a:cxnLst/>
              <a:rect l="l" t="t" r="r" b="b"/>
              <a:pathLst>
                <a:path w="4923" h="2197" extrusionOk="0">
                  <a:moveTo>
                    <a:pt x="1" y="0"/>
                  </a:moveTo>
                  <a:lnTo>
                    <a:pt x="1" y="1469"/>
                  </a:lnTo>
                  <a:cubicBezTo>
                    <a:pt x="1" y="1575"/>
                    <a:pt x="58" y="1658"/>
                    <a:pt x="148" y="1699"/>
                  </a:cubicBezTo>
                  <a:cubicBezTo>
                    <a:pt x="883" y="2031"/>
                    <a:pt x="1672" y="2197"/>
                    <a:pt x="2462" y="2197"/>
                  </a:cubicBezTo>
                  <a:cubicBezTo>
                    <a:pt x="3251" y="2197"/>
                    <a:pt x="4041" y="2031"/>
                    <a:pt x="4775" y="1699"/>
                  </a:cubicBezTo>
                  <a:cubicBezTo>
                    <a:pt x="4866" y="1658"/>
                    <a:pt x="4923" y="1575"/>
                    <a:pt x="4923" y="1469"/>
                  </a:cubicBezTo>
                  <a:lnTo>
                    <a:pt x="4923" y="0"/>
                  </a:lnTo>
                  <a:lnTo>
                    <a:pt x="2814" y="746"/>
                  </a:lnTo>
                  <a:cubicBezTo>
                    <a:pt x="2700" y="788"/>
                    <a:pt x="2584" y="805"/>
                    <a:pt x="2462" y="805"/>
                  </a:cubicBezTo>
                  <a:cubicBezTo>
                    <a:pt x="2338" y="805"/>
                    <a:pt x="2223" y="788"/>
                    <a:pt x="2109" y="746"/>
                  </a:cubicBezTo>
                  <a:lnTo>
                    <a:pt x="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6" name="Google Shape;1716;p25"/>
            <p:cNvSpPr/>
            <p:nvPr/>
          </p:nvSpPr>
          <p:spPr>
            <a:xfrm>
              <a:off x="887502" y="2520188"/>
              <a:ext cx="252339" cy="98868"/>
            </a:xfrm>
            <a:custGeom>
              <a:avLst/>
              <a:gdLst/>
              <a:ahLst/>
              <a:cxnLst/>
              <a:rect l="l" t="t" r="r" b="b"/>
              <a:pathLst>
                <a:path w="7006" h="2745" extrusionOk="0">
                  <a:moveTo>
                    <a:pt x="3502" y="0"/>
                  </a:moveTo>
                  <a:cubicBezTo>
                    <a:pt x="3447" y="0"/>
                    <a:pt x="3391" y="11"/>
                    <a:pt x="3337" y="31"/>
                  </a:cubicBezTo>
                  <a:lnTo>
                    <a:pt x="228" y="1130"/>
                  </a:lnTo>
                  <a:cubicBezTo>
                    <a:pt x="0" y="1213"/>
                    <a:pt x="0" y="1534"/>
                    <a:pt x="228" y="1614"/>
                  </a:cubicBezTo>
                  <a:lnTo>
                    <a:pt x="3337" y="2715"/>
                  </a:lnTo>
                  <a:cubicBezTo>
                    <a:pt x="3391" y="2735"/>
                    <a:pt x="3447" y="2744"/>
                    <a:pt x="3502" y="2744"/>
                  </a:cubicBezTo>
                  <a:cubicBezTo>
                    <a:pt x="3558" y="2744"/>
                    <a:pt x="3613" y="2735"/>
                    <a:pt x="3666" y="2715"/>
                  </a:cubicBezTo>
                  <a:lnTo>
                    <a:pt x="6775" y="1614"/>
                  </a:lnTo>
                  <a:cubicBezTo>
                    <a:pt x="7005" y="1534"/>
                    <a:pt x="7005" y="1213"/>
                    <a:pt x="6775" y="1130"/>
                  </a:cubicBezTo>
                  <a:lnTo>
                    <a:pt x="3666" y="31"/>
                  </a:lnTo>
                  <a:cubicBezTo>
                    <a:pt x="3613" y="11"/>
                    <a:pt x="3558" y="0"/>
                    <a:pt x="350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7" name="Google Shape;1717;p25"/>
            <p:cNvSpPr/>
            <p:nvPr/>
          </p:nvSpPr>
          <p:spPr>
            <a:xfrm>
              <a:off x="840752" y="2573637"/>
              <a:ext cx="153435" cy="291886"/>
            </a:xfrm>
            <a:custGeom>
              <a:avLst/>
              <a:gdLst/>
              <a:ahLst/>
              <a:cxnLst/>
              <a:rect l="l" t="t" r="r" b="b"/>
              <a:pathLst>
                <a:path w="4260" h="8104" extrusionOk="0">
                  <a:moveTo>
                    <a:pt x="542" y="0"/>
                  </a:moveTo>
                  <a:cubicBezTo>
                    <a:pt x="247" y="0"/>
                    <a:pt x="1" y="246"/>
                    <a:pt x="1" y="542"/>
                  </a:cubicBezTo>
                  <a:lnTo>
                    <a:pt x="1" y="4003"/>
                  </a:lnTo>
                  <a:cubicBezTo>
                    <a:pt x="1" y="4347"/>
                    <a:pt x="140" y="4676"/>
                    <a:pt x="379" y="4922"/>
                  </a:cubicBezTo>
                  <a:lnTo>
                    <a:pt x="2479" y="7055"/>
                  </a:lnTo>
                  <a:lnTo>
                    <a:pt x="2479" y="8104"/>
                  </a:lnTo>
                  <a:lnTo>
                    <a:pt x="4259" y="8104"/>
                  </a:lnTo>
                  <a:lnTo>
                    <a:pt x="4259" y="6054"/>
                  </a:lnTo>
                  <a:cubicBezTo>
                    <a:pt x="4259" y="5594"/>
                    <a:pt x="4078" y="5151"/>
                    <a:pt x="3749" y="4814"/>
                  </a:cubicBezTo>
                  <a:lnTo>
                    <a:pt x="2068" y="3150"/>
                  </a:lnTo>
                  <a:cubicBezTo>
                    <a:pt x="2039" y="3117"/>
                    <a:pt x="1999" y="3100"/>
                    <a:pt x="1957" y="3100"/>
                  </a:cubicBezTo>
                  <a:cubicBezTo>
                    <a:pt x="1915" y="3100"/>
                    <a:pt x="1872" y="3117"/>
                    <a:pt x="1840" y="3150"/>
                  </a:cubicBezTo>
                  <a:cubicBezTo>
                    <a:pt x="1601" y="3387"/>
                    <a:pt x="1601" y="3780"/>
                    <a:pt x="1840" y="4019"/>
                  </a:cubicBezTo>
                  <a:lnTo>
                    <a:pt x="2609" y="4798"/>
                  </a:lnTo>
                  <a:cubicBezTo>
                    <a:pt x="2725" y="4913"/>
                    <a:pt x="2725" y="5094"/>
                    <a:pt x="2609" y="5208"/>
                  </a:cubicBezTo>
                  <a:cubicBezTo>
                    <a:pt x="2552" y="5266"/>
                    <a:pt x="2478" y="5295"/>
                    <a:pt x="2405" y="5295"/>
                  </a:cubicBezTo>
                  <a:cubicBezTo>
                    <a:pt x="2331" y="5295"/>
                    <a:pt x="2257" y="5266"/>
                    <a:pt x="2200" y="5208"/>
                  </a:cubicBezTo>
                  <a:lnTo>
                    <a:pt x="1420" y="4438"/>
                  </a:lnTo>
                  <a:cubicBezTo>
                    <a:pt x="1190" y="4200"/>
                    <a:pt x="1076" y="3897"/>
                    <a:pt x="1076" y="3584"/>
                  </a:cubicBezTo>
                  <a:lnTo>
                    <a:pt x="1076" y="542"/>
                  </a:lnTo>
                  <a:cubicBezTo>
                    <a:pt x="1076" y="246"/>
                    <a:pt x="837" y="0"/>
                    <a:pt x="54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8" name="Google Shape;1718;p25"/>
            <p:cNvSpPr/>
            <p:nvPr/>
          </p:nvSpPr>
          <p:spPr>
            <a:xfrm>
              <a:off x="1033155" y="2573637"/>
              <a:ext cx="153038" cy="291886"/>
            </a:xfrm>
            <a:custGeom>
              <a:avLst/>
              <a:gdLst/>
              <a:ahLst/>
              <a:cxnLst/>
              <a:rect l="l" t="t" r="r" b="b"/>
              <a:pathLst>
                <a:path w="4249" h="8104" extrusionOk="0">
                  <a:moveTo>
                    <a:pt x="3715" y="0"/>
                  </a:moveTo>
                  <a:cubicBezTo>
                    <a:pt x="3420" y="0"/>
                    <a:pt x="3182" y="246"/>
                    <a:pt x="3182" y="542"/>
                  </a:cubicBezTo>
                  <a:lnTo>
                    <a:pt x="3182" y="3584"/>
                  </a:lnTo>
                  <a:cubicBezTo>
                    <a:pt x="3182" y="3897"/>
                    <a:pt x="3068" y="4200"/>
                    <a:pt x="2829" y="4438"/>
                  </a:cubicBezTo>
                  <a:lnTo>
                    <a:pt x="2059" y="5208"/>
                  </a:lnTo>
                  <a:cubicBezTo>
                    <a:pt x="2001" y="5266"/>
                    <a:pt x="1925" y="5295"/>
                    <a:pt x="1850" y="5295"/>
                  </a:cubicBezTo>
                  <a:cubicBezTo>
                    <a:pt x="1775" y="5295"/>
                    <a:pt x="1701" y="5266"/>
                    <a:pt x="1648" y="5208"/>
                  </a:cubicBezTo>
                  <a:cubicBezTo>
                    <a:pt x="1534" y="5094"/>
                    <a:pt x="1534" y="4913"/>
                    <a:pt x="1648" y="4798"/>
                  </a:cubicBezTo>
                  <a:lnTo>
                    <a:pt x="2420" y="4019"/>
                  </a:lnTo>
                  <a:cubicBezTo>
                    <a:pt x="2658" y="3780"/>
                    <a:pt x="2658" y="3387"/>
                    <a:pt x="2420" y="3150"/>
                  </a:cubicBezTo>
                  <a:cubicBezTo>
                    <a:pt x="2387" y="3117"/>
                    <a:pt x="2344" y="3100"/>
                    <a:pt x="2301" y="3100"/>
                  </a:cubicBezTo>
                  <a:cubicBezTo>
                    <a:pt x="2257" y="3100"/>
                    <a:pt x="2214" y="3117"/>
                    <a:pt x="2182" y="3150"/>
                  </a:cubicBezTo>
                  <a:lnTo>
                    <a:pt x="508" y="4814"/>
                  </a:lnTo>
                  <a:cubicBezTo>
                    <a:pt x="179" y="5151"/>
                    <a:pt x="0" y="5594"/>
                    <a:pt x="0" y="6054"/>
                  </a:cubicBezTo>
                  <a:lnTo>
                    <a:pt x="0" y="8104"/>
                  </a:lnTo>
                  <a:lnTo>
                    <a:pt x="1780" y="8104"/>
                  </a:lnTo>
                  <a:lnTo>
                    <a:pt x="1780" y="7055"/>
                  </a:lnTo>
                  <a:lnTo>
                    <a:pt x="3871" y="4922"/>
                  </a:lnTo>
                  <a:cubicBezTo>
                    <a:pt x="4117" y="4676"/>
                    <a:pt x="4249" y="4347"/>
                    <a:pt x="4249" y="4003"/>
                  </a:cubicBezTo>
                  <a:lnTo>
                    <a:pt x="4249" y="542"/>
                  </a:lnTo>
                  <a:cubicBezTo>
                    <a:pt x="4249" y="246"/>
                    <a:pt x="4011" y="0"/>
                    <a:pt x="371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19" name="Google Shape;1719;p25"/>
          <p:cNvGrpSpPr/>
          <p:nvPr/>
        </p:nvGrpSpPr>
        <p:grpSpPr>
          <a:xfrm>
            <a:off x="710585" y="1005554"/>
            <a:ext cx="348902" cy="345620"/>
            <a:chOff x="2413867" y="1362025"/>
            <a:chExt cx="348902" cy="345620"/>
          </a:xfrm>
        </p:grpSpPr>
        <p:sp>
          <p:nvSpPr>
            <p:cNvPr id="1720" name="Google Shape;1720;p25"/>
            <p:cNvSpPr/>
            <p:nvPr/>
          </p:nvSpPr>
          <p:spPr>
            <a:xfrm>
              <a:off x="2503045" y="1531809"/>
              <a:ext cx="170255" cy="108161"/>
            </a:xfrm>
            <a:custGeom>
              <a:avLst/>
              <a:gdLst/>
              <a:ahLst/>
              <a:cxnLst/>
              <a:rect l="l" t="t" r="r" b="b"/>
              <a:pathLst>
                <a:path w="4727" h="3003" extrusionOk="0">
                  <a:moveTo>
                    <a:pt x="2929" y="780"/>
                  </a:moveTo>
                  <a:cubicBezTo>
                    <a:pt x="3086" y="780"/>
                    <a:pt x="3208" y="902"/>
                    <a:pt x="3208" y="1058"/>
                  </a:cubicBezTo>
                  <a:cubicBezTo>
                    <a:pt x="3208" y="1526"/>
                    <a:pt x="2830" y="1904"/>
                    <a:pt x="2364" y="1904"/>
                  </a:cubicBezTo>
                  <a:cubicBezTo>
                    <a:pt x="1905" y="1904"/>
                    <a:pt x="1527" y="1526"/>
                    <a:pt x="1527" y="1058"/>
                  </a:cubicBezTo>
                  <a:cubicBezTo>
                    <a:pt x="1527" y="902"/>
                    <a:pt x="1649" y="780"/>
                    <a:pt x="1806" y="780"/>
                  </a:cubicBezTo>
                  <a:cubicBezTo>
                    <a:pt x="1962" y="780"/>
                    <a:pt x="2084" y="902"/>
                    <a:pt x="2084" y="1058"/>
                  </a:cubicBezTo>
                  <a:cubicBezTo>
                    <a:pt x="2084" y="1215"/>
                    <a:pt x="2208" y="1337"/>
                    <a:pt x="2364" y="1337"/>
                  </a:cubicBezTo>
                  <a:cubicBezTo>
                    <a:pt x="2519" y="1337"/>
                    <a:pt x="2651" y="1215"/>
                    <a:pt x="2651" y="1058"/>
                  </a:cubicBezTo>
                  <a:cubicBezTo>
                    <a:pt x="2651" y="902"/>
                    <a:pt x="2773" y="780"/>
                    <a:pt x="2929" y="780"/>
                  </a:cubicBezTo>
                  <a:close/>
                  <a:moveTo>
                    <a:pt x="1" y="0"/>
                  </a:moveTo>
                  <a:lnTo>
                    <a:pt x="1" y="607"/>
                  </a:lnTo>
                  <a:cubicBezTo>
                    <a:pt x="1" y="1920"/>
                    <a:pt x="1058" y="2987"/>
                    <a:pt x="2364" y="3003"/>
                  </a:cubicBezTo>
                  <a:lnTo>
                    <a:pt x="2371" y="3003"/>
                  </a:lnTo>
                  <a:cubicBezTo>
                    <a:pt x="3677" y="2987"/>
                    <a:pt x="4726" y="1920"/>
                    <a:pt x="4726" y="607"/>
                  </a:cubicBezTo>
                  <a:lnTo>
                    <a:pt x="472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1" name="Google Shape;1721;p25"/>
            <p:cNvSpPr/>
            <p:nvPr/>
          </p:nvSpPr>
          <p:spPr>
            <a:xfrm>
              <a:off x="2413867" y="1362025"/>
              <a:ext cx="348902" cy="122532"/>
            </a:xfrm>
            <a:custGeom>
              <a:avLst/>
              <a:gdLst/>
              <a:ahLst/>
              <a:cxnLst/>
              <a:rect l="l" t="t" r="r" b="b"/>
              <a:pathLst>
                <a:path w="9687" h="3402" extrusionOk="0">
                  <a:moveTo>
                    <a:pt x="4843" y="1"/>
                  </a:moveTo>
                  <a:cubicBezTo>
                    <a:pt x="4816" y="1"/>
                    <a:pt x="4789" y="5"/>
                    <a:pt x="4765" y="13"/>
                  </a:cubicBezTo>
                  <a:lnTo>
                    <a:pt x="205" y="1606"/>
                  </a:lnTo>
                  <a:cubicBezTo>
                    <a:pt x="0" y="1678"/>
                    <a:pt x="0" y="1974"/>
                    <a:pt x="205" y="2049"/>
                  </a:cubicBezTo>
                  <a:lnTo>
                    <a:pt x="2443" y="2828"/>
                  </a:lnTo>
                  <a:lnTo>
                    <a:pt x="4643" y="2287"/>
                  </a:lnTo>
                  <a:cubicBezTo>
                    <a:pt x="4708" y="2269"/>
                    <a:pt x="4775" y="2261"/>
                    <a:pt x="4840" y="2261"/>
                  </a:cubicBezTo>
                  <a:cubicBezTo>
                    <a:pt x="4912" y="2261"/>
                    <a:pt x="4979" y="2269"/>
                    <a:pt x="5044" y="2287"/>
                  </a:cubicBezTo>
                  <a:lnTo>
                    <a:pt x="7243" y="2828"/>
                  </a:lnTo>
                  <a:lnTo>
                    <a:pt x="8466" y="2401"/>
                  </a:lnTo>
                  <a:lnTo>
                    <a:pt x="8466" y="3123"/>
                  </a:lnTo>
                  <a:cubicBezTo>
                    <a:pt x="8466" y="3279"/>
                    <a:pt x="8588" y="3401"/>
                    <a:pt x="8744" y="3401"/>
                  </a:cubicBezTo>
                  <a:cubicBezTo>
                    <a:pt x="8899" y="3401"/>
                    <a:pt x="9031" y="3279"/>
                    <a:pt x="9031" y="3123"/>
                  </a:cubicBezTo>
                  <a:lnTo>
                    <a:pt x="9031" y="2204"/>
                  </a:lnTo>
                  <a:lnTo>
                    <a:pt x="9482" y="2049"/>
                  </a:lnTo>
                  <a:cubicBezTo>
                    <a:pt x="9687" y="1974"/>
                    <a:pt x="9687" y="1678"/>
                    <a:pt x="9482" y="1606"/>
                  </a:cubicBezTo>
                  <a:lnTo>
                    <a:pt x="4922" y="13"/>
                  </a:lnTo>
                  <a:cubicBezTo>
                    <a:pt x="4898" y="5"/>
                    <a:pt x="4871" y="1"/>
                    <a:pt x="484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2" name="Google Shape;1722;p25"/>
            <p:cNvSpPr/>
            <p:nvPr/>
          </p:nvSpPr>
          <p:spPr>
            <a:xfrm>
              <a:off x="2503045" y="1463665"/>
              <a:ext cx="170255" cy="47759"/>
            </a:xfrm>
            <a:custGeom>
              <a:avLst/>
              <a:gdLst/>
              <a:ahLst/>
              <a:cxnLst/>
              <a:rect l="l" t="t" r="r" b="b"/>
              <a:pathLst>
                <a:path w="4727" h="1326" extrusionOk="0">
                  <a:moveTo>
                    <a:pt x="2367" y="1"/>
                  </a:moveTo>
                  <a:cubicBezTo>
                    <a:pt x="2345" y="1"/>
                    <a:pt x="2323" y="5"/>
                    <a:pt x="2299" y="14"/>
                  </a:cubicBezTo>
                  <a:lnTo>
                    <a:pt x="1" y="571"/>
                  </a:lnTo>
                  <a:lnTo>
                    <a:pt x="1" y="1325"/>
                  </a:lnTo>
                  <a:lnTo>
                    <a:pt x="4726" y="1325"/>
                  </a:lnTo>
                  <a:lnTo>
                    <a:pt x="4726" y="571"/>
                  </a:lnTo>
                  <a:lnTo>
                    <a:pt x="2436" y="14"/>
                  </a:lnTo>
                  <a:cubicBezTo>
                    <a:pt x="2412" y="5"/>
                    <a:pt x="2390" y="1"/>
                    <a:pt x="236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3" name="Google Shape;1723;p25"/>
            <p:cNvSpPr/>
            <p:nvPr/>
          </p:nvSpPr>
          <p:spPr>
            <a:xfrm>
              <a:off x="2459032" y="1639644"/>
              <a:ext cx="258570" cy="68001"/>
            </a:xfrm>
            <a:custGeom>
              <a:avLst/>
              <a:gdLst/>
              <a:ahLst/>
              <a:cxnLst/>
              <a:rect l="l" t="t" r="r" b="b"/>
              <a:pathLst>
                <a:path w="7179" h="1888" extrusionOk="0">
                  <a:moveTo>
                    <a:pt x="993" y="1"/>
                  </a:moveTo>
                  <a:cubicBezTo>
                    <a:pt x="443" y="1"/>
                    <a:pt x="0" y="452"/>
                    <a:pt x="0" y="1001"/>
                  </a:cubicBezTo>
                  <a:lnTo>
                    <a:pt x="0" y="1887"/>
                  </a:lnTo>
                  <a:lnTo>
                    <a:pt x="1050" y="1887"/>
                  </a:lnTo>
                  <a:lnTo>
                    <a:pt x="1050" y="1312"/>
                  </a:lnTo>
                  <a:cubicBezTo>
                    <a:pt x="1050" y="1157"/>
                    <a:pt x="1174" y="1035"/>
                    <a:pt x="1329" y="1035"/>
                  </a:cubicBezTo>
                  <a:cubicBezTo>
                    <a:pt x="1485" y="1035"/>
                    <a:pt x="1609" y="1157"/>
                    <a:pt x="1609" y="1312"/>
                  </a:cubicBezTo>
                  <a:lnTo>
                    <a:pt x="1609" y="1887"/>
                  </a:lnTo>
                  <a:lnTo>
                    <a:pt x="5562" y="1887"/>
                  </a:lnTo>
                  <a:lnTo>
                    <a:pt x="5562" y="1312"/>
                  </a:lnTo>
                  <a:cubicBezTo>
                    <a:pt x="5562" y="1157"/>
                    <a:pt x="5694" y="1035"/>
                    <a:pt x="5850" y="1035"/>
                  </a:cubicBezTo>
                  <a:cubicBezTo>
                    <a:pt x="5997" y="1035"/>
                    <a:pt x="6129" y="1157"/>
                    <a:pt x="6129" y="1312"/>
                  </a:cubicBezTo>
                  <a:lnTo>
                    <a:pt x="6129" y="1887"/>
                  </a:lnTo>
                  <a:lnTo>
                    <a:pt x="7179" y="1887"/>
                  </a:lnTo>
                  <a:lnTo>
                    <a:pt x="7179" y="1001"/>
                  </a:lnTo>
                  <a:cubicBezTo>
                    <a:pt x="7179" y="452"/>
                    <a:pt x="6736" y="1"/>
                    <a:pt x="6186" y="1"/>
                  </a:cubicBezTo>
                  <a:lnTo>
                    <a:pt x="5300" y="1"/>
                  </a:lnTo>
                  <a:cubicBezTo>
                    <a:pt x="4808" y="361"/>
                    <a:pt x="4218" y="558"/>
                    <a:pt x="3601" y="566"/>
                  </a:cubicBezTo>
                  <a:lnTo>
                    <a:pt x="3578" y="566"/>
                  </a:lnTo>
                  <a:cubicBezTo>
                    <a:pt x="2954" y="558"/>
                    <a:pt x="2371" y="361"/>
                    <a:pt x="187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724" name="Google Shape;1724;p25"/>
          <p:cNvSpPr/>
          <p:nvPr/>
        </p:nvSpPr>
        <p:spPr>
          <a:xfrm>
            <a:off x="532539" y="4053291"/>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25" name="Google Shape;1725;p25"/>
          <p:cNvGrpSpPr/>
          <p:nvPr/>
        </p:nvGrpSpPr>
        <p:grpSpPr>
          <a:xfrm>
            <a:off x="701219" y="4194352"/>
            <a:ext cx="345372" cy="345728"/>
            <a:chOff x="5585381" y="3688364"/>
            <a:chExt cx="345372" cy="345728"/>
          </a:xfrm>
        </p:grpSpPr>
        <p:sp>
          <p:nvSpPr>
            <p:cNvPr id="1726" name="Google Shape;1726;p25"/>
            <p:cNvSpPr/>
            <p:nvPr/>
          </p:nvSpPr>
          <p:spPr>
            <a:xfrm>
              <a:off x="5585381" y="3688364"/>
              <a:ext cx="345372" cy="227883"/>
            </a:xfrm>
            <a:custGeom>
              <a:avLst/>
              <a:gdLst/>
              <a:ahLst/>
              <a:cxnLst/>
              <a:rect l="l" t="t" r="r" b="b"/>
              <a:pathLst>
                <a:path w="9589" h="6327" extrusionOk="0">
                  <a:moveTo>
                    <a:pt x="4790" y="0"/>
                  </a:moveTo>
                  <a:cubicBezTo>
                    <a:pt x="4635" y="0"/>
                    <a:pt x="4511" y="132"/>
                    <a:pt x="4511" y="288"/>
                  </a:cubicBezTo>
                  <a:lnTo>
                    <a:pt x="4511" y="780"/>
                  </a:lnTo>
                  <a:lnTo>
                    <a:pt x="278" y="780"/>
                  </a:lnTo>
                  <a:cubicBezTo>
                    <a:pt x="122" y="780"/>
                    <a:pt x="0" y="912"/>
                    <a:pt x="0" y="1067"/>
                  </a:cubicBezTo>
                  <a:lnTo>
                    <a:pt x="0" y="6326"/>
                  </a:lnTo>
                  <a:lnTo>
                    <a:pt x="9588" y="6326"/>
                  </a:lnTo>
                  <a:lnTo>
                    <a:pt x="9588" y="1067"/>
                  </a:lnTo>
                  <a:cubicBezTo>
                    <a:pt x="9588" y="912"/>
                    <a:pt x="9458" y="780"/>
                    <a:pt x="9303" y="780"/>
                  </a:cubicBezTo>
                  <a:lnTo>
                    <a:pt x="5070" y="780"/>
                  </a:lnTo>
                  <a:lnTo>
                    <a:pt x="5070" y="288"/>
                  </a:lnTo>
                  <a:cubicBezTo>
                    <a:pt x="5070" y="132"/>
                    <a:pt x="4946" y="0"/>
                    <a:pt x="479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7" name="Google Shape;1727;p25"/>
            <p:cNvSpPr/>
            <p:nvPr/>
          </p:nvSpPr>
          <p:spPr>
            <a:xfrm>
              <a:off x="5585381" y="3936557"/>
              <a:ext cx="345372" cy="97535"/>
            </a:xfrm>
            <a:custGeom>
              <a:avLst/>
              <a:gdLst/>
              <a:ahLst/>
              <a:cxnLst/>
              <a:rect l="l" t="t" r="r" b="b"/>
              <a:pathLst>
                <a:path w="9589" h="2708" extrusionOk="0">
                  <a:moveTo>
                    <a:pt x="0" y="0"/>
                  </a:moveTo>
                  <a:lnTo>
                    <a:pt x="0" y="920"/>
                  </a:lnTo>
                  <a:cubicBezTo>
                    <a:pt x="0" y="1075"/>
                    <a:pt x="122" y="1199"/>
                    <a:pt x="278" y="1199"/>
                  </a:cubicBezTo>
                  <a:lnTo>
                    <a:pt x="3083" y="1199"/>
                  </a:lnTo>
                  <a:lnTo>
                    <a:pt x="2451" y="2282"/>
                  </a:lnTo>
                  <a:cubicBezTo>
                    <a:pt x="2378" y="2422"/>
                    <a:pt x="2420" y="2585"/>
                    <a:pt x="2560" y="2668"/>
                  </a:cubicBezTo>
                  <a:cubicBezTo>
                    <a:pt x="2599" y="2692"/>
                    <a:pt x="2648" y="2707"/>
                    <a:pt x="2697" y="2707"/>
                  </a:cubicBezTo>
                  <a:cubicBezTo>
                    <a:pt x="2796" y="2707"/>
                    <a:pt x="2886" y="2650"/>
                    <a:pt x="2943" y="2560"/>
                  </a:cubicBezTo>
                  <a:lnTo>
                    <a:pt x="3731" y="1199"/>
                  </a:lnTo>
                  <a:lnTo>
                    <a:pt x="4511" y="1199"/>
                  </a:lnTo>
                  <a:lnTo>
                    <a:pt x="4511" y="2422"/>
                  </a:lnTo>
                  <a:cubicBezTo>
                    <a:pt x="4511" y="2577"/>
                    <a:pt x="4635" y="2707"/>
                    <a:pt x="4790" y="2707"/>
                  </a:cubicBezTo>
                  <a:cubicBezTo>
                    <a:pt x="4946" y="2707"/>
                    <a:pt x="5070" y="2577"/>
                    <a:pt x="5070" y="2422"/>
                  </a:cubicBezTo>
                  <a:lnTo>
                    <a:pt x="5070" y="1199"/>
                  </a:lnTo>
                  <a:lnTo>
                    <a:pt x="5847" y="1199"/>
                  </a:lnTo>
                  <a:lnTo>
                    <a:pt x="6645" y="2560"/>
                  </a:lnTo>
                  <a:cubicBezTo>
                    <a:pt x="6694" y="2650"/>
                    <a:pt x="6783" y="2707"/>
                    <a:pt x="6881" y="2707"/>
                  </a:cubicBezTo>
                  <a:cubicBezTo>
                    <a:pt x="6930" y="2707"/>
                    <a:pt x="6980" y="2692"/>
                    <a:pt x="7021" y="2668"/>
                  </a:cubicBezTo>
                  <a:cubicBezTo>
                    <a:pt x="7161" y="2585"/>
                    <a:pt x="7202" y="2422"/>
                    <a:pt x="7127" y="2282"/>
                  </a:cubicBezTo>
                  <a:lnTo>
                    <a:pt x="6505" y="1199"/>
                  </a:lnTo>
                  <a:lnTo>
                    <a:pt x="9303" y="1199"/>
                  </a:lnTo>
                  <a:cubicBezTo>
                    <a:pt x="9458" y="1199"/>
                    <a:pt x="9588" y="1075"/>
                    <a:pt x="9588" y="920"/>
                  </a:cubicBezTo>
                  <a:lnTo>
                    <a:pt x="958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728" name="Google Shape;1728;p25"/>
          <p:cNvSpPr txBox="1"/>
          <p:nvPr/>
        </p:nvSpPr>
        <p:spPr>
          <a:xfrm>
            <a:off x="1207770" y="4239260"/>
            <a:ext cx="4509135" cy="48450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chemeClr val="dk2"/>
                </a:solidFill>
                <a:latin typeface="Montagu Slab SemiBold"/>
                <a:ea typeface="Montagu Slab SemiBold"/>
                <a:cs typeface="Montagu Slab SemiBold"/>
                <a:sym typeface="Montagu Slab SemiBold"/>
              </a:rPr>
              <a:t>Direct and Indirect (Narration)</a:t>
            </a:r>
            <a:endParaRPr sz="2000" b="0" i="0" u="none" strike="noStrike" cap="none">
              <a:solidFill>
                <a:srgbClr val="5566BC"/>
              </a:solidFill>
              <a:latin typeface="Montagu Slab SemiBold"/>
              <a:ea typeface="Montagu Slab SemiBold"/>
              <a:cs typeface="Montagu Slab SemiBold"/>
              <a:sym typeface="Montagu Slab SemiBold"/>
            </a:endParaRPr>
          </a:p>
        </p:txBody>
      </p:sp>
      <p:grpSp>
        <p:nvGrpSpPr>
          <p:cNvPr id="1729" name="Google Shape;1729;p25"/>
          <p:cNvGrpSpPr/>
          <p:nvPr/>
        </p:nvGrpSpPr>
        <p:grpSpPr>
          <a:xfrm>
            <a:off x="4620623" y="1615637"/>
            <a:ext cx="345368" cy="308488"/>
            <a:chOff x="830775" y="3719411"/>
            <a:chExt cx="345368" cy="308488"/>
          </a:xfrm>
        </p:grpSpPr>
        <p:sp>
          <p:nvSpPr>
            <p:cNvPr id="1730" name="Google Shape;1730;p25"/>
            <p:cNvSpPr/>
            <p:nvPr/>
          </p:nvSpPr>
          <p:spPr>
            <a:xfrm>
              <a:off x="979669" y="3854439"/>
              <a:ext cx="47543" cy="45706"/>
            </a:xfrm>
            <a:custGeom>
              <a:avLst/>
              <a:gdLst/>
              <a:ahLst/>
              <a:cxnLst/>
              <a:rect l="l" t="t" r="r" b="b"/>
              <a:pathLst>
                <a:path w="1320" h="1269" extrusionOk="0">
                  <a:moveTo>
                    <a:pt x="107" y="0"/>
                  </a:moveTo>
                  <a:cubicBezTo>
                    <a:pt x="50" y="0"/>
                    <a:pt x="1" y="49"/>
                    <a:pt x="1" y="107"/>
                  </a:cubicBezTo>
                  <a:lnTo>
                    <a:pt x="1" y="870"/>
                  </a:lnTo>
                  <a:cubicBezTo>
                    <a:pt x="1" y="912"/>
                    <a:pt x="24" y="951"/>
                    <a:pt x="58" y="969"/>
                  </a:cubicBezTo>
                  <a:lnTo>
                    <a:pt x="607" y="1256"/>
                  </a:lnTo>
                  <a:cubicBezTo>
                    <a:pt x="624" y="1264"/>
                    <a:pt x="642" y="1268"/>
                    <a:pt x="660" y="1268"/>
                  </a:cubicBezTo>
                  <a:cubicBezTo>
                    <a:pt x="678" y="1268"/>
                    <a:pt x="697" y="1264"/>
                    <a:pt x="713" y="1256"/>
                  </a:cubicBezTo>
                  <a:lnTo>
                    <a:pt x="1263" y="969"/>
                  </a:lnTo>
                  <a:cubicBezTo>
                    <a:pt x="1296" y="951"/>
                    <a:pt x="1320" y="912"/>
                    <a:pt x="1320" y="870"/>
                  </a:cubicBezTo>
                  <a:lnTo>
                    <a:pt x="1320" y="107"/>
                  </a:lnTo>
                  <a:cubicBezTo>
                    <a:pt x="1320" y="49"/>
                    <a:pt x="1270" y="0"/>
                    <a:pt x="121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1" name="Google Shape;1731;p25"/>
            <p:cNvSpPr/>
            <p:nvPr/>
          </p:nvSpPr>
          <p:spPr>
            <a:xfrm>
              <a:off x="920529" y="3719411"/>
              <a:ext cx="165825" cy="147168"/>
            </a:xfrm>
            <a:custGeom>
              <a:avLst/>
              <a:gdLst/>
              <a:ahLst/>
              <a:cxnLst/>
              <a:rect l="l" t="t" r="r" b="b"/>
              <a:pathLst>
                <a:path w="4604" h="4086" extrusionOk="0">
                  <a:moveTo>
                    <a:pt x="3184" y="566"/>
                  </a:moveTo>
                  <a:cubicBezTo>
                    <a:pt x="3355" y="566"/>
                    <a:pt x="3503" y="690"/>
                    <a:pt x="3544" y="861"/>
                  </a:cubicBezTo>
                  <a:lnTo>
                    <a:pt x="3661" y="1469"/>
                  </a:lnTo>
                  <a:lnTo>
                    <a:pt x="944" y="1469"/>
                  </a:lnTo>
                  <a:lnTo>
                    <a:pt x="1068" y="861"/>
                  </a:lnTo>
                  <a:cubicBezTo>
                    <a:pt x="1101" y="690"/>
                    <a:pt x="1249" y="566"/>
                    <a:pt x="1420" y="566"/>
                  </a:cubicBezTo>
                  <a:close/>
                  <a:moveTo>
                    <a:pt x="1420" y="1"/>
                  </a:moveTo>
                  <a:cubicBezTo>
                    <a:pt x="977" y="1"/>
                    <a:pt x="599" y="320"/>
                    <a:pt x="510" y="755"/>
                  </a:cubicBezTo>
                  <a:lnTo>
                    <a:pt x="371" y="1469"/>
                  </a:lnTo>
                  <a:lnTo>
                    <a:pt x="1" y="1469"/>
                  </a:lnTo>
                  <a:lnTo>
                    <a:pt x="1" y="4086"/>
                  </a:lnTo>
                  <a:lnTo>
                    <a:pt x="1083" y="4086"/>
                  </a:lnTo>
                  <a:lnTo>
                    <a:pt x="1083" y="3503"/>
                  </a:lnTo>
                  <a:cubicBezTo>
                    <a:pt x="1083" y="3332"/>
                    <a:pt x="1223" y="3192"/>
                    <a:pt x="1396" y="3192"/>
                  </a:cubicBezTo>
                  <a:lnTo>
                    <a:pt x="3208" y="3192"/>
                  </a:lnTo>
                  <a:cubicBezTo>
                    <a:pt x="3381" y="3192"/>
                    <a:pt x="3521" y="3332"/>
                    <a:pt x="3521" y="3503"/>
                  </a:cubicBezTo>
                  <a:lnTo>
                    <a:pt x="3521" y="4086"/>
                  </a:lnTo>
                  <a:lnTo>
                    <a:pt x="4604" y="4086"/>
                  </a:lnTo>
                  <a:lnTo>
                    <a:pt x="4604" y="1469"/>
                  </a:lnTo>
                  <a:lnTo>
                    <a:pt x="4234" y="1469"/>
                  </a:lnTo>
                  <a:lnTo>
                    <a:pt x="4094" y="755"/>
                  </a:lnTo>
                  <a:cubicBezTo>
                    <a:pt x="4005" y="320"/>
                    <a:pt x="3627" y="1"/>
                    <a:pt x="318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2" name="Google Shape;1732;p25"/>
            <p:cNvSpPr/>
            <p:nvPr/>
          </p:nvSpPr>
          <p:spPr>
            <a:xfrm>
              <a:off x="830775" y="3772320"/>
              <a:ext cx="32200" cy="90728"/>
            </a:xfrm>
            <a:custGeom>
              <a:avLst/>
              <a:gdLst/>
              <a:ahLst/>
              <a:cxnLst/>
              <a:rect l="l" t="t" r="r" b="b"/>
              <a:pathLst>
                <a:path w="894" h="2519" extrusionOk="0">
                  <a:moveTo>
                    <a:pt x="278" y="0"/>
                  </a:moveTo>
                  <a:cubicBezTo>
                    <a:pt x="122" y="0"/>
                    <a:pt x="0" y="122"/>
                    <a:pt x="0" y="278"/>
                  </a:cubicBezTo>
                  <a:lnTo>
                    <a:pt x="0" y="1190"/>
                  </a:lnTo>
                  <a:cubicBezTo>
                    <a:pt x="0" y="1788"/>
                    <a:pt x="368" y="2306"/>
                    <a:pt x="894" y="2518"/>
                  </a:cubicBezTo>
                  <a:lnTo>
                    <a:pt x="89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3" name="Google Shape;1733;p25"/>
            <p:cNvSpPr/>
            <p:nvPr/>
          </p:nvSpPr>
          <p:spPr>
            <a:xfrm>
              <a:off x="883288" y="3772320"/>
              <a:ext cx="17216" cy="94258"/>
            </a:xfrm>
            <a:custGeom>
              <a:avLst/>
              <a:gdLst/>
              <a:ahLst/>
              <a:cxnLst/>
              <a:rect l="l" t="t" r="r" b="b"/>
              <a:pathLst>
                <a:path w="478" h="2617" extrusionOk="0">
                  <a:moveTo>
                    <a:pt x="1" y="0"/>
                  </a:moveTo>
                  <a:lnTo>
                    <a:pt x="1" y="2617"/>
                  </a:lnTo>
                  <a:lnTo>
                    <a:pt x="477" y="2617"/>
                  </a:lnTo>
                  <a:lnTo>
                    <a:pt x="47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4" name="Google Shape;1734;p25"/>
            <p:cNvSpPr/>
            <p:nvPr/>
          </p:nvSpPr>
          <p:spPr>
            <a:xfrm>
              <a:off x="1106665" y="3772320"/>
              <a:ext cx="16928" cy="94258"/>
            </a:xfrm>
            <a:custGeom>
              <a:avLst/>
              <a:gdLst/>
              <a:ahLst/>
              <a:cxnLst/>
              <a:rect l="l" t="t" r="r" b="b"/>
              <a:pathLst>
                <a:path w="470" h="2617" extrusionOk="0">
                  <a:moveTo>
                    <a:pt x="1" y="0"/>
                  </a:moveTo>
                  <a:lnTo>
                    <a:pt x="1" y="2617"/>
                  </a:lnTo>
                  <a:lnTo>
                    <a:pt x="469" y="2617"/>
                  </a:lnTo>
                  <a:lnTo>
                    <a:pt x="46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5" name="Google Shape;1735;p25"/>
            <p:cNvSpPr/>
            <p:nvPr/>
          </p:nvSpPr>
          <p:spPr>
            <a:xfrm>
              <a:off x="1143907" y="3772320"/>
              <a:ext cx="32236" cy="90728"/>
            </a:xfrm>
            <a:custGeom>
              <a:avLst/>
              <a:gdLst/>
              <a:ahLst/>
              <a:cxnLst/>
              <a:rect l="l" t="t" r="r" b="b"/>
              <a:pathLst>
                <a:path w="895" h="2519" extrusionOk="0">
                  <a:moveTo>
                    <a:pt x="0" y="0"/>
                  </a:moveTo>
                  <a:lnTo>
                    <a:pt x="0" y="2518"/>
                  </a:lnTo>
                  <a:cubicBezTo>
                    <a:pt x="526" y="2306"/>
                    <a:pt x="894" y="1788"/>
                    <a:pt x="894" y="1190"/>
                  </a:cubicBezTo>
                  <a:lnTo>
                    <a:pt x="894" y="278"/>
                  </a:lnTo>
                  <a:cubicBezTo>
                    <a:pt x="894" y="122"/>
                    <a:pt x="772" y="0"/>
                    <a:pt x="61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6" name="Google Shape;1736;p25"/>
            <p:cNvSpPr/>
            <p:nvPr/>
          </p:nvSpPr>
          <p:spPr>
            <a:xfrm>
              <a:off x="1106665" y="3886890"/>
              <a:ext cx="16928" cy="20458"/>
            </a:xfrm>
            <a:custGeom>
              <a:avLst/>
              <a:gdLst/>
              <a:ahLst/>
              <a:cxnLst/>
              <a:rect l="l" t="t" r="r" b="b"/>
              <a:pathLst>
                <a:path w="470" h="568" extrusionOk="0">
                  <a:moveTo>
                    <a:pt x="1" y="1"/>
                  </a:moveTo>
                  <a:lnTo>
                    <a:pt x="1" y="568"/>
                  </a:lnTo>
                  <a:lnTo>
                    <a:pt x="469" y="568"/>
                  </a:lnTo>
                  <a:lnTo>
                    <a:pt x="46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7" name="Google Shape;1737;p25"/>
            <p:cNvSpPr/>
            <p:nvPr/>
          </p:nvSpPr>
          <p:spPr>
            <a:xfrm>
              <a:off x="1102271" y="3927697"/>
              <a:ext cx="25716" cy="16892"/>
            </a:xfrm>
            <a:custGeom>
              <a:avLst/>
              <a:gdLst/>
              <a:ahLst/>
              <a:cxnLst/>
              <a:rect l="l" t="t" r="r" b="b"/>
              <a:pathLst>
                <a:path w="714" h="469" extrusionOk="0">
                  <a:moveTo>
                    <a:pt x="1" y="0"/>
                  </a:moveTo>
                  <a:lnTo>
                    <a:pt x="1" y="469"/>
                  </a:lnTo>
                  <a:lnTo>
                    <a:pt x="713" y="469"/>
                  </a:lnTo>
                  <a:lnTo>
                    <a:pt x="713"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8" name="Google Shape;1738;p25"/>
            <p:cNvSpPr/>
            <p:nvPr/>
          </p:nvSpPr>
          <p:spPr>
            <a:xfrm>
              <a:off x="1106665" y="3964903"/>
              <a:ext cx="16928" cy="62995"/>
            </a:xfrm>
            <a:custGeom>
              <a:avLst/>
              <a:gdLst/>
              <a:ahLst/>
              <a:cxnLst/>
              <a:rect l="l" t="t" r="r" b="b"/>
              <a:pathLst>
                <a:path w="470" h="1749" extrusionOk="0">
                  <a:moveTo>
                    <a:pt x="1" y="1"/>
                  </a:moveTo>
                  <a:lnTo>
                    <a:pt x="1" y="1749"/>
                  </a:lnTo>
                  <a:lnTo>
                    <a:pt x="469" y="1749"/>
                  </a:lnTo>
                  <a:lnTo>
                    <a:pt x="46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9" name="Google Shape;1739;p25"/>
            <p:cNvSpPr/>
            <p:nvPr/>
          </p:nvSpPr>
          <p:spPr>
            <a:xfrm>
              <a:off x="1143907" y="3865064"/>
              <a:ext cx="32236" cy="162835"/>
            </a:xfrm>
            <a:custGeom>
              <a:avLst/>
              <a:gdLst/>
              <a:ahLst/>
              <a:cxnLst/>
              <a:rect l="l" t="t" r="r" b="b"/>
              <a:pathLst>
                <a:path w="895" h="4521" extrusionOk="0">
                  <a:moveTo>
                    <a:pt x="894" y="1"/>
                  </a:moveTo>
                  <a:cubicBezTo>
                    <a:pt x="648" y="247"/>
                    <a:pt x="345" y="436"/>
                    <a:pt x="0" y="534"/>
                  </a:cubicBezTo>
                  <a:lnTo>
                    <a:pt x="0" y="1231"/>
                  </a:lnTo>
                  <a:cubicBezTo>
                    <a:pt x="67" y="1280"/>
                    <a:pt x="117" y="1363"/>
                    <a:pt x="117" y="1454"/>
                  </a:cubicBezTo>
                  <a:lnTo>
                    <a:pt x="117" y="2495"/>
                  </a:lnTo>
                  <a:cubicBezTo>
                    <a:pt x="117" y="2586"/>
                    <a:pt x="67" y="2666"/>
                    <a:pt x="0" y="2716"/>
                  </a:cubicBezTo>
                  <a:lnTo>
                    <a:pt x="0" y="4521"/>
                  </a:lnTo>
                  <a:lnTo>
                    <a:pt x="617" y="4521"/>
                  </a:lnTo>
                  <a:cubicBezTo>
                    <a:pt x="772" y="4521"/>
                    <a:pt x="894" y="4397"/>
                    <a:pt x="894" y="4241"/>
                  </a:cubicBezTo>
                  <a:lnTo>
                    <a:pt x="89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0" name="Google Shape;1740;p25"/>
            <p:cNvSpPr/>
            <p:nvPr/>
          </p:nvSpPr>
          <p:spPr>
            <a:xfrm>
              <a:off x="883288" y="3886890"/>
              <a:ext cx="17216" cy="20458"/>
            </a:xfrm>
            <a:custGeom>
              <a:avLst/>
              <a:gdLst/>
              <a:ahLst/>
              <a:cxnLst/>
              <a:rect l="l" t="t" r="r" b="b"/>
              <a:pathLst>
                <a:path w="478" h="568" extrusionOk="0">
                  <a:moveTo>
                    <a:pt x="1" y="1"/>
                  </a:moveTo>
                  <a:lnTo>
                    <a:pt x="1" y="568"/>
                  </a:lnTo>
                  <a:lnTo>
                    <a:pt x="477" y="568"/>
                  </a:lnTo>
                  <a:lnTo>
                    <a:pt x="477"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1" name="Google Shape;1741;p25"/>
            <p:cNvSpPr/>
            <p:nvPr/>
          </p:nvSpPr>
          <p:spPr>
            <a:xfrm>
              <a:off x="883288" y="3964903"/>
              <a:ext cx="17216" cy="62995"/>
            </a:xfrm>
            <a:custGeom>
              <a:avLst/>
              <a:gdLst/>
              <a:ahLst/>
              <a:cxnLst/>
              <a:rect l="l" t="t" r="r" b="b"/>
              <a:pathLst>
                <a:path w="478" h="1749" extrusionOk="0">
                  <a:moveTo>
                    <a:pt x="1" y="1"/>
                  </a:moveTo>
                  <a:lnTo>
                    <a:pt x="1" y="1749"/>
                  </a:lnTo>
                  <a:lnTo>
                    <a:pt x="477" y="1749"/>
                  </a:lnTo>
                  <a:lnTo>
                    <a:pt x="477"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2" name="Google Shape;1742;p25"/>
            <p:cNvSpPr/>
            <p:nvPr/>
          </p:nvSpPr>
          <p:spPr>
            <a:xfrm>
              <a:off x="879182" y="3927697"/>
              <a:ext cx="25428" cy="16892"/>
            </a:xfrm>
            <a:custGeom>
              <a:avLst/>
              <a:gdLst/>
              <a:ahLst/>
              <a:cxnLst/>
              <a:rect l="l" t="t" r="r" b="b"/>
              <a:pathLst>
                <a:path w="706" h="469" extrusionOk="0">
                  <a:moveTo>
                    <a:pt x="1" y="0"/>
                  </a:moveTo>
                  <a:lnTo>
                    <a:pt x="1" y="469"/>
                  </a:lnTo>
                  <a:lnTo>
                    <a:pt x="706" y="469"/>
                  </a:lnTo>
                  <a:lnTo>
                    <a:pt x="70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3" name="Google Shape;1743;p25"/>
            <p:cNvSpPr/>
            <p:nvPr/>
          </p:nvSpPr>
          <p:spPr>
            <a:xfrm>
              <a:off x="830775" y="3865064"/>
              <a:ext cx="32200" cy="162835"/>
            </a:xfrm>
            <a:custGeom>
              <a:avLst/>
              <a:gdLst/>
              <a:ahLst/>
              <a:cxnLst/>
              <a:rect l="l" t="t" r="r" b="b"/>
              <a:pathLst>
                <a:path w="894" h="4521" extrusionOk="0">
                  <a:moveTo>
                    <a:pt x="0" y="1"/>
                  </a:moveTo>
                  <a:lnTo>
                    <a:pt x="0" y="4241"/>
                  </a:lnTo>
                  <a:cubicBezTo>
                    <a:pt x="0" y="4397"/>
                    <a:pt x="122" y="4521"/>
                    <a:pt x="278" y="4521"/>
                  </a:cubicBezTo>
                  <a:lnTo>
                    <a:pt x="894" y="4521"/>
                  </a:lnTo>
                  <a:lnTo>
                    <a:pt x="894" y="2716"/>
                  </a:lnTo>
                  <a:cubicBezTo>
                    <a:pt x="827" y="2666"/>
                    <a:pt x="778" y="2586"/>
                    <a:pt x="778" y="2495"/>
                  </a:cubicBezTo>
                  <a:lnTo>
                    <a:pt x="778" y="1454"/>
                  </a:lnTo>
                  <a:cubicBezTo>
                    <a:pt x="778" y="1363"/>
                    <a:pt x="827" y="1280"/>
                    <a:pt x="894" y="1231"/>
                  </a:cubicBezTo>
                  <a:lnTo>
                    <a:pt x="894" y="534"/>
                  </a:lnTo>
                  <a:cubicBezTo>
                    <a:pt x="549" y="436"/>
                    <a:pt x="246" y="247"/>
                    <a:pt x="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4" name="Google Shape;1744;p25"/>
            <p:cNvSpPr/>
            <p:nvPr/>
          </p:nvSpPr>
          <p:spPr>
            <a:xfrm>
              <a:off x="920529" y="3886890"/>
              <a:ext cx="165825" cy="141009"/>
            </a:xfrm>
            <a:custGeom>
              <a:avLst/>
              <a:gdLst/>
              <a:ahLst/>
              <a:cxnLst/>
              <a:rect l="l" t="t" r="r" b="b"/>
              <a:pathLst>
                <a:path w="4604" h="3915" extrusionOk="0">
                  <a:moveTo>
                    <a:pt x="1" y="1"/>
                  </a:moveTo>
                  <a:lnTo>
                    <a:pt x="1" y="625"/>
                  </a:lnTo>
                  <a:cubicBezTo>
                    <a:pt x="75" y="674"/>
                    <a:pt x="117" y="757"/>
                    <a:pt x="117" y="848"/>
                  </a:cubicBezTo>
                  <a:lnTo>
                    <a:pt x="117" y="1889"/>
                  </a:lnTo>
                  <a:cubicBezTo>
                    <a:pt x="117" y="1980"/>
                    <a:pt x="75" y="2060"/>
                    <a:pt x="1" y="2110"/>
                  </a:cubicBezTo>
                  <a:lnTo>
                    <a:pt x="1" y="3915"/>
                  </a:lnTo>
                  <a:lnTo>
                    <a:pt x="4604" y="3915"/>
                  </a:lnTo>
                  <a:lnTo>
                    <a:pt x="4604" y="2110"/>
                  </a:lnTo>
                  <a:cubicBezTo>
                    <a:pt x="4529" y="2060"/>
                    <a:pt x="4488" y="1980"/>
                    <a:pt x="4488" y="1889"/>
                  </a:cubicBezTo>
                  <a:lnTo>
                    <a:pt x="4488" y="848"/>
                  </a:lnTo>
                  <a:cubicBezTo>
                    <a:pt x="4488" y="757"/>
                    <a:pt x="4529" y="674"/>
                    <a:pt x="4604" y="625"/>
                  </a:cubicBezTo>
                  <a:lnTo>
                    <a:pt x="4604" y="1"/>
                  </a:lnTo>
                  <a:lnTo>
                    <a:pt x="3521" y="1"/>
                  </a:lnTo>
                  <a:cubicBezTo>
                    <a:pt x="3513" y="239"/>
                    <a:pt x="3381" y="454"/>
                    <a:pt x="3168" y="568"/>
                  </a:cubicBezTo>
                  <a:lnTo>
                    <a:pt x="2609" y="855"/>
                  </a:lnTo>
                  <a:cubicBezTo>
                    <a:pt x="2519" y="905"/>
                    <a:pt x="2412" y="928"/>
                    <a:pt x="2306" y="928"/>
                  </a:cubicBezTo>
                  <a:cubicBezTo>
                    <a:pt x="2192" y="928"/>
                    <a:pt x="2086" y="905"/>
                    <a:pt x="1995" y="855"/>
                  </a:cubicBezTo>
                  <a:lnTo>
                    <a:pt x="1436" y="568"/>
                  </a:lnTo>
                  <a:cubicBezTo>
                    <a:pt x="1223" y="454"/>
                    <a:pt x="1091" y="239"/>
                    <a:pt x="108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745" name="Google Shape;1745;p25"/>
          <p:cNvSpPr/>
          <p:nvPr/>
        </p:nvSpPr>
        <p:spPr>
          <a:xfrm>
            <a:off x="5340268" y="3615365"/>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46" name="Google Shape;1746;p25"/>
          <p:cNvGrpSpPr/>
          <p:nvPr/>
        </p:nvGrpSpPr>
        <p:grpSpPr>
          <a:xfrm>
            <a:off x="5518851" y="3780114"/>
            <a:ext cx="320628" cy="345476"/>
            <a:chOff x="7952887" y="1362169"/>
            <a:chExt cx="320628" cy="345476"/>
          </a:xfrm>
        </p:grpSpPr>
        <p:sp>
          <p:nvSpPr>
            <p:cNvPr id="1747" name="Google Shape;1747;p25"/>
            <p:cNvSpPr/>
            <p:nvPr/>
          </p:nvSpPr>
          <p:spPr>
            <a:xfrm>
              <a:off x="8075489" y="1673356"/>
              <a:ext cx="75709" cy="34289"/>
            </a:xfrm>
            <a:custGeom>
              <a:avLst/>
              <a:gdLst/>
              <a:ahLst/>
              <a:cxnLst/>
              <a:rect l="l" t="t" r="r" b="b"/>
              <a:pathLst>
                <a:path w="2102" h="952" extrusionOk="0">
                  <a:moveTo>
                    <a:pt x="0" y="0"/>
                  </a:moveTo>
                  <a:cubicBezTo>
                    <a:pt x="50" y="534"/>
                    <a:pt x="501" y="951"/>
                    <a:pt x="1052" y="951"/>
                  </a:cubicBezTo>
                  <a:cubicBezTo>
                    <a:pt x="1601" y="951"/>
                    <a:pt x="2044" y="534"/>
                    <a:pt x="210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8" name="Google Shape;1748;p25"/>
            <p:cNvSpPr/>
            <p:nvPr/>
          </p:nvSpPr>
          <p:spPr>
            <a:xfrm>
              <a:off x="7952887" y="1362169"/>
              <a:ext cx="320628" cy="290805"/>
            </a:xfrm>
            <a:custGeom>
              <a:avLst/>
              <a:gdLst/>
              <a:ahLst/>
              <a:cxnLst/>
              <a:rect l="l" t="t" r="r" b="b"/>
              <a:pathLst>
                <a:path w="8902" h="8074" extrusionOk="0">
                  <a:moveTo>
                    <a:pt x="4456" y="560"/>
                  </a:moveTo>
                  <a:cubicBezTo>
                    <a:pt x="4676" y="560"/>
                    <a:pt x="4850" y="731"/>
                    <a:pt x="4865" y="944"/>
                  </a:cubicBezTo>
                  <a:cubicBezTo>
                    <a:pt x="4733" y="928"/>
                    <a:pt x="4594" y="920"/>
                    <a:pt x="4456" y="920"/>
                  </a:cubicBezTo>
                  <a:cubicBezTo>
                    <a:pt x="4316" y="920"/>
                    <a:pt x="4176" y="928"/>
                    <a:pt x="4044" y="944"/>
                  </a:cubicBezTo>
                  <a:cubicBezTo>
                    <a:pt x="4052" y="731"/>
                    <a:pt x="4233" y="560"/>
                    <a:pt x="4456" y="560"/>
                  </a:cubicBezTo>
                  <a:close/>
                  <a:moveTo>
                    <a:pt x="4456" y="1"/>
                  </a:moveTo>
                  <a:cubicBezTo>
                    <a:pt x="3914" y="1"/>
                    <a:pt x="3479" y="436"/>
                    <a:pt x="3479" y="970"/>
                  </a:cubicBezTo>
                  <a:cubicBezTo>
                    <a:pt x="3479" y="1011"/>
                    <a:pt x="3479" y="1042"/>
                    <a:pt x="3487" y="1076"/>
                  </a:cubicBezTo>
                  <a:cubicBezTo>
                    <a:pt x="2257" y="1477"/>
                    <a:pt x="1371" y="2635"/>
                    <a:pt x="1371" y="4005"/>
                  </a:cubicBezTo>
                  <a:lnTo>
                    <a:pt x="1371" y="5933"/>
                  </a:lnTo>
                  <a:cubicBezTo>
                    <a:pt x="1371" y="6252"/>
                    <a:pt x="1109" y="6516"/>
                    <a:pt x="788" y="6516"/>
                  </a:cubicBezTo>
                  <a:cubicBezTo>
                    <a:pt x="353" y="6516"/>
                    <a:pt x="0" y="6860"/>
                    <a:pt x="0" y="7293"/>
                  </a:cubicBezTo>
                  <a:cubicBezTo>
                    <a:pt x="0" y="7729"/>
                    <a:pt x="353" y="8073"/>
                    <a:pt x="788" y="8073"/>
                  </a:cubicBezTo>
                  <a:lnTo>
                    <a:pt x="8122" y="8073"/>
                  </a:lnTo>
                  <a:cubicBezTo>
                    <a:pt x="8557" y="8073"/>
                    <a:pt x="8901" y="7729"/>
                    <a:pt x="8901" y="7293"/>
                  </a:cubicBezTo>
                  <a:cubicBezTo>
                    <a:pt x="8901" y="6860"/>
                    <a:pt x="8557" y="6516"/>
                    <a:pt x="8122" y="6516"/>
                  </a:cubicBezTo>
                  <a:cubicBezTo>
                    <a:pt x="7803" y="6516"/>
                    <a:pt x="7539" y="6252"/>
                    <a:pt x="7539" y="5933"/>
                  </a:cubicBezTo>
                  <a:lnTo>
                    <a:pt x="7539" y="4005"/>
                  </a:lnTo>
                  <a:cubicBezTo>
                    <a:pt x="7539" y="2635"/>
                    <a:pt x="6653" y="1477"/>
                    <a:pt x="5423" y="1076"/>
                  </a:cubicBezTo>
                  <a:cubicBezTo>
                    <a:pt x="5430" y="1042"/>
                    <a:pt x="5430" y="1011"/>
                    <a:pt x="5430" y="970"/>
                  </a:cubicBezTo>
                  <a:cubicBezTo>
                    <a:pt x="5430" y="436"/>
                    <a:pt x="4987" y="1"/>
                    <a:pt x="44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749" name="Google Shape;1749;p25"/>
          <p:cNvSpPr txBox="1"/>
          <p:nvPr/>
        </p:nvSpPr>
        <p:spPr>
          <a:xfrm>
            <a:off x="6018061" y="3773970"/>
            <a:ext cx="2935721" cy="484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2"/>
                </a:solidFill>
                <a:latin typeface="Montagu Slab SemiBold"/>
                <a:ea typeface="Montagu Slab SemiBold"/>
                <a:cs typeface="Montagu Slab SemiBold"/>
                <a:sym typeface="Montagu Slab SemiBold"/>
              </a:rPr>
              <a:t>Idioms and Proverbs</a:t>
            </a:r>
            <a:endParaRPr sz="1800" b="0" i="0" u="none" strike="noStrike" cap="none">
              <a:solidFill>
                <a:schemeClr val="dk2"/>
              </a:solidFill>
              <a:latin typeface="Montagu Slab SemiBold"/>
              <a:ea typeface="Montagu Slab SemiBold"/>
              <a:cs typeface="Montagu Slab SemiBold"/>
              <a:sym typeface="Montagu Slab SemiBold"/>
            </a:endParaRPr>
          </a:p>
        </p:txBody>
      </p:sp>
      <p:sp>
        <p:nvSpPr>
          <p:cNvPr id="1750" name="Google Shape;1750;p25"/>
          <p:cNvSpPr txBox="1"/>
          <p:nvPr/>
        </p:nvSpPr>
        <p:spPr>
          <a:xfrm>
            <a:off x="5800975" y="4190332"/>
            <a:ext cx="3284312" cy="346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1400" b="0" i="0" u="none" strike="noStrike" cap="none">
                <a:solidFill>
                  <a:srgbClr val="22295B"/>
                </a:solidFill>
                <a:latin typeface="Lexend Medium"/>
                <a:ea typeface="Lexend Medium"/>
                <a:cs typeface="Lexend Medium"/>
                <a:sym typeface="Lexend Medium"/>
              </a:rPr>
              <a:t>https://www.superprof.co.in/blog/english-proverbs-and-idioms/</a:t>
            </a:r>
            <a:endParaRPr sz="1400" b="0" i="0" u="none" strike="noStrike" cap="none">
              <a:solidFill>
                <a:srgbClr val="22295B"/>
              </a:solidFill>
              <a:latin typeface="Lexend Medium"/>
              <a:ea typeface="Lexend Medium"/>
              <a:cs typeface="Lexend Medium"/>
              <a:sym typeface="Lexend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4"/>
        <p:cNvGrpSpPr/>
        <p:nvPr/>
      </p:nvGrpSpPr>
      <p:grpSpPr>
        <a:xfrm>
          <a:off x="0" y="0"/>
          <a:ext cx="0" cy="0"/>
          <a:chOff x="0" y="0"/>
          <a:chExt cx="0" cy="0"/>
        </a:xfrm>
      </p:grpSpPr>
      <p:sp>
        <p:nvSpPr>
          <p:cNvPr id="1755" name="Google Shape;1755;p26"/>
          <p:cNvSpPr txBox="1">
            <a:spLocks noGrp="1"/>
          </p:cNvSpPr>
          <p:nvPr>
            <p:ph type="title"/>
          </p:nvPr>
        </p:nvSpPr>
        <p:spPr>
          <a:xfrm>
            <a:off x="1791944" y="148703"/>
            <a:ext cx="4993200" cy="1033307"/>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500"/>
              <a:buNone/>
            </a:pPr>
            <a:r>
              <a:rPr lang="en-US" sz="7200" i="1">
                <a:solidFill>
                  <a:schemeClr val="dk1"/>
                </a:solidFill>
                <a:latin typeface="Overlock" panose="02000506030000020004"/>
                <a:ea typeface="Overlock" panose="02000506030000020004"/>
                <a:cs typeface="Overlock" panose="02000506030000020004"/>
                <a:sym typeface="Overlock" panose="02000506030000020004"/>
              </a:rPr>
              <a:t>Feedback</a:t>
            </a:r>
            <a:endParaRPr sz="7200"/>
          </a:p>
        </p:txBody>
      </p:sp>
      <p:sp>
        <p:nvSpPr>
          <p:cNvPr id="1756" name="Google Shape;1756;p26"/>
          <p:cNvSpPr/>
          <p:nvPr/>
        </p:nvSpPr>
        <p:spPr>
          <a:xfrm>
            <a:off x="1204331" y="1219200"/>
            <a:ext cx="2312019" cy="1219200"/>
          </a:xfrm>
          <a:prstGeom prst="roundRect">
            <a:avLst>
              <a:gd name="adj" fmla="val 16667"/>
            </a:avLst>
          </a:prstGeom>
          <a:solidFill>
            <a:schemeClr val="accent3"/>
          </a:solidFill>
          <a:ln w="25400" cap="flat" cmpd="sng">
            <a:solidFill>
              <a:srgbClr val="60583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0" i="0" u="none" strike="noStrike" cap="none">
                <a:solidFill>
                  <a:schemeClr val="lt1"/>
                </a:solidFill>
                <a:latin typeface="Arial" panose="020B0604020202020204"/>
                <a:ea typeface="Arial" panose="020B0604020202020204"/>
                <a:cs typeface="Arial" panose="020B0604020202020204"/>
                <a:sym typeface="Arial" panose="020B0604020202020204"/>
              </a:rPr>
              <a:t>CLASSROOM TEACHING</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57" name="Google Shape;1757;p26"/>
          <p:cNvSpPr/>
          <p:nvPr/>
        </p:nvSpPr>
        <p:spPr>
          <a:xfrm>
            <a:off x="1204331" y="2940204"/>
            <a:ext cx="2312019" cy="1219200"/>
          </a:xfrm>
          <a:prstGeom prst="roundRect">
            <a:avLst>
              <a:gd name="adj" fmla="val 16667"/>
            </a:avLst>
          </a:prstGeom>
          <a:solidFill>
            <a:schemeClr val="accent3"/>
          </a:solidFill>
          <a:ln w="25400" cap="flat" cmpd="sng">
            <a:solidFill>
              <a:srgbClr val="60583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0" i="0" u="none" strike="noStrike" cap="none">
                <a:solidFill>
                  <a:schemeClr val="lt1"/>
                </a:solidFill>
                <a:latin typeface="Arial" panose="020B0604020202020204"/>
                <a:ea typeface="Arial" panose="020B0604020202020204"/>
                <a:cs typeface="Arial" panose="020B0604020202020204"/>
                <a:sym typeface="Arial" panose="020B0604020202020204"/>
              </a:rPr>
              <a:t>TEACHING PEDAGOGY</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58" name="Google Shape;1758;p26"/>
          <p:cNvSpPr/>
          <p:nvPr/>
        </p:nvSpPr>
        <p:spPr>
          <a:xfrm>
            <a:off x="5336758" y="2940204"/>
            <a:ext cx="2312019" cy="1219200"/>
          </a:xfrm>
          <a:prstGeom prst="roundRect">
            <a:avLst>
              <a:gd name="adj" fmla="val 16667"/>
            </a:avLst>
          </a:prstGeom>
          <a:solidFill>
            <a:schemeClr val="accent3"/>
          </a:solidFill>
          <a:ln w="25400" cap="flat" cmpd="sng">
            <a:solidFill>
              <a:srgbClr val="60583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0" i="0" u="none" strike="noStrike" cap="none">
                <a:solidFill>
                  <a:schemeClr val="lt1"/>
                </a:solidFill>
                <a:latin typeface="Arial" panose="020B0604020202020204"/>
                <a:ea typeface="Arial" panose="020B0604020202020204"/>
                <a:cs typeface="Arial" panose="020B0604020202020204"/>
                <a:sym typeface="Arial" panose="020B0604020202020204"/>
              </a:rPr>
              <a:t>SYLLABUS</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59" name="Google Shape;1759;p26"/>
          <p:cNvSpPr/>
          <p:nvPr/>
        </p:nvSpPr>
        <p:spPr>
          <a:xfrm>
            <a:off x="5319132" y="1219200"/>
            <a:ext cx="2312019" cy="1219200"/>
          </a:xfrm>
          <a:prstGeom prst="roundRect">
            <a:avLst>
              <a:gd name="adj" fmla="val 16667"/>
            </a:avLst>
          </a:prstGeom>
          <a:solidFill>
            <a:schemeClr val="accent3"/>
          </a:solidFill>
          <a:ln w="25400" cap="flat" cmpd="sng">
            <a:solidFill>
              <a:srgbClr val="60583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0" i="0" u="none" strike="noStrike" cap="none">
                <a:solidFill>
                  <a:schemeClr val="lt1"/>
                </a:solidFill>
                <a:latin typeface="Arial" panose="020B0604020202020204"/>
                <a:ea typeface="Arial" panose="020B0604020202020204"/>
                <a:cs typeface="Arial" panose="020B0604020202020204"/>
                <a:sym typeface="Arial" panose="020B0604020202020204"/>
              </a:rPr>
              <a:t>COURSE OUTCOMES</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cxnSp>
        <p:nvCxnSpPr>
          <p:cNvPr id="1760" name="Google Shape;1760;p26"/>
          <p:cNvCxnSpPr>
            <a:stCxn id="1756" idx="3"/>
            <a:endCxn id="1759" idx="1"/>
          </p:cNvCxnSpPr>
          <p:nvPr/>
        </p:nvCxnSpPr>
        <p:spPr>
          <a:xfrm>
            <a:off x="3516350" y="1828800"/>
            <a:ext cx="1802700" cy="0"/>
          </a:xfrm>
          <a:prstGeom prst="straightConnector1">
            <a:avLst/>
          </a:prstGeom>
          <a:noFill/>
          <a:ln w="19050" cap="flat" cmpd="sng">
            <a:solidFill>
              <a:srgbClr val="E1CE71"/>
            </a:solidFill>
            <a:prstDash val="solid"/>
            <a:round/>
            <a:headEnd type="none" w="sm" len="sm"/>
            <a:tailEnd type="none" w="sm" len="sm"/>
          </a:ln>
        </p:spPr>
      </p:cxnSp>
      <p:cxnSp>
        <p:nvCxnSpPr>
          <p:cNvPr id="1761" name="Google Shape;1761;p26"/>
          <p:cNvCxnSpPr/>
          <p:nvPr/>
        </p:nvCxnSpPr>
        <p:spPr>
          <a:xfrm>
            <a:off x="3533976" y="3546087"/>
            <a:ext cx="1802782" cy="0"/>
          </a:xfrm>
          <a:prstGeom prst="straightConnector1">
            <a:avLst/>
          </a:prstGeom>
          <a:noFill/>
          <a:ln w="28575" cap="flat" cmpd="sng">
            <a:solidFill>
              <a:srgbClr val="E1CE71"/>
            </a:solidFill>
            <a:prstDash val="solid"/>
            <a:round/>
            <a:headEnd type="none" w="sm" len="sm"/>
            <a:tailEnd type="none" w="sm" len="sm"/>
          </a:ln>
        </p:spPr>
      </p:cxnSp>
      <p:cxnSp>
        <p:nvCxnSpPr>
          <p:cNvPr id="1762" name="Google Shape;1762;p26"/>
          <p:cNvCxnSpPr/>
          <p:nvPr/>
        </p:nvCxnSpPr>
        <p:spPr>
          <a:xfrm rot="10800000">
            <a:off x="2293433" y="2438400"/>
            <a:ext cx="0" cy="501804"/>
          </a:xfrm>
          <a:prstGeom prst="straightConnector1">
            <a:avLst/>
          </a:prstGeom>
          <a:noFill/>
          <a:ln w="28575" cap="flat" cmpd="sng">
            <a:solidFill>
              <a:srgbClr val="E1CE71"/>
            </a:solidFill>
            <a:prstDash val="solid"/>
            <a:round/>
            <a:headEnd type="none" w="sm" len="sm"/>
            <a:tailEnd type="none" w="sm" len="sm"/>
          </a:ln>
        </p:spPr>
      </p:cxnSp>
      <p:cxnSp>
        <p:nvCxnSpPr>
          <p:cNvPr id="1763" name="Google Shape;1763;p26"/>
          <p:cNvCxnSpPr/>
          <p:nvPr/>
        </p:nvCxnSpPr>
        <p:spPr>
          <a:xfrm rot="10800000">
            <a:off x="6490008" y="2438400"/>
            <a:ext cx="0" cy="501804"/>
          </a:xfrm>
          <a:prstGeom prst="straightConnector1">
            <a:avLst/>
          </a:prstGeom>
          <a:noFill/>
          <a:ln w="28575" cap="flat" cmpd="sng">
            <a:solidFill>
              <a:srgbClr val="E1CE71"/>
            </a:solidFill>
            <a:prstDash val="solid"/>
            <a:round/>
            <a:headEnd type="none" w="sm" len="sm"/>
            <a:tailEnd type="none" w="sm" len="sm"/>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Google Shape;1768;p27"/>
          <p:cNvSpPr txBox="1">
            <a:spLocks noGrp="1"/>
          </p:cNvSpPr>
          <p:nvPr>
            <p:ph type="title"/>
          </p:nvPr>
        </p:nvSpPr>
        <p:spPr>
          <a:xfrm>
            <a:off x="720000" y="392850"/>
            <a:ext cx="7704000" cy="67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sz="3600">
                <a:solidFill>
                  <a:schemeClr val="dk1"/>
                </a:solidFill>
              </a:rPr>
              <a:t>Skill Attainment</a:t>
            </a:r>
          </a:p>
        </p:txBody>
      </p:sp>
      <p:grpSp>
        <p:nvGrpSpPr>
          <p:cNvPr id="1769" name="Google Shape;1769;p27"/>
          <p:cNvGrpSpPr/>
          <p:nvPr/>
        </p:nvGrpSpPr>
        <p:grpSpPr>
          <a:xfrm rot="-1388747">
            <a:off x="1666460" y="927740"/>
            <a:ext cx="1359850" cy="863321"/>
            <a:chOff x="4762250" y="3422892"/>
            <a:chExt cx="1060553" cy="673308"/>
          </a:xfrm>
        </p:grpSpPr>
        <p:sp>
          <p:nvSpPr>
            <p:cNvPr id="1770" name="Google Shape;1770;p27"/>
            <p:cNvSpPr/>
            <p:nvPr/>
          </p:nvSpPr>
          <p:spPr>
            <a:xfrm>
              <a:off x="5624831" y="3818711"/>
              <a:ext cx="197972" cy="124770"/>
            </a:xfrm>
            <a:custGeom>
              <a:avLst/>
              <a:gdLst/>
              <a:ahLst/>
              <a:cxnLst/>
              <a:rect l="l" t="t" r="r" b="b"/>
              <a:pathLst>
                <a:path w="6396" h="4031" extrusionOk="0">
                  <a:moveTo>
                    <a:pt x="2176" y="0"/>
                  </a:moveTo>
                  <a:cubicBezTo>
                    <a:pt x="801" y="0"/>
                    <a:pt x="1" y="718"/>
                    <a:pt x="1" y="718"/>
                  </a:cubicBezTo>
                  <a:lnTo>
                    <a:pt x="5723" y="4031"/>
                  </a:lnTo>
                  <a:cubicBezTo>
                    <a:pt x="6395" y="977"/>
                    <a:pt x="3461" y="201"/>
                    <a:pt x="3461" y="201"/>
                  </a:cubicBezTo>
                  <a:cubicBezTo>
                    <a:pt x="2991" y="57"/>
                    <a:pt x="2561" y="0"/>
                    <a:pt x="217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1" name="Google Shape;1771;p27"/>
            <p:cNvSpPr/>
            <p:nvPr/>
          </p:nvSpPr>
          <p:spPr>
            <a:xfrm>
              <a:off x="5544912" y="3836818"/>
              <a:ext cx="259413" cy="259382"/>
            </a:xfrm>
            <a:custGeom>
              <a:avLst/>
              <a:gdLst/>
              <a:ahLst/>
              <a:cxnLst/>
              <a:rect l="l" t="t" r="r" b="b"/>
              <a:pathLst>
                <a:path w="8381" h="8380" extrusionOk="0">
                  <a:moveTo>
                    <a:pt x="2835" y="1"/>
                  </a:moveTo>
                  <a:cubicBezTo>
                    <a:pt x="2835" y="1"/>
                    <a:pt x="770" y="905"/>
                    <a:pt x="385" y="3894"/>
                  </a:cubicBezTo>
                  <a:cubicBezTo>
                    <a:pt x="0" y="6884"/>
                    <a:pt x="1260" y="7892"/>
                    <a:pt x="1260" y="7892"/>
                  </a:cubicBezTo>
                  <a:cubicBezTo>
                    <a:pt x="1260" y="7892"/>
                    <a:pt x="1948" y="8379"/>
                    <a:pt x="2949" y="8379"/>
                  </a:cubicBezTo>
                  <a:cubicBezTo>
                    <a:pt x="3819" y="8379"/>
                    <a:pt x="4925" y="8012"/>
                    <a:pt x="6021" y="6639"/>
                  </a:cubicBezTo>
                  <a:cubicBezTo>
                    <a:pt x="8381" y="3684"/>
                    <a:pt x="6862" y="1632"/>
                    <a:pt x="6121" y="1367"/>
                  </a:cubicBezTo>
                  <a:cubicBezTo>
                    <a:pt x="6121" y="1367"/>
                    <a:pt x="3613" y="463"/>
                    <a:pt x="283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2" name="Google Shape;1772;p27"/>
            <p:cNvSpPr/>
            <p:nvPr/>
          </p:nvSpPr>
          <p:spPr>
            <a:xfrm>
              <a:off x="5555931" y="3836818"/>
              <a:ext cx="178441" cy="138977"/>
            </a:xfrm>
            <a:custGeom>
              <a:avLst/>
              <a:gdLst/>
              <a:ahLst/>
              <a:cxnLst/>
              <a:rect l="l" t="t" r="r" b="b"/>
              <a:pathLst>
                <a:path w="5765" h="4490" extrusionOk="0">
                  <a:moveTo>
                    <a:pt x="5700" y="1340"/>
                  </a:moveTo>
                  <a:lnTo>
                    <a:pt x="5765" y="1367"/>
                  </a:lnTo>
                  <a:cubicBezTo>
                    <a:pt x="5765" y="1367"/>
                    <a:pt x="5742" y="1356"/>
                    <a:pt x="5700" y="1340"/>
                  </a:cubicBezTo>
                  <a:close/>
                  <a:moveTo>
                    <a:pt x="2479" y="1"/>
                  </a:moveTo>
                  <a:cubicBezTo>
                    <a:pt x="520" y="1031"/>
                    <a:pt x="0" y="3474"/>
                    <a:pt x="0" y="3474"/>
                  </a:cubicBezTo>
                  <a:lnTo>
                    <a:pt x="1829" y="4489"/>
                  </a:lnTo>
                  <a:cubicBezTo>
                    <a:pt x="1437" y="3264"/>
                    <a:pt x="2319" y="2249"/>
                    <a:pt x="2319" y="2249"/>
                  </a:cubicBezTo>
                  <a:cubicBezTo>
                    <a:pt x="3052" y="1360"/>
                    <a:pt x="3906" y="1136"/>
                    <a:pt x="4580" y="1136"/>
                  </a:cubicBezTo>
                  <a:cubicBezTo>
                    <a:pt x="5119" y="1136"/>
                    <a:pt x="5544" y="1279"/>
                    <a:pt x="5700" y="1340"/>
                  </a:cubicBezTo>
                  <a:lnTo>
                    <a:pt x="5700" y="1340"/>
                  </a:lnTo>
                  <a:lnTo>
                    <a:pt x="247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3" name="Google Shape;1773;p27"/>
            <p:cNvSpPr/>
            <p:nvPr/>
          </p:nvSpPr>
          <p:spPr>
            <a:xfrm>
              <a:off x="4762250" y="3422892"/>
              <a:ext cx="969742" cy="658236"/>
            </a:xfrm>
            <a:custGeom>
              <a:avLst/>
              <a:gdLst/>
              <a:ahLst/>
              <a:cxnLst/>
              <a:rect l="l" t="t" r="r" b="b"/>
              <a:pathLst>
                <a:path w="31330" h="21266" extrusionOk="0">
                  <a:moveTo>
                    <a:pt x="5308" y="0"/>
                  </a:moveTo>
                  <a:cubicBezTo>
                    <a:pt x="5308" y="0"/>
                    <a:pt x="1" y="1470"/>
                    <a:pt x="1232" y="7162"/>
                  </a:cubicBezTo>
                  <a:cubicBezTo>
                    <a:pt x="1232" y="7162"/>
                    <a:pt x="13095" y="10194"/>
                    <a:pt x="26546" y="21265"/>
                  </a:cubicBezTo>
                  <a:cubicBezTo>
                    <a:pt x="26546" y="21265"/>
                    <a:pt x="24621" y="18548"/>
                    <a:pt x="26308" y="15293"/>
                  </a:cubicBezTo>
                  <a:cubicBezTo>
                    <a:pt x="27372" y="13238"/>
                    <a:pt x="29092" y="12859"/>
                    <a:pt x="30217" y="12859"/>
                  </a:cubicBezTo>
                  <a:cubicBezTo>
                    <a:pt x="30875" y="12859"/>
                    <a:pt x="31329" y="12989"/>
                    <a:pt x="31329" y="12989"/>
                  </a:cubicBezTo>
                  <a:cubicBezTo>
                    <a:pt x="13551" y="7835"/>
                    <a:pt x="5308" y="0"/>
                    <a:pt x="530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4" name="Google Shape;1774;p27"/>
            <p:cNvSpPr/>
            <p:nvPr/>
          </p:nvSpPr>
          <p:spPr>
            <a:xfrm>
              <a:off x="5175774" y="3670573"/>
              <a:ext cx="206825" cy="177667"/>
            </a:xfrm>
            <a:custGeom>
              <a:avLst/>
              <a:gdLst/>
              <a:ahLst/>
              <a:cxnLst/>
              <a:rect l="l" t="t" r="r" b="b"/>
              <a:pathLst>
                <a:path w="6682" h="5740" extrusionOk="0">
                  <a:moveTo>
                    <a:pt x="4705" y="0"/>
                  </a:moveTo>
                  <a:cubicBezTo>
                    <a:pt x="3949" y="0"/>
                    <a:pt x="2834" y="278"/>
                    <a:pt x="1794" y="1597"/>
                  </a:cubicBezTo>
                  <a:cubicBezTo>
                    <a:pt x="1" y="3881"/>
                    <a:pt x="1213" y="5456"/>
                    <a:pt x="1213" y="5456"/>
                  </a:cubicBezTo>
                  <a:cubicBezTo>
                    <a:pt x="1213" y="5456"/>
                    <a:pt x="1470" y="5740"/>
                    <a:pt x="1819" y="5740"/>
                  </a:cubicBezTo>
                  <a:cubicBezTo>
                    <a:pt x="1948" y="5740"/>
                    <a:pt x="2089" y="5701"/>
                    <a:pt x="2234" y="5595"/>
                  </a:cubicBezTo>
                  <a:cubicBezTo>
                    <a:pt x="2234" y="5595"/>
                    <a:pt x="1149" y="3972"/>
                    <a:pt x="2858" y="1982"/>
                  </a:cubicBezTo>
                  <a:cubicBezTo>
                    <a:pt x="3751" y="946"/>
                    <a:pt x="4756" y="699"/>
                    <a:pt x="5511" y="699"/>
                  </a:cubicBezTo>
                  <a:cubicBezTo>
                    <a:pt x="6200" y="699"/>
                    <a:pt x="6681" y="905"/>
                    <a:pt x="6681" y="905"/>
                  </a:cubicBezTo>
                  <a:cubicBezTo>
                    <a:pt x="6681" y="905"/>
                    <a:pt x="6548" y="478"/>
                    <a:pt x="5617" y="149"/>
                  </a:cubicBezTo>
                  <a:cubicBezTo>
                    <a:pt x="5617" y="149"/>
                    <a:pt x="5257" y="0"/>
                    <a:pt x="4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775" name="Google Shape;1775;p27"/>
          <p:cNvSpPr/>
          <p:nvPr/>
        </p:nvSpPr>
        <p:spPr>
          <a:xfrm rot="1421918">
            <a:off x="5847816" y="1887376"/>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6" name="Google Shape;1776;p27"/>
          <p:cNvSpPr/>
          <p:nvPr/>
        </p:nvSpPr>
        <p:spPr>
          <a:xfrm rot="-786933">
            <a:off x="960773" y="408917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7" name="Google Shape;1777;p27"/>
          <p:cNvSpPr/>
          <p:nvPr/>
        </p:nvSpPr>
        <p:spPr>
          <a:xfrm rot="-786933">
            <a:off x="7887123" y="1085564"/>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8" name="Google Shape;1778;p27"/>
          <p:cNvSpPr/>
          <p:nvPr/>
        </p:nvSpPr>
        <p:spPr>
          <a:xfrm>
            <a:off x="0" y="883060"/>
            <a:ext cx="9054790" cy="4260440"/>
          </a:xfrm>
          <a:prstGeom prst="irregularSeal1">
            <a:avLst/>
          </a:prstGeom>
          <a:solidFill>
            <a:schemeClr val="accent1"/>
          </a:solidFill>
          <a:ln w="25400" cap="flat" cmpd="sng">
            <a:solidFill>
              <a:srgbClr val="605832"/>
            </a:solidFill>
            <a:prstDash val="solid"/>
            <a:round/>
            <a:headEnd type="none" w="sm" len="sm"/>
            <a:tailEnd type="none" w="sm" len="sm"/>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2000"/>
              <a:buFont typeface="Noto Sans Symbols"/>
              <a:buChar char="⮚"/>
            </a:pPr>
            <a:r>
              <a:rPr lang="en-US" sz="2000" b="1" i="0" u="none" strike="noStrike" cap="none">
                <a:solidFill>
                  <a:srgbClr val="F74811"/>
                </a:solidFill>
                <a:latin typeface="Times New Roman" panose="02020603050405020304"/>
                <a:ea typeface="Times New Roman" panose="02020603050405020304"/>
                <a:cs typeface="Times New Roman" panose="02020603050405020304"/>
                <a:sym typeface="Times New Roman" panose="02020603050405020304"/>
              </a:rPr>
              <a:t>Grammatical and communicative  competence </a:t>
            </a:r>
            <a:endParaRPr sz="2000" b="0" i="0" u="none" strike="noStrike" cap="none">
              <a:solidFill>
                <a:srgbClr val="F7481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rgbClr val="000000"/>
              </a:buClr>
              <a:buSzPts val="2000"/>
              <a:buFont typeface="Noto Sans Symbols"/>
              <a:buChar char="⮚"/>
            </a:pPr>
            <a:r>
              <a:rPr lang="en-US" sz="2000" b="1" i="0" u="none" strike="noStrike" cap="none">
                <a:solidFill>
                  <a:srgbClr val="F74811"/>
                </a:solidFill>
                <a:latin typeface="Times New Roman" panose="02020603050405020304"/>
                <a:ea typeface="Times New Roman" panose="02020603050405020304"/>
                <a:cs typeface="Times New Roman" panose="02020603050405020304"/>
                <a:sym typeface="Times New Roman" panose="02020603050405020304"/>
              </a:rPr>
              <a:t>Effective written and oral communication</a:t>
            </a:r>
            <a:endParaRPr sz="2000" b="0" i="0" u="none" strike="noStrike" cap="none">
              <a:solidFill>
                <a:srgbClr val="F7481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rgbClr val="000000"/>
              </a:buClr>
              <a:buSzPts val="2000"/>
              <a:buFont typeface="Noto Sans Symbols"/>
              <a:buChar char="⮚"/>
            </a:pPr>
            <a:r>
              <a:rPr lang="en-US" sz="2000" b="1" i="0" u="none" strike="noStrike" cap="none">
                <a:solidFill>
                  <a:srgbClr val="F74811"/>
                </a:solidFill>
                <a:latin typeface="Times New Roman" panose="02020603050405020304"/>
                <a:ea typeface="Times New Roman" panose="02020603050405020304"/>
                <a:cs typeface="Times New Roman" panose="02020603050405020304"/>
                <a:sym typeface="Times New Roman" panose="02020603050405020304"/>
              </a:rPr>
              <a:t>Enriched verbal ability and enhanced vocabulary </a:t>
            </a:r>
            <a:endParaRPr sz="2000" b="0" i="0" u="none" strike="noStrike" cap="none">
              <a:solidFill>
                <a:srgbClr val="F7481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82"/>
        <p:cNvGrpSpPr/>
        <p:nvPr/>
      </p:nvGrpSpPr>
      <p:grpSpPr>
        <a:xfrm>
          <a:off x="0" y="0"/>
          <a:ext cx="0" cy="0"/>
          <a:chOff x="0" y="0"/>
          <a:chExt cx="0" cy="0"/>
        </a:xfrm>
      </p:grpSpPr>
      <p:graphicFrame>
        <p:nvGraphicFramePr>
          <p:cNvPr id="1783" name="Google Shape;1783;p28"/>
          <p:cNvGraphicFramePr/>
          <p:nvPr/>
        </p:nvGraphicFramePr>
        <p:xfrm>
          <a:off x="817245" y="676275"/>
          <a:ext cx="7597100" cy="3879835"/>
        </p:xfrm>
        <a:graphic>
          <a:graphicData uri="http://schemas.openxmlformats.org/drawingml/2006/table">
            <a:tbl>
              <a:tblPr firstRow="1" bandRow="1">
                <a:gradFill>
                  <a:gsLst>
                    <a:gs pos="0">
                      <a:srgbClr val="FF96EF"/>
                    </a:gs>
                    <a:gs pos="35000">
                      <a:srgbClr val="FFB6F1"/>
                    </a:gs>
                    <a:gs pos="100000">
                      <a:srgbClr val="FFE0F8"/>
                    </a:gs>
                  </a:gsLst>
                  <a:lin ang="16200000" scaled="0"/>
                </a:gradFill>
                <a:tableStyleId>{B6B90428-6CC6-4A9A-93B7-5D2C1E27EA3E}</a:tableStyleId>
              </a:tblPr>
              <a:tblGrid>
                <a:gridCol w="1899275">
                  <a:extLst>
                    <a:ext uri="{9D8B030D-6E8A-4147-A177-3AD203B41FA5}">
                      <a16:colId xmlns:a16="http://schemas.microsoft.com/office/drawing/2014/main" val="20000"/>
                    </a:ext>
                  </a:extLst>
                </a:gridCol>
                <a:gridCol w="1899275">
                  <a:extLst>
                    <a:ext uri="{9D8B030D-6E8A-4147-A177-3AD203B41FA5}">
                      <a16:colId xmlns:a16="http://schemas.microsoft.com/office/drawing/2014/main" val="20001"/>
                    </a:ext>
                  </a:extLst>
                </a:gridCol>
                <a:gridCol w="1899275">
                  <a:extLst>
                    <a:ext uri="{9D8B030D-6E8A-4147-A177-3AD203B41FA5}">
                      <a16:colId xmlns:a16="http://schemas.microsoft.com/office/drawing/2014/main" val="20002"/>
                    </a:ext>
                  </a:extLst>
                </a:gridCol>
                <a:gridCol w="1899275">
                  <a:extLst>
                    <a:ext uri="{9D8B030D-6E8A-4147-A177-3AD203B41FA5}">
                      <a16:colId xmlns:a16="http://schemas.microsoft.com/office/drawing/2014/main" val="20003"/>
                    </a:ext>
                  </a:extLst>
                </a:gridCol>
              </a:tblGrid>
              <a:tr h="906775">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Unit No.</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Open Educational Resource</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Course Title</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The Link</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800725">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1, 2, 3 &amp; 4</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SWAYAM NPTEL</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English  Grammar For Employability</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https://swayam.gov.in/explorer</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00725">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4</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ALISON</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English Course - Clauses and Modifiers (Upper-Intermediate Level)</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https://alison.com/course/english-course-clauses-and-modifiers-upper-intermediate-level</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00725">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5 &amp; 6</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Coursera</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Tricky English Grammar</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u="none" strike="noStrike" cap="none">
                          <a:solidFill>
                            <a:schemeClr val="dk1"/>
                          </a:solidFill>
                        </a:rPr>
                        <a:t>https://www.coursera.org/learn/tricky-english-grammar</a:t>
                      </a:r>
                      <a:endParaRPr sz="14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87"/>
        <p:cNvGrpSpPr/>
        <p:nvPr/>
      </p:nvGrpSpPr>
      <p:grpSpPr>
        <a:xfrm>
          <a:off x="0" y="0"/>
          <a:ext cx="0" cy="0"/>
          <a:chOff x="0" y="0"/>
          <a:chExt cx="0" cy="0"/>
        </a:xfrm>
      </p:grpSpPr>
      <p:sp>
        <p:nvSpPr>
          <p:cNvPr id="1788" name="Google Shape;1788;p29"/>
          <p:cNvSpPr txBox="1">
            <a:spLocks noGrp="1"/>
          </p:cNvSpPr>
          <p:nvPr>
            <p:ph type="title"/>
          </p:nvPr>
        </p:nvSpPr>
        <p:spPr>
          <a:xfrm>
            <a:off x="894465" y="129174"/>
            <a:ext cx="6213534" cy="12663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3500"/>
              <a:buNone/>
            </a:pPr>
            <a:r>
              <a:rPr lang="en-US"/>
              <a:t>Revised Bloom’s Taxonomy</a:t>
            </a:r>
          </a:p>
        </p:txBody>
      </p:sp>
      <p:grpSp>
        <p:nvGrpSpPr>
          <p:cNvPr id="1789" name="Google Shape;1789;p29"/>
          <p:cNvGrpSpPr/>
          <p:nvPr/>
        </p:nvGrpSpPr>
        <p:grpSpPr>
          <a:xfrm>
            <a:off x="66907" y="772246"/>
            <a:ext cx="9017619" cy="4301892"/>
            <a:chOff x="4972024" y="719402"/>
            <a:chExt cx="1995600" cy="3889098"/>
          </a:xfrm>
        </p:grpSpPr>
        <p:sp>
          <p:nvSpPr>
            <p:cNvPr id="1790" name="Google Shape;1790;p29"/>
            <p:cNvSpPr/>
            <p:nvPr/>
          </p:nvSpPr>
          <p:spPr>
            <a:xfrm>
              <a:off x="4972024" y="917300"/>
              <a:ext cx="1995600" cy="36912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91" name="Google Shape;1791;p29"/>
            <p:cNvGrpSpPr/>
            <p:nvPr/>
          </p:nvGrpSpPr>
          <p:grpSpPr>
            <a:xfrm>
              <a:off x="5585119" y="719402"/>
              <a:ext cx="769400" cy="375998"/>
              <a:chOff x="5585119" y="719402"/>
              <a:chExt cx="769400" cy="375998"/>
            </a:xfrm>
          </p:grpSpPr>
          <p:sp>
            <p:nvSpPr>
              <p:cNvPr id="1792" name="Google Shape;1792;p29"/>
              <p:cNvSpPr/>
              <p:nvPr/>
            </p:nvSpPr>
            <p:spPr>
              <a:xfrm>
                <a:off x="5781294" y="719402"/>
                <a:ext cx="430200" cy="774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93" name="Google Shape;1793;p29"/>
              <p:cNvGrpSpPr/>
              <p:nvPr/>
            </p:nvGrpSpPr>
            <p:grpSpPr>
              <a:xfrm>
                <a:off x="5585119" y="1018000"/>
                <a:ext cx="769400" cy="77400"/>
                <a:chOff x="2038675" y="826850"/>
                <a:chExt cx="769400" cy="77400"/>
              </a:xfrm>
            </p:grpSpPr>
            <p:sp>
              <p:nvSpPr>
                <p:cNvPr id="1794" name="Google Shape;1794;p29"/>
                <p:cNvSpPr/>
                <p:nvPr/>
              </p:nvSpPr>
              <p:spPr>
                <a:xfrm>
                  <a:off x="2626350" y="826850"/>
                  <a:ext cx="77400" cy="774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5" name="Google Shape;1795;p29"/>
                <p:cNvSpPr/>
                <p:nvPr/>
              </p:nvSpPr>
              <p:spPr>
                <a:xfrm>
                  <a:off x="2038675" y="826850"/>
                  <a:ext cx="77400" cy="774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6" name="Google Shape;1796;p29"/>
                <p:cNvSpPr/>
                <p:nvPr/>
              </p:nvSpPr>
              <p:spPr>
                <a:xfrm>
                  <a:off x="2747775" y="835400"/>
                  <a:ext cx="60300" cy="603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grpSp>
        <p:nvGrpSpPr>
          <p:cNvPr id="1797" name="Google Shape;1797;p29"/>
          <p:cNvGrpSpPr/>
          <p:nvPr/>
        </p:nvGrpSpPr>
        <p:grpSpPr>
          <a:xfrm rot="1258838" flipH="1">
            <a:off x="269267" y="165610"/>
            <a:ext cx="850049" cy="613492"/>
            <a:chOff x="6326862" y="1948322"/>
            <a:chExt cx="973825" cy="676774"/>
          </a:xfrm>
        </p:grpSpPr>
        <p:sp>
          <p:nvSpPr>
            <p:cNvPr id="1798" name="Google Shape;1798;p29"/>
            <p:cNvSpPr/>
            <p:nvPr/>
          </p:nvSpPr>
          <p:spPr>
            <a:xfrm>
              <a:off x="6416593" y="2061979"/>
              <a:ext cx="709215" cy="544888"/>
            </a:xfrm>
            <a:custGeom>
              <a:avLst/>
              <a:gdLst/>
              <a:ahLst/>
              <a:cxnLst/>
              <a:rect l="l" t="t" r="r" b="b"/>
              <a:pathLst>
                <a:path w="22913" h="17604" extrusionOk="0">
                  <a:moveTo>
                    <a:pt x="19837" y="0"/>
                  </a:moveTo>
                  <a:lnTo>
                    <a:pt x="0" y="12934"/>
                  </a:lnTo>
                  <a:lnTo>
                    <a:pt x="3074" y="17604"/>
                  </a:lnTo>
                  <a:lnTo>
                    <a:pt x="22913" y="4671"/>
                  </a:lnTo>
                  <a:lnTo>
                    <a:pt x="198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9" name="Google Shape;1799;p29"/>
            <p:cNvSpPr/>
            <p:nvPr/>
          </p:nvSpPr>
          <p:spPr>
            <a:xfrm>
              <a:off x="7030596" y="2028365"/>
              <a:ext cx="146158" cy="178194"/>
            </a:xfrm>
            <a:custGeom>
              <a:avLst/>
              <a:gdLst/>
              <a:ahLst/>
              <a:cxnLst/>
              <a:rect l="l" t="t" r="r" b="b"/>
              <a:pathLst>
                <a:path w="4722" h="5757" extrusionOk="0">
                  <a:moveTo>
                    <a:pt x="1647" y="1"/>
                  </a:moveTo>
                  <a:lnTo>
                    <a:pt x="0" y="1086"/>
                  </a:lnTo>
                  <a:lnTo>
                    <a:pt x="3076" y="5757"/>
                  </a:lnTo>
                  <a:lnTo>
                    <a:pt x="4721" y="4673"/>
                  </a:lnTo>
                  <a:lnTo>
                    <a:pt x="164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0" name="Google Shape;1800;p29"/>
            <p:cNvSpPr/>
            <p:nvPr/>
          </p:nvSpPr>
          <p:spPr>
            <a:xfrm>
              <a:off x="7081574" y="1948322"/>
              <a:ext cx="219113" cy="224684"/>
            </a:xfrm>
            <a:custGeom>
              <a:avLst/>
              <a:gdLst/>
              <a:ahLst/>
              <a:cxnLst/>
              <a:rect l="l" t="t" r="r" b="b"/>
              <a:pathLst>
                <a:path w="7079" h="7259" extrusionOk="0">
                  <a:moveTo>
                    <a:pt x="3993" y="0"/>
                  </a:moveTo>
                  <a:cubicBezTo>
                    <a:pt x="3951" y="0"/>
                    <a:pt x="3909" y="13"/>
                    <a:pt x="3872" y="39"/>
                  </a:cubicBezTo>
                  <a:lnTo>
                    <a:pt x="0" y="2587"/>
                  </a:lnTo>
                  <a:lnTo>
                    <a:pt x="3074" y="7259"/>
                  </a:lnTo>
                  <a:lnTo>
                    <a:pt x="6946" y="4709"/>
                  </a:lnTo>
                  <a:cubicBezTo>
                    <a:pt x="7050" y="4639"/>
                    <a:pt x="7079" y="4499"/>
                    <a:pt x="7008" y="4393"/>
                  </a:cubicBezTo>
                  <a:lnTo>
                    <a:pt x="4180" y="101"/>
                  </a:lnTo>
                  <a:cubicBezTo>
                    <a:pt x="4136" y="36"/>
                    <a:pt x="4064" y="0"/>
                    <a:pt x="39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1" name="Google Shape;1801;p29"/>
            <p:cNvSpPr/>
            <p:nvPr/>
          </p:nvSpPr>
          <p:spPr>
            <a:xfrm>
              <a:off x="6326862" y="2462286"/>
              <a:ext cx="184910" cy="162810"/>
            </a:xfrm>
            <a:custGeom>
              <a:avLst/>
              <a:gdLst/>
              <a:ahLst/>
              <a:cxnLst/>
              <a:rect l="l" t="t" r="r" b="b"/>
              <a:pathLst>
                <a:path w="5974" h="5260" extrusionOk="0">
                  <a:moveTo>
                    <a:pt x="2899" y="1"/>
                  </a:moveTo>
                  <a:lnTo>
                    <a:pt x="1" y="5259"/>
                  </a:lnTo>
                  <a:lnTo>
                    <a:pt x="5973" y="4671"/>
                  </a:lnTo>
                  <a:lnTo>
                    <a:pt x="289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2" name="Google Shape;1802;p29"/>
            <p:cNvSpPr/>
            <p:nvPr/>
          </p:nvSpPr>
          <p:spPr>
            <a:xfrm>
              <a:off x="6326862" y="2566131"/>
              <a:ext cx="67043" cy="58965"/>
            </a:xfrm>
            <a:custGeom>
              <a:avLst/>
              <a:gdLst/>
              <a:ahLst/>
              <a:cxnLst/>
              <a:rect l="l" t="t" r="r" b="b"/>
              <a:pathLst>
                <a:path w="2166" h="1905" extrusionOk="0">
                  <a:moveTo>
                    <a:pt x="1051" y="0"/>
                  </a:moveTo>
                  <a:lnTo>
                    <a:pt x="1" y="1904"/>
                  </a:lnTo>
                  <a:lnTo>
                    <a:pt x="2165" y="1694"/>
                  </a:lnTo>
                  <a:lnTo>
                    <a:pt x="105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3" name="Google Shape;1803;p29"/>
            <p:cNvSpPr/>
            <p:nvPr/>
          </p:nvSpPr>
          <p:spPr>
            <a:xfrm>
              <a:off x="6455810" y="2121593"/>
              <a:ext cx="630750" cy="425690"/>
            </a:xfrm>
            <a:custGeom>
              <a:avLst/>
              <a:gdLst/>
              <a:ahLst/>
              <a:cxnLst/>
              <a:rect l="l" t="t" r="r" b="b"/>
              <a:pathLst>
                <a:path w="20378" h="13753" extrusionOk="0">
                  <a:moveTo>
                    <a:pt x="19839" y="0"/>
                  </a:moveTo>
                  <a:lnTo>
                    <a:pt x="1" y="12934"/>
                  </a:lnTo>
                  <a:lnTo>
                    <a:pt x="533" y="13752"/>
                  </a:lnTo>
                  <a:lnTo>
                    <a:pt x="20377" y="820"/>
                  </a:lnTo>
                  <a:lnTo>
                    <a:pt x="1983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804" name="Google Shape;1804;p29"/>
          <p:cNvSpPr/>
          <p:nvPr/>
        </p:nvSpPr>
        <p:spPr>
          <a:xfrm rot="1421918">
            <a:off x="7972041" y="1616113"/>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5" name="Google Shape;1805;p29"/>
          <p:cNvSpPr/>
          <p:nvPr/>
        </p:nvSpPr>
        <p:spPr>
          <a:xfrm rot="135659">
            <a:off x="7227872" y="3081570"/>
            <a:ext cx="201487" cy="201626"/>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6" name="Google Shape;1806;p29"/>
          <p:cNvSpPr/>
          <p:nvPr/>
        </p:nvSpPr>
        <p:spPr>
          <a:xfrm rot="-786933">
            <a:off x="2792498" y="43865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807" name="Google Shape;1807;p29"/>
          <p:cNvPicPr preferRelativeResize="0"/>
          <p:nvPr/>
        </p:nvPicPr>
        <p:blipFill rotWithShape="1">
          <a:blip r:embed="rId3"/>
          <a:srcRect/>
          <a:stretch>
            <a:fillRect/>
          </a:stretch>
        </p:blipFill>
        <p:spPr>
          <a:xfrm>
            <a:off x="118946" y="1009660"/>
            <a:ext cx="8898673" cy="4004666"/>
          </a:xfrm>
          <a:prstGeom prst="rect">
            <a:avLst/>
          </a:prstGeom>
          <a:noFill/>
          <a:ln>
            <a:noFill/>
          </a:ln>
        </p:spPr>
      </p:pic>
      <p:pic>
        <p:nvPicPr>
          <p:cNvPr id="1808" name="Google Shape;1808;p29" descr="revised Bloom's Taxonomy"/>
          <p:cNvPicPr preferRelativeResize="0"/>
          <p:nvPr/>
        </p:nvPicPr>
        <p:blipFill rotWithShape="1">
          <a:blip r:embed="rId4"/>
          <a:srcRect t="12808"/>
          <a:stretch>
            <a:fillRect/>
          </a:stretch>
        </p:blipFill>
        <p:spPr>
          <a:xfrm>
            <a:off x="126381" y="1009660"/>
            <a:ext cx="8891237" cy="4004666"/>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cxnSp>
        <p:nvCxnSpPr>
          <p:cNvPr id="1813" name="Google Shape;1813;p30"/>
          <p:cNvCxnSpPr/>
          <p:nvPr/>
        </p:nvCxnSpPr>
        <p:spPr>
          <a:xfrm rot="10800000" flipH="1">
            <a:off x="1148693" y="922230"/>
            <a:ext cx="7188600" cy="869400"/>
          </a:xfrm>
          <a:prstGeom prst="curvedConnector3">
            <a:avLst>
              <a:gd name="adj1" fmla="val 50000"/>
            </a:avLst>
          </a:prstGeom>
          <a:noFill/>
          <a:ln w="19050" cap="flat" cmpd="sng">
            <a:solidFill>
              <a:schemeClr val="dk2"/>
            </a:solidFill>
            <a:prstDash val="solid"/>
            <a:round/>
            <a:headEnd type="none" w="sm" len="sm"/>
            <a:tailEnd type="triangle" w="med" len="med"/>
          </a:ln>
        </p:spPr>
      </p:cxnSp>
      <p:sp>
        <p:nvSpPr>
          <p:cNvPr id="1814" name="Google Shape;1814;p30"/>
          <p:cNvSpPr txBox="1">
            <a:spLocks noGrp="1"/>
          </p:cNvSpPr>
          <p:nvPr>
            <p:ph type="title"/>
          </p:nvPr>
        </p:nvSpPr>
        <p:spPr>
          <a:xfrm>
            <a:off x="672507" y="87434"/>
            <a:ext cx="7708800" cy="677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US" sz="3600" b="1"/>
              <a:t>Students’ Role</a:t>
            </a:r>
            <a:endParaRPr sz="3600"/>
          </a:p>
        </p:txBody>
      </p:sp>
      <p:sp>
        <p:nvSpPr>
          <p:cNvPr id="1815" name="Google Shape;1815;p30"/>
          <p:cNvSpPr txBox="1"/>
          <p:nvPr/>
        </p:nvSpPr>
        <p:spPr>
          <a:xfrm>
            <a:off x="617211" y="2111285"/>
            <a:ext cx="1707495" cy="2151601"/>
          </a:xfrm>
          <a:prstGeom prst="rect">
            <a:avLst/>
          </a:prstGeom>
          <a:noFill/>
          <a:ln>
            <a:noFill/>
          </a:ln>
        </p:spPr>
        <p:txBody>
          <a:bodyPr spcFirstLastPara="1" wrap="square" lIns="91425" tIns="91425" rIns="91425" bIns="91425" anchor="b" anchorCtr="0">
            <a:noAutofit/>
          </a:bodyPr>
          <a:lstStyle/>
          <a:p>
            <a:pPr marL="0" marR="0" lvl="0" indent="-127000" algn="l" rtl="0">
              <a:lnSpc>
                <a:spcPct val="100000"/>
              </a:lnSpc>
              <a:spcBef>
                <a:spcPts val="0"/>
              </a:spcBef>
              <a:spcAft>
                <a:spcPts val="0"/>
              </a:spcAft>
              <a:buClr>
                <a:srgbClr val="000000"/>
              </a:buClr>
              <a:buSzPts val="2000"/>
              <a:buFont typeface="Arial" panose="020B0604020202020204"/>
              <a:buChar char="•"/>
            </a:pPr>
            <a:r>
              <a:rPr lang="en-US" sz="2000" b="1" i="0" u="none" strike="noStrike" cap="none">
                <a:solidFill>
                  <a:srgbClr val="000000"/>
                </a:solidFill>
                <a:latin typeface="Arial" panose="020B0604020202020204"/>
                <a:ea typeface="Arial" panose="020B0604020202020204"/>
                <a:cs typeface="Arial" panose="020B0604020202020204"/>
                <a:sym typeface="Arial" panose="020B0604020202020204"/>
              </a:rPr>
              <a:t>Be enthusiastic to participate in classroom activities.</a:t>
            </a:r>
            <a:endParaRPr sz="20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6" name="Google Shape;1816;p30"/>
          <p:cNvSpPr/>
          <p:nvPr/>
        </p:nvSpPr>
        <p:spPr>
          <a:xfrm>
            <a:off x="835716" y="1365850"/>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7" name="Google Shape;1817;p30"/>
          <p:cNvSpPr txBox="1"/>
          <p:nvPr/>
        </p:nvSpPr>
        <p:spPr>
          <a:xfrm>
            <a:off x="2324706" y="2028154"/>
            <a:ext cx="2200622" cy="1909580"/>
          </a:xfrm>
          <a:prstGeom prst="rect">
            <a:avLst/>
          </a:prstGeom>
          <a:noFill/>
          <a:ln>
            <a:noFill/>
          </a:ln>
        </p:spPr>
        <p:txBody>
          <a:bodyPr spcFirstLastPara="1" wrap="square" lIns="91425" tIns="91425" rIns="91425" bIns="91425" anchor="b" anchorCtr="0">
            <a:noAutofit/>
          </a:bodyPr>
          <a:lstStyle/>
          <a:p>
            <a:pPr marL="0" marR="0" lvl="0" indent="-127000" algn="l" rtl="0">
              <a:lnSpc>
                <a:spcPct val="100000"/>
              </a:lnSpc>
              <a:spcBef>
                <a:spcPts val="0"/>
              </a:spcBef>
              <a:spcAft>
                <a:spcPts val="0"/>
              </a:spcAft>
              <a:buClr>
                <a:srgbClr val="000000"/>
              </a:buClr>
              <a:buSzPts val="2000"/>
              <a:buFont typeface="Arial" panose="020B0604020202020204"/>
              <a:buChar char="•"/>
            </a:pPr>
            <a:r>
              <a:rPr lang="en-US" sz="2000" b="1" i="0" u="none" strike="noStrike" cap="none">
                <a:solidFill>
                  <a:srgbClr val="000000"/>
                </a:solidFill>
                <a:latin typeface="Arial" panose="020B0604020202020204"/>
                <a:ea typeface="Arial" panose="020B0604020202020204"/>
                <a:cs typeface="Arial" panose="020B0604020202020204"/>
                <a:sym typeface="Arial" panose="020B0604020202020204"/>
              </a:rPr>
              <a:t>Be precise and concise while communicating. Remember, ‘brevity is the soul of wit’</a:t>
            </a:r>
            <a:endParaRPr sz="20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8" name="Google Shape;1818;p30"/>
          <p:cNvSpPr/>
          <p:nvPr/>
        </p:nvSpPr>
        <p:spPr>
          <a:xfrm>
            <a:off x="2710095" y="1326871"/>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19" name="Google Shape;1819;p30"/>
          <p:cNvSpPr txBox="1"/>
          <p:nvPr/>
        </p:nvSpPr>
        <p:spPr>
          <a:xfrm>
            <a:off x="4519743" y="1651042"/>
            <a:ext cx="1858647" cy="1960073"/>
          </a:xfrm>
          <a:prstGeom prst="rect">
            <a:avLst/>
          </a:prstGeom>
          <a:noFill/>
          <a:ln>
            <a:noFill/>
          </a:ln>
        </p:spPr>
        <p:txBody>
          <a:bodyPr spcFirstLastPara="1" wrap="square" lIns="91425" tIns="91425" rIns="91425" bIns="91425" anchor="b" anchorCtr="0">
            <a:noAutofit/>
          </a:bodyPr>
          <a:lstStyle/>
          <a:p>
            <a:pPr marL="0" marR="0" lvl="0" indent="-127000" algn="l" rtl="0">
              <a:lnSpc>
                <a:spcPct val="100000"/>
              </a:lnSpc>
              <a:spcBef>
                <a:spcPts val="0"/>
              </a:spcBef>
              <a:spcAft>
                <a:spcPts val="0"/>
              </a:spcAft>
              <a:buClr>
                <a:srgbClr val="000000"/>
              </a:buClr>
              <a:buSzPts val="2000"/>
              <a:buFont typeface="Arial" panose="020B0604020202020204"/>
              <a:buChar char="•"/>
            </a:pPr>
            <a:r>
              <a:rPr lang="en-US" sz="2000" b="1" i="0" u="none" strike="noStrike" cap="none">
                <a:solidFill>
                  <a:srgbClr val="000000"/>
                </a:solidFill>
                <a:latin typeface="Arial" panose="020B0604020202020204"/>
                <a:ea typeface="Arial" panose="020B0604020202020204"/>
                <a:cs typeface="Arial" panose="020B0604020202020204"/>
                <a:sym typeface="Arial" panose="020B0604020202020204"/>
              </a:rPr>
              <a:t>Always communicate in English with  your peers and teachers.</a:t>
            </a:r>
            <a:endParaRPr sz="20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0" name="Google Shape;1820;p30"/>
          <p:cNvSpPr/>
          <p:nvPr/>
        </p:nvSpPr>
        <p:spPr>
          <a:xfrm>
            <a:off x="4673061" y="917884"/>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1" name="Google Shape;1821;p30"/>
          <p:cNvSpPr txBox="1"/>
          <p:nvPr/>
        </p:nvSpPr>
        <p:spPr>
          <a:xfrm>
            <a:off x="6475963" y="1306308"/>
            <a:ext cx="2067989" cy="2347391"/>
          </a:xfrm>
          <a:prstGeom prst="rect">
            <a:avLst/>
          </a:prstGeom>
          <a:noFill/>
          <a:ln>
            <a:noFill/>
          </a:ln>
        </p:spPr>
        <p:txBody>
          <a:bodyPr spcFirstLastPara="1" wrap="square" lIns="91425" tIns="91425" rIns="91425" bIns="91425" anchor="b" anchorCtr="0">
            <a:noAutofit/>
          </a:bodyPr>
          <a:lstStyle/>
          <a:p>
            <a:pPr marL="0" marR="0" lvl="0" indent="-127000" algn="l" rtl="0">
              <a:lnSpc>
                <a:spcPct val="100000"/>
              </a:lnSpc>
              <a:spcBef>
                <a:spcPts val="0"/>
              </a:spcBef>
              <a:spcAft>
                <a:spcPts val="0"/>
              </a:spcAft>
              <a:buClr>
                <a:srgbClr val="000000"/>
              </a:buClr>
              <a:buSzPts val="2000"/>
              <a:buFont typeface="Arial" panose="020B0604020202020204"/>
              <a:buChar char="•"/>
            </a:pPr>
            <a:r>
              <a:rPr lang="en-US" sz="2000" b="1" i="0" u="none" strike="noStrike" cap="none">
                <a:solidFill>
                  <a:srgbClr val="000000"/>
                </a:solidFill>
                <a:latin typeface="Arial" panose="020B0604020202020204"/>
                <a:ea typeface="Arial" panose="020B0604020202020204"/>
                <a:cs typeface="Arial" panose="020B0604020202020204"/>
                <a:sym typeface="Arial" panose="020B0604020202020204"/>
              </a:rPr>
              <a:t>Utilize accurate vocabulary while communicating for better emphasis</a:t>
            </a:r>
            <a:r>
              <a:rPr lang="en-US" sz="2400" b="1"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2" name="Google Shape;1822;p30"/>
          <p:cNvSpPr/>
          <p:nvPr/>
        </p:nvSpPr>
        <p:spPr>
          <a:xfrm>
            <a:off x="6731714" y="637394"/>
            <a:ext cx="677793" cy="677086"/>
          </a:xfrm>
          <a:custGeom>
            <a:avLst/>
            <a:gdLst/>
            <a:ahLst/>
            <a:cxnLst/>
            <a:rect l="l" t="t" r="r" b="b"/>
            <a:pathLst>
              <a:path w="15027" h="15013" extrusionOk="0">
                <a:moveTo>
                  <a:pt x="7432" y="0"/>
                </a:moveTo>
                <a:cubicBezTo>
                  <a:pt x="7429" y="0"/>
                  <a:pt x="7425" y="0"/>
                  <a:pt x="7422" y="0"/>
                </a:cubicBezTo>
                <a:cubicBezTo>
                  <a:pt x="6798" y="7"/>
                  <a:pt x="6274" y="783"/>
                  <a:pt x="5672" y="951"/>
                </a:cubicBezTo>
                <a:cubicBezTo>
                  <a:pt x="5558" y="984"/>
                  <a:pt x="5433" y="995"/>
                  <a:pt x="5304" y="995"/>
                </a:cubicBezTo>
                <a:cubicBezTo>
                  <a:pt x="4971" y="995"/>
                  <a:pt x="4601" y="918"/>
                  <a:pt x="4265" y="918"/>
                </a:cubicBezTo>
                <a:cubicBezTo>
                  <a:pt x="4052" y="918"/>
                  <a:pt x="3852" y="949"/>
                  <a:pt x="3682" y="1050"/>
                </a:cubicBezTo>
                <a:cubicBezTo>
                  <a:pt x="3158" y="1365"/>
                  <a:pt x="3088" y="2289"/>
                  <a:pt x="2639" y="2751"/>
                </a:cubicBezTo>
                <a:cubicBezTo>
                  <a:pt x="2199" y="3207"/>
                  <a:pt x="1268" y="3297"/>
                  <a:pt x="967" y="3830"/>
                </a:cubicBezTo>
                <a:cubicBezTo>
                  <a:pt x="658" y="4383"/>
                  <a:pt x="1071" y="5223"/>
                  <a:pt x="916" y="5825"/>
                </a:cubicBezTo>
                <a:cubicBezTo>
                  <a:pt x="763" y="6435"/>
                  <a:pt x="0" y="6974"/>
                  <a:pt x="7" y="7596"/>
                </a:cubicBezTo>
                <a:cubicBezTo>
                  <a:pt x="14" y="8220"/>
                  <a:pt x="790" y="8746"/>
                  <a:pt x="958" y="9347"/>
                </a:cubicBezTo>
                <a:cubicBezTo>
                  <a:pt x="1126" y="9942"/>
                  <a:pt x="735" y="10797"/>
                  <a:pt x="1058" y="11335"/>
                </a:cubicBezTo>
                <a:cubicBezTo>
                  <a:pt x="1372" y="11861"/>
                  <a:pt x="2303" y="11932"/>
                  <a:pt x="2765" y="12379"/>
                </a:cubicBezTo>
                <a:cubicBezTo>
                  <a:pt x="3220" y="12828"/>
                  <a:pt x="3311" y="13752"/>
                  <a:pt x="3844" y="14053"/>
                </a:cubicBezTo>
                <a:cubicBezTo>
                  <a:pt x="4003" y="14141"/>
                  <a:pt x="4186" y="14170"/>
                  <a:pt x="4380" y="14170"/>
                </a:cubicBezTo>
                <a:cubicBezTo>
                  <a:pt x="4747" y="14170"/>
                  <a:pt x="5154" y="14066"/>
                  <a:pt x="5515" y="14066"/>
                </a:cubicBezTo>
                <a:cubicBezTo>
                  <a:pt x="5626" y="14066"/>
                  <a:pt x="5732" y="14076"/>
                  <a:pt x="5832" y="14101"/>
                </a:cubicBezTo>
                <a:cubicBezTo>
                  <a:pt x="6439" y="14255"/>
                  <a:pt x="6983" y="15012"/>
                  <a:pt x="7603" y="15012"/>
                </a:cubicBezTo>
                <a:cubicBezTo>
                  <a:pt x="7606" y="15012"/>
                  <a:pt x="7609" y="15012"/>
                  <a:pt x="7612" y="15012"/>
                </a:cubicBezTo>
                <a:cubicBezTo>
                  <a:pt x="8235" y="15006"/>
                  <a:pt x="8753" y="14227"/>
                  <a:pt x="9361" y="14059"/>
                </a:cubicBezTo>
                <a:cubicBezTo>
                  <a:pt x="9475" y="14027"/>
                  <a:pt x="9599" y="14016"/>
                  <a:pt x="9727" y="14016"/>
                </a:cubicBezTo>
                <a:cubicBezTo>
                  <a:pt x="10061" y="14016"/>
                  <a:pt x="10430" y="14094"/>
                  <a:pt x="10768" y="14094"/>
                </a:cubicBezTo>
                <a:cubicBezTo>
                  <a:pt x="10980" y="14094"/>
                  <a:pt x="11180" y="14063"/>
                  <a:pt x="11351" y="13962"/>
                </a:cubicBezTo>
                <a:cubicBezTo>
                  <a:pt x="11875" y="13646"/>
                  <a:pt x="11939" y="12715"/>
                  <a:pt x="12386" y="12260"/>
                </a:cubicBezTo>
                <a:cubicBezTo>
                  <a:pt x="12835" y="11797"/>
                  <a:pt x="13766" y="11707"/>
                  <a:pt x="14067" y="11176"/>
                </a:cubicBezTo>
                <a:cubicBezTo>
                  <a:pt x="14376" y="10621"/>
                  <a:pt x="13962" y="9781"/>
                  <a:pt x="14117" y="9186"/>
                </a:cubicBezTo>
                <a:cubicBezTo>
                  <a:pt x="14270" y="8578"/>
                  <a:pt x="15026" y="8031"/>
                  <a:pt x="15019" y="7408"/>
                </a:cubicBezTo>
                <a:cubicBezTo>
                  <a:pt x="15013" y="6784"/>
                  <a:pt x="14235" y="6267"/>
                  <a:pt x="14067" y="5657"/>
                </a:cubicBezTo>
                <a:cubicBezTo>
                  <a:pt x="13898" y="5062"/>
                  <a:pt x="14292" y="4215"/>
                  <a:pt x="13969" y="3669"/>
                </a:cubicBezTo>
                <a:cubicBezTo>
                  <a:pt x="13662" y="3143"/>
                  <a:pt x="12731" y="3081"/>
                  <a:pt x="12268" y="2632"/>
                </a:cubicBezTo>
                <a:cubicBezTo>
                  <a:pt x="11813" y="2185"/>
                  <a:pt x="11722" y="1252"/>
                  <a:pt x="11189" y="951"/>
                </a:cubicBezTo>
                <a:cubicBezTo>
                  <a:pt x="11031" y="863"/>
                  <a:pt x="10850" y="834"/>
                  <a:pt x="10657" y="834"/>
                </a:cubicBezTo>
                <a:cubicBezTo>
                  <a:pt x="10284" y="834"/>
                  <a:pt x="9870" y="942"/>
                  <a:pt x="9502" y="942"/>
                </a:cubicBezTo>
                <a:cubicBezTo>
                  <a:pt x="9394" y="942"/>
                  <a:pt x="9290" y="933"/>
                  <a:pt x="9193" y="909"/>
                </a:cubicBezTo>
                <a:cubicBezTo>
                  <a:pt x="8588" y="749"/>
                  <a:pt x="8051" y="0"/>
                  <a:pt x="74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823" name="Google Shape;1823;p30"/>
          <p:cNvGrpSpPr/>
          <p:nvPr/>
        </p:nvGrpSpPr>
        <p:grpSpPr>
          <a:xfrm>
            <a:off x="7052499" y="3908199"/>
            <a:ext cx="1376299" cy="896245"/>
            <a:chOff x="3083826" y="2041643"/>
            <a:chExt cx="1017220" cy="662413"/>
          </a:xfrm>
        </p:grpSpPr>
        <p:sp>
          <p:nvSpPr>
            <p:cNvPr id="1824" name="Google Shape;1824;p30"/>
            <p:cNvSpPr/>
            <p:nvPr/>
          </p:nvSpPr>
          <p:spPr>
            <a:xfrm>
              <a:off x="3121123" y="2278057"/>
              <a:ext cx="545785" cy="425999"/>
            </a:xfrm>
            <a:custGeom>
              <a:avLst/>
              <a:gdLst/>
              <a:ahLst/>
              <a:cxnLst/>
              <a:rect l="l" t="t" r="r" b="b"/>
              <a:pathLst>
                <a:path w="17633" h="13763" extrusionOk="0">
                  <a:moveTo>
                    <a:pt x="3327" y="0"/>
                  </a:moveTo>
                  <a:lnTo>
                    <a:pt x="1626" y="3076"/>
                  </a:lnTo>
                  <a:cubicBezTo>
                    <a:pt x="1" y="5749"/>
                    <a:pt x="1807" y="9818"/>
                    <a:pt x="5666" y="12164"/>
                  </a:cubicBezTo>
                  <a:cubicBezTo>
                    <a:pt x="7427" y="13236"/>
                    <a:pt x="9311" y="13763"/>
                    <a:pt x="10994" y="13763"/>
                  </a:cubicBezTo>
                  <a:cubicBezTo>
                    <a:pt x="12992" y="13763"/>
                    <a:pt x="14706" y="13021"/>
                    <a:pt x="15588" y="11569"/>
                  </a:cubicBezTo>
                  <a:lnTo>
                    <a:pt x="17633" y="8060"/>
                  </a:lnTo>
                  <a:lnTo>
                    <a:pt x="3327"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5" name="Google Shape;1825;p30"/>
            <p:cNvSpPr/>
            <p:nvPr/>
          </p:nvSpPr>
          <p:spPr>
            <a:xfrm>
              <a:off x="3083826" y="2041643"/>
              <a:ext cx="808479" cy="651426"/>
            </a:xfrm>
            <a:custGeom>
              <a:avLst/>
              <a:gdLst/>
              <a:ahLst/>
              <a:cxnLst/>
              <a:rect l="l" t="t" r="r" b="b"/>
              <a:pathLst>
                <a:path w="26120" h="21046" extrusionOk="0">
                  <a:moveTo>
                    <a:pt x="18006" y="0"/>
                  </a:moveTo>
                  <a:cubicBezTo>
                    <a:pt x="17975" y="0"/>
                    <a:pt x="17944" y="2"/>
                    <a:pt x="17914" y="7"/>
                  </a:cubicBezTo>
                  <a:lnTo>
                    <a:pt x="646" y="2506"/>
                  </a:lnTo>
                  <a:cubicBezTo>
                    <a:pt x="246" y="2563"/>
                    <a:pt x="1" y="2983"/>
                    <a:pt x="155" y="3361"/>
                  </a:cubicBezTo>
                  <a:lnTo>
                    <a:pt x="7291" y="20656"/>
                  </a:lnTo>
                  <a:cubicBezTo>
                    <a:pt x="7393" y="20897"/>
                    <a:pt x="7625" y="21046"/>
                    <a:pt x="7876" y="21046"/>
                  </a:cubicBezTo>
                  <a:cubicBezTo>
                    <a:pt x="7903" y="21046"/>
                    <a:pt x="7930" y="21044"/>
                    <a:pt x="7956" y="21040"/>
                  </a:cubicBezTo>
                  <a:lnTo>
                    <a:pt x="25469" y="18639"/>
                  </a:lnTo>
                  <a:cubicBezTo>
                    <a:pt x="25874" y="18584"/>
                    <a:pt x="26120" y="18157"/>
                    <a:pt x="25958" y="17779"/>
                  </a:cubicBezTo>
                  <a:lnTo>
                    <a:pt x="18579" y="378"/>
                  </a:lnTo>
                  <a:cubicBezTo>
                    <a:pt x="18479" y="147"/>
                    <a:pt x="18251" y="0"/>
                    <a:pt x="1800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6" name="Google Shape;1826;p30"/>
            <p:cNvSpPr/>
            <p:nvPr/>
          </p:nvSpPr>
          <p:spPr>
            <a:xfrm>
              <a:off x="3612059" y="2286322"/>
              <a:ext cx="47667" cy="44881"/>
            </a:xfrm>
            <a:custGeom>
              <a:avLst/>
              <a:gdLst/>
              <a:ahLst/>
              <a:cxnLst/>
              <a:rect l="l" t="t" r="r" b="b"/>
              <a:pathLst>
                <a:path w="1540" h="1450" extrusionOk="0">
                  <a:moveTo>
                    <a:pt x="768" y="0"/>
                  </a:moveTo>
                  <a:cubicBezTo>
                    <a:pt x="416" y="0"/>
                    <a:pt x="107" y="264"/>
                    <a:pt x="56" y="624"/>
                  </a:cubicBezTo>
                  <a:cubicBezTo>
                    <a:pt x="1" y="1022"/>
                    <a:pt x="273" y="1387"/>
                    <a:pt x="673" y="1442"/>
                  </a:cubicBezTo>
                  <a:cubicBezTo>
                    <a:pt x="706" y="1447"/>
                    <a:pt x="739" y="1449"/>
                    <a:pt x="772" y="1449"/>
                  </a:cubicBezTo>
                  <a:cubicBezTo>
                    <a:pt x="1124" y="1449"/>
                    <a:pt x="1434" y="1185"/>
                    <a:pt x="1485" y="826"/>
                  </a:cubicBezTo>
                  <a:cubicBezTo>
                    <a:pt x="1540" y="427"/>
                    <a:pt x="1268" y="63"/>
                    <a:pt x="868" y="7"/>
                  </a:cubicBezTo>
                  <a:cubicBezTo>
                    <a:pt x="834" y="3"/>
                    <a:pt x="801" y="0"/>
                    <a:pt x="76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7" name="Google Shape;1827;p30"/>
            <p:cNvSpPr/>
            <p:nvPr/>
          </p:nvSpPr>
          <p:spPr>
            <a:xfrm>
              <a:off x="3638059" y="2163781"/>
              <a:ext cx="395356" cy="130991"/>
            </a:xfrm>
            <a:custGeom>
              <a:avLst/>
              <a:gdLst/>
              <a:ahLst/>
              <a:cxnLst/>
              <a:rect l="l" t="t" r="r" b="b"/>
              <a:pathLst>
                <a:path w="12773" h="4232" extrusionOk="0">
                  <a:moveTo>
                    <a:pt x="12611" y="0"/>
                  </a:moveTo>
                  <a:cubicBezTo>
                    <a:pt x="12557" y="0"/>
                    <a:pt x="12506" y="35"/>
                    <a:pt x="12486" y="94"/>
                  </a:cubicBezTo>
                  <a:cubicBezTo>
                    <a:pt x="11928" y="1518"/>
                    <a:pt x="10638" y="2185"/>
                    <a:pt x="8315" y="2185"/>
                  </a:cubicBezTo>
                  <a:cubicBezTo>
                    <a:pt x="7600" y="2185"/>
                    <a:pt x="6787" y="2122"/>
                    <a:pt x="5868" y="1998"/>
                  </a:cubicBezTo>
                  <a:cubicBezTo>
                    <a:pt x="5438" y="1941"/>
                    <a:pt x="5036" y="1915"/>
                    <a:pt x="4660" y="1915"/>
                  </a:cubicBezTo>
                  <a:cubicBezTo>
                    <a:pt x="1296" y="1915"/>
                    <a:pt x="55" y="3998"/>
                    <a:pt x="43" y="4022"/>
                  </a:cubicBezTo>
                  <a:cubicBezTo>
                    <a:pt x="1" y="4086"/>
                    <a:pt x="21" y="4176"/>
                    <a:pt x="92" y="4212"/>
                  </a:cubicBezTo>
                  <a:cubicBezTo>
                    <a:pt x="112" y="4225"/>
                    <a:pt x="134" y="4232"/>
                    <a:pt x="161" y="4232"/>
                  </a:cubicBezTo>
                  <a:cubicBezTo>
                    <a:pt x="211" y="4232"/>
                    <a:pt x="253" y="4205"/>
                    <a:pt x="280" y="4163"/>
                  </a:cubicBezTo>
                  <a:cubicBezTo>
                    <a:pt x="293" y="4137"/>
                    <a:pt x="1464" y="2192"/>
                    <a:pt x="4665" y="2192"/>
                  </a:cubicBezTo>
                  <a:cubicBezTo>
                    <a:pt x="5027" y="2192"/>
                    <a:pt x="5416" y="2217"/>
                    <a:pt x="5832" y="2272"/>
                  </a:cubicBezTo>
                  <a:cubicBezTo>
                    <a:pt x="6762" y="2397"/>
                    <a:pt x="7586" y="2461"/>
                    <a:pt x="8315" y="2461"/>
                  </a:cubicBezTo>
                  <a:cubicBezTo>
                    <a:pt x="10772" y="2461"/>
                    <a:pt x="12139" y="1737"/>
                    <a:pt x="12744" y="192"/>
                  </a:cubicBezTo>
                  <a:cubicBezTo>
                    <a:pt x="12773" y="121"/>
                    <a:pt x="12738" y="37"/>
                    <a:pt x="12660" y="10"/>
                  </a:cubicBezTo>
                  <a:cubicBezTo>
                    <a:pt x="12644" y="4"/>
                    <a:pt x="12627" y="0"/>
                    <a:pt x="1261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8" name="Google Shape;1828;p30"/>
            <p:cNvSpPr/>
            <p:nvPr/>
          </p:nvSpPr>
          <p:spPr>
            <a:xfrm>
              <a:off x="3647809" y="2206526"/>
              <a:ext cx="453237" cy="103227"/>
            </a:xfrm>
            <a:custGeom>
              <a:avLst/>
              <a:gdLst/>
              <a:ahLst/>
              <a:cxnLst/>
              <a:rect l="l" t="t" r="r" b="b"/>
              <a:pathLst>
                <a:path w="14643" h="3335" extrusionOk="0">
                  <a:moveTo>
                    <a:pt x="14481" y="1"/>
                  </a:moveTo>
                  <a:cubicBezTo>
                    <a:pt x="14430" y="1"/>
                    <a:pt x="14380" y="29"/>
                    <a:pt x="14355" y="78"/>
                  </a:cubicBezTo>
                  <a:cubicBezTo>
                    <a:pt x="13386" y="2106"/>
                    <a:pt x="11334" y="2733"/>
                    <a:pt x="8870" y="2733"/>
                  </a:cubicBezTo>
                  <a:cubicBezTo>
                    <a:pt x="7522" y="2733"/>
                    <a:pt x="6051" y="2546"/>
                    <a:pt x="4566" y="2298"/>
                  </a:cubicBezTo>
                  <a:cubicBezTo>
                    <a:pt x="4018" y="2207"/>
                    <a:pt x="3526" y="2169"/>
                    <a:pt x="3088" y="2169"/>
                  </a:cubicBezTo>
                  <a:cubicBezTo>
                    <a:pt x="970" y="2169"/>
                    <a:pt x="96" y="3057"/>
                    <a:pt x="49" y="3103"/>
                  </a:cubicBezTo>
                  <a:cubicBezTo>
                    <a:pt x="0" y="3160"/>
                    <a:pt x="0" y="3244"/>
                    <a:pt x="56" y="3299"/>
                  </a:cubicBezTo>
                  <a:cubicBezTo>
                    <a:pt x="84" y="3328"/>
                    <a:pt x="119" y="3335"/>
                    <a:pt x="155" y="3335"/>
                  </a:cubicBezTo>
                  <a:cubicBezTo>
                    <a:pt x="190" y="3335"/>
                    <a:pt x="224" y="3320"/>
                    <a:pt x="252" y="3293"/>
                  </a:cubicBezTo>
                  <a:cubicBezTo>
                    <a:pt x="263" y="3287"/>
                    <a:pt x="1097" y="2450"/>
                    <a:pt x="3116" y="2450"/>
                  </a:cubicBezTo>
                  <a:cubicBezTo>
                    <a:pt x="3534" y="2450"/>
                    <a:pt x="4002" y="2485"/>
                    <a:pt x="4524" y="2572"/>
                  </a:cubicBezTo>
                  <a:cubicBezTo>
                    <a:pt x="5608" y="2752"/>
                    <a:pt x="7165" y="3012"/>
                    <a:pt x="8754" y="3012"/>
                  </a:cubicBezTo>
                  <a:cubicBezTo>
                    <a:pt x="11107" y="3012"/>
                    <a:pt x="13533" y="2442"/>
                    <a:pt x="14607" y="197"/>
                  </a:cubicBezTo>
                  <a:cubicBezTo>
                    <a:pt x="14643" y="127"/>
                    <a:pt x="14614" y="51"/>
                    <a:pt x="14544" y="16"/>
                  </a:cubicBezTo>
                  <a:cubicBezTo>
                    <a:pt x="14523" y="5"/>
                    <a:pt x="14502" y="1"/>
                    <a:pt x="1448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9" name="Google Shape;1829;p30"/>
            <p:cNvSpPr/>
            <p:nvPr/>
          </p:nvSpPr>
          <p:spPr>
            <a:xfrm>
              <a:off x="3638276" y="2170498"/>
              <a:ext cx="410771" cy="124274"/>
            </a:xfrm>
            <a:custGeom>
              <a:avLst/>
              <a:gdLst/>
              <a:ahLst/>
              <a:cxnLst/>
              <a:rect l="l" t="t" r="r" b="b"/>
              <a:pathLst>
                <a:path w="13271" h="4015" extrusionOk="0">
                  <a:moveTo>
                    <a:pt x="13113" y="0"/>
                  </a:moveTo>
                  <a:cubicBezTo>
                    <a:pt x="13057" y="0"/>
                    <a:pt x="13003" y="33"/>
                    <a:pt x="12983" y="87"/>
                  </a:cubicBezTo>
                  <a:cubicBezTo>
                    <a:pt x="12336" y="1676"/>
                    <a:pt x="10778" y="2459"/>
                    <a:pt x="8246" y="2459"/>
                  </a:cubicBezTo>
                  <a:cubicBezTo>
                    <a:pt x="7429" y="2459"/>
                    <a:pt x="6511" y="2377"/>
                    <a:pt x="5489" y="2215"/>
                  </a:cubicBezTo>
                  <a:cubicBezTo>
                    <a:pt x="5082" y="2151"/>
                    <a:pt x="4697" y="2122"/>
                    <a:pt x="4333" y="2122"/>
                  </a:cubicBezTo>
                  <a:cubicBezTo>
                    <a:pt x="1568" y="2122"/>
                    <a:pt x="67" y="3765"/>
                    <a:pt x="49" y="3785"/>
                  </a:cubicBezTo>
                  <a:cubicBezTo>
                    <a:pt x="1" y="3840"/>
                    <a:pt x="1" y="3924"/>
                    <a:pt x="63" y="3979"/>
                  </a:cubicBezTo>
                  <a:cubicBezTo>
                    <a:pt x="85" y="4001"/>
                    <a:pt x="120" y="4015"/>
                    <a:pt x="154" y="4015"/>
                  </a:cubicBezTo>
                  <a:cubicBezTo>
                    <a:pt x="189" y="4015"/>
                    <a:pt x="231" y="4001"/>
                    <a:pt x="259" y="3966"/>
                  </a:cubicBezTo>
                  <a:cubicBezTo>
                    <a:pt x="271" y="3948"/>
                    <a:pt x="1694" y="2405"/>
                    <a:pt x="4324" y="2405"/>
                  </a:cubicBezTo>
                  <a:cubicBezTo>
                    <a:pt x="4677" y="2405"/>
                    <a:pt x="5051" y="2433"/>
                    <a:pt x="5447" y="2496"/>
                  </a:cubicBezTo>
                  <a:cubicBezTo>
                    <a:pt x="6475" y="2658"/>
                    <a:pt x="7403" y="2740"/>
                    <a:pt x="8231" y="2740"/>
                  </a:cubicBezTo>
                  <a:cubicBezTo>
                    <a:pt x="10899" y="2740"/>
                    <a:pt x="12547" y="1895"/>
                    <a:pt x="13242" y="192"/>
                  </a:cubicBezTo>
                  <a:cubicBezTo>
                    <a:pt x="13270" y="123"/>
                    <a:pt x="13235" y="45"/>
                    <a:pt x="13164" y="10"/>
                  </a:cubicBezTo>
                  <a:cubicBezTo>
                    <a:pt x="13148" y="3"/>
                    <a:pt x="13130" y="0"/>
                    <a:pt x="1311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0" name="Google Shape;1830;p30"/>
            <p:cNvSpPr/>
            <p:nvPr/>
          </p:nvSpPr>
          <p:spPr>
            <a:xfrm>
              <a:off x="3641959" y="2181331"/>
              <a:ext cx="423987" cy="116939"/>
            </a:xfrm>
            <a:custGeom>
              <a:avLst/>
              <a:gdLst/>
              <a:ahLst/>
              <a:cxnLst/>
              <a:rect l="l" t="t" r="r" b="b"/>
              <a:pathLst>
                <a:path w="13698" h="3778" extrusionOk="0">
                  <a:moveTo>
                    <a:pt x="13537" y="0"/>
                  </a:moveTo>
                  <a:cubicBezTo>
                    <a:pt x="13488" y="0"/>
                    <a:pt x="13441" y="25"/>
                    <a:pt x="13417" y="73"/>
                  </a:cubicBezTo>
                  <a:cubicBezTo>
                    <a:pt x="12354" y="2123"/>
                    <a:pt x="10298" y="2628"/>
                    <a:pt x="8299" y="2628"/>
                  </a:cubicBezTo>
                  <a:cubicBezTo>
                    <a:pt x="7137" y="2628"/>
                    <a:pt x="5993" y="2457"/>
                    <a:pt x="5076" y="2320"/>
                  </a:cubicBezTo>
                  <a:cubicBezTo>
                    <a:pt x="4627" y="2252"/>
                    <a:pt x="4209" y="2223"/>
                    <a:pt x="3823" y="2223"/>
                  </a:cubicBezTo>
                  <a:cubicBezTo>
                    <a:pt x="1302" y="2223"/>
                    <a:pt x="109" y="3480"/>
                    <a:pt x="50" y="3545"/>
                  </a:cubicBezTo>
                  <a:cubicBezTo>
                    <a:pt x="1" y="3603"/>
                    <a:pt x="1" y="3687"/>
                    <a:pt x="56" y="3742"/>
                  </a:cubicBezTo>
                  <a:cubicBezTo>
                    <a:pt x="85" y="3764"/>
                    <a:pt x="119" y="3777"/>
                    <a:pt x="154" y="3777"/>
                  </a:cubicBezTo>
                  <a:cubicBezTo>
                    <a:pt x="189" y="3777"/>
                    <a:pt x="224" y="3764"/>
                    <a:pt x="253" y="3735"/>
                  </a:cubicBezTo>
                  <a:cubicBezTo>
                    <a:pt x="271" y="3716"/>
                    <a:pt x="1431" y="2503"/>
                    <a:pt x="3853" y="2503"/>
                  </a:cubicBezTo>
                  <a:cubicBezTo>
                    <a:pt x="4218" y="2503"/>
                    <a:pt x="4611" y="2531"/>
                    <a:pt x="5034" y="2594"/>
                  </a:cubicBezTo>
                  <a:cubicBezTo>
                    <a:pt x="5967" y="2734"/>
                    <a:pt x="7129" y="2909"/>
                    <a:pt x="8316" y="2909"/>
                  </a:cubicBezTo>
                  <a:cubicBezTo>
                    <a:pt x="10389" y="2909"/>
                    <a:pt x="12536" y="2377"/>
                    <a:pt x="13662" y="200"/>
                  </a:cubicBezTo>
                  <a:cubicBezTo>
                    <a:pt x="13697" y="136"/>
                    <a:pt x="13669" y="52"/>
                    <a:pt x="13605" y="16"/>
                  </a:cubicBezTo>
                  <a:cubicBezTo>
                    <a:pt x="13583" y="6"/>
                    <a:pt x="13560" y="0"/>
                    <a:pt x="1353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1" name="Google Shape;1831;p30"/>
            <p:cNvSpPr/>
            <p:nvPr/>
          </p:nvSpPr>
          <p:spPr>
            <a:xfrm>
              <a:off x="3646076" y="2194517"/>
              <a:ext cx="437390" cy="111119"/>
            </a:xfrm>
            <a:custGeom>
              <a:avLst/>
              <a:gdLst/>
              <a:ahLst/>
              <a:cxnLst/>
              <a:rect l="l" t="t" r="r" b="b"/>
              <a:pathLst>
                <a:path w="14131" h="3590" extrusionOk="0">
                  <a:moveTo>
                    <a:pt x="13976" y="0"/>
                  </a:moveTo>
                  <a:cubicBezTo>
                    <a:pt x="13922" y="0"/>
                    <a:pt x="13869" y="27"/>
                    <a:pt x="13843" y="74"/>
                  </a:cubicBezTo>
                  <a:cubicBezTo>
                    <a:pt x="12763" y="2261"/>
                    <a:pt x="10155" y="2668"/>
                    <a:pt x="8356" y="2668"/>
                  </a:cubicBezTo>
                  <a:cubicBezTo>
                    <a:pt x="7297" y="2668"/>
                    <a:pt x="6519" y="2527"/>
                    <a:pt x="6498" y="2525"/>
                  </a:cubicBezTo>
                  <a:cubicBezTo>
                    <a:pt x="5287" y="2305"/>
                    <a:pt x="4298" y="2219"/>
                    <a:pt x="3492" y="2219"/>
                  </a:cubicBezTo>
                  <a:cubicBezTo>
                    <a:pt x="597" y="2219"/>
                    <a:pt x="55" y="3333"/>
                    <a:pt x="28" y="3393"/>
                  </a:cubicBezTo>
                  <a:cubicBezTo>
                    <a:pt x="1" y="3464"/>
                    <a:pt x="28" y="3540"/>
                    <a:pt x="98" y="3575"/>
                  </a:cubicBezTo>
                  <a:cubicBezTo>
                    <a:pt x="120" y="3582"/>
                    <a:pt x="133" y="3590"/>
                    <a:pt x="154" y="3590"/>
                  </a:cubicBezTo>
                  <a:cubicBezTo>
                    <a:pt x="211" y="3590"/>
                    <a:pt x="260" y="3555"/>
                    <a:pt x="280" y="3506"/>
                  </a:cubicBezTo>
                  <a:cubicBezTo>
                    <a:pt x="286" y="3494"/>
                    <a:pt x="801" y="2499"/>
                    <a:pt x="3500" y="2499"/>
                  </a:cubicBezTo>
                  <a:cubicBezTo>
                    <a:pt x="4284" y="2499"/>
                    <a:pt x="5250" y="2583"/>
                    <a:pt x="6442" y="2798"/>
                  </a:cubicBezTo>
                  <a:cubicBezTo>
                    <a:pt x="6466" y="2801"/>
                    <a:pt x="7260" y="2945"/>
                    <a:pt x="8345" y="2945"/>
                  </a:cubicBezTo>
                  <a:cubicBezTo>
                    <a:pt x="10214" y="2945"/>
                    <a:pt x="12948" y="2517"/>
                    <a:pt x="14095" y="200"/>
                  </a:cubicBezTo>
                  <a:cubicBezTo>
                    <a:pt x="14131" y="130"/>
                    <a:pt x="14102" y="46"/>
                    <a:pt x="14033" y="10"/>
                  </a:cubicBezTo>
                  <a:cubicBezTo>
                    <a:pt x="14015" y="3"/>
                    <a:pt x="13995" y="0"/>
                    <a:pt x="1397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2" name="Google Shape;1832;p30"/>
            <p:cNvSpPr/>
            <p:nvPr/>
          </p:nvSpPr>
          <p:spPr>
            <a:xfrm>
              <a:off x="3528147" y="2317057"/>
              <a:ext cx="97377" cy="23029"/>
            </a:xfrm>
            <a:custGeom>
              <a:avLst/>
              <a:gdLst/>
              <a:ahLst/>
              <a:cxnLst/>
              <a:rect l="l" t="t" r="r" b="b"/>
              <a:pathLst>
                <a:path w="3146" h="744" extrusionOk="0">
                  <a:moveTo>
                    <a:pt x="2970" y="1"/>
                  </a:moveTo>
                  <a:cubicBezTo>
                    <a:pt x="2937" y="25"/>
                    <a:pt x="2369" y="470"/>
                    <a:pt x="1499" y="470"/>
                  </a:cubicBezTo>
                  <a:cubicBezTo>
                    <a:pt x="1100" y="470"/>
                    <a:pt x="637" y="377"/>
                    <a:pt x="134" y="107"/>
                  </a:cubicBezTo>
                  <a:lnTo>
                    <a:pt x="1" y="352"/>
                  </a:lnTo>
                  <a:cubicBezTo>
                    <a:pt x="540" y="646"/>
                    <a:pt x="1045" y="743"/>
                    <a:pt x="1485" y="743"/>
                  </a:cubicBezTo>
                  <a:cubicBezTo>
                    <a:pt x="2480" y="743"/>
                    <a:pt x="3138" y="219"/>
                    <a:pt x="3145" y="211"/>
                  </a:cubicBezTo>
                  <a:lnTo>
                    <a:pt x="297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3" name="Google Shape;1833;p30"/>
            <p:cNvSpPr/>
            <p:nvPr/>
          </p:nvSpPr>
          <p:spPr>
            <a:xfrm>
              <a:off x="3463828" y="2284619"/>
              <a:ext cx="90381" cy="69736"/>
            </a:xfrm>
            <a:custGeom>
              <a:avLst/>
              <a:gdLst/>
              <a:ahLst/>
              <a:cxnLst/>
              <a:rect l="l" t="t" r="r" b="b"/>
              <a:pathLst>
                <a:path w="2920" h="2253" extrusionOk="0">
                  <a:moveTo>
                    <a:pt x="1163" y="1"/>
                  </a:moveTo>
                  <a:cubicBezTo>
                    <a:pt x="790" y="1"/>
                    <a:pt x="461" y="153"/>
                    <a:pt x="294" y="440"/>
                  </a:cubicBezTo>
                  <a:cubicBezTo>
                    <a:pt x="0" y="938"/>
                    <a:pt x="294" y="1637"/>
                    <a:pt x="938" y="2015"/>
                  </a:cubicBezTo>
                  <a:cubicBezTo>
                    <a:pt x="1205" y="2175"/>
                    <a:pt x="1491" y="2252"/>
                    <a:pt x="1756" y="2252"/>
                  </a:cubicBezTo>
                  <a:cubicBezTo>
                    <a:pt x="2128" y="2252"/>
                    <a:pt x="2457" y="2099"/>
                    <a:pt x="2625" y="1813"/>
                  </a:cubicBezTo>
                  <a:cubicBezTo>
                    <a:pt x="2919" y="1316"/>
                    <a:pt x="2625" y="615"/>
                    <a:pt x="1981" y="237"/>
                  </a:cubicBezTo>
                  <a:cubicBezTo>
                    <a:pt x="1714" y="77"/>
                    <a:pt x="1427" y="1"/>
                    <a:pt x="1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834" name="Google Shape;1834;p30"/>
          <p:cNvSpPr/>
          <p:nvPr/>
        </p:nvSpPr>
        <p:spPr>
          <a:xfrm rot="-786933">
            <a:off x="4800798" y="4278501"/>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5" name="Google Shape;1835;p30"/>
          <p:cNvSpPr/>
          <p:nvPr/>
        </p:nvSpPr>
        <p:spPr>
          <a:xfrm rot="-786933">
            <a:off x="2236373" y="155532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836" name="Google Shape;1836;p30"/>
          <p:cNvGrpSpPr/>
          <p:nvPr/>
        </p:nvGrpSpPr>
        <p:grpSpPr>
          <a:xfrm>
            <a:off x="4839273" y="1069950"/>
            <a:ext cx="345368" cy="345551"/>
            <a:chOff x="4000488" y="3688544"/>
            <a:chExt cx="345368" cy="345551"/>
          </a:xfrm>
        </p:grpSpPr>
        <p:sp>
          <p:nvSpPr>
            <p:cNvPr id="1837" name="Google Shape;1837;p30"/>
            <p:cNvSpPr/>
            <p:nvPr/>
          </p:nvSpPr>
          <p:spPr>
            <a:xfrm>
              <a:off x="4114230" y="3937170"/>
              <a:ext cx="117633" cy="96923"/>
            </a:xfrm>
            <a:custGeom>
              <a:avLst/>
              <a:gdLst/>
              <a:ahLst/>
              <a:cxnLst/>
              <a:rect l="l" t="t" r="r" b="b"/>
              <a:pathLst>
                <a:path w="3266" h="2691" extrusionOk="0">
                  <a:moveTo>
                    <a:pt x="1" y="1"/>
                  </a:moveTo>
                  <a:lnTo>
                    <a:pt x="1" y="2690"/>
                  </a:lnTo>
                  <a:lnTo>
                    <a:pt x="3265" y="2690"/>
                  </a:lnTo>
                  <a:lnTo>
                    <a:pt x="3265" y="1"/>
                  </a:lnTo>
                  <a:lnTo>
                    <a:pt x="2897" y="1"/>
                  </a:lnTo>
                  <a:lnTo>
                    <a:pt x="2897" y="156"/>
                  </a:lnTo>
                  <a:cubicBezTo>
                    <a:pt x="2897" y="312"/>
                    <a:pt x="2765" y="436"/>
                    <a:pt x="2609" y="436"/>
                  </a:cubicBezTo>
                  <a:cubicBezTo>
                    <a:pt x="2454" y="436"/>
                    <a:pt x="2330" y="312"/>
                    <a:pt x="2330" y="156"/>
                  </a:cubicBezTo>
                  <a:lnTo>
                    <a:pt x="233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8" name="Google Shape;1838;p30"/>
            <p:cNvSpPr/>
            <p:nvPr/>
          </p:nvSpPr>
          <p:spPr>
            <a:xfrm>
              <a:off x="4114230" y="3887538"/>
              <a:ext cx="117633" cy="29534"/>
            </a:xfrm>
            <a:custGeom>
              <a:avLst/>
              <a:gdLst/>
              <a:ahLst/>
              <a:cxnLst/>
              <a:rect l="l" t="t" r="r" b="b"/>
              <a:pathLst>
                <a:path w="3266" h="820" extrusionOk="0">
                  <a:moveTo>
                    <a:pt x="369" y="1"/>
                  </a:moveTo>
                  <a:cubicBezTo>
                    <a:pt x="164" y="1"/>
                    <a:pt x="1" y="164"/>
                    <a:pt x="1" y="361"/>
                  </a:cubicBezTo>
                  <a:lnTo>
                    <a:pt x="1" y="820"/>
                  </a:lnTo>
                  <a:lnTo>
                    <a:pt x="3265" y="820"/>
                  </a:lnTo>
                  <a:lnTo>
                    <a:pt x="3265" y="361"/>
                  </a:lnTo>
                  <a:cubicBezTo>
                    <a:pt x="3265" y="164"/>
                    <a:pt x="3102" y="1"/>
                    <a:pt x="290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9" name="Google Shape;1839;p30"/>
            <p:cNvSpPr/>
            <p:nvPr/>
          </p:nvSpPr>
          <p:spPr>
            <a:xfrm>
              <a:off x="4000488" y="3895786"/>
              <a:ext cx="28958" cy="42933"/>
            </a:xfrm>
            <a:custGeom>
              <a:avLst/>
              <a:gdLst/>
              <a:ahLst/>
              <a:cxnLst/>
              <a:rect l="l" t="t" r="r" b="b"/>
              <a:pathLst>
                <a:path w="804" h="1192" extrusionOk="0">
                  <a:moveTo>
                    <a:pt x="804" y="0"/>
                  </a:moveTo>
                  <a:lnTo>
                    <a:pt x="139" y="394"/>
                  </a:lnTo>
                  <a:cubicBezTo>
                    <a:pt x="50" y="443"/>
                    <a:pt x="1" y="534"/>
                    <a:pt x="1" y="632"/>
                  </a:cubicBezTo>
                  <a:lnTo>
                    <a:pt x="1" y="1191"/>
                  </a:lnTo>
                  <a:lnTo>
                    <a:pt x="804" y="1191"/>
                  </a:lnTo>
                  <a:lnTo>
                    <a:pt x="80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0" name="Google Shape;1840;p30"/>
            <p:cNvSpPr/>
            <p:nvPr/>
          </p:nvSpPr>
          <p:spPr>
            <a:xfrm>
              <a:off x="4316610" y="3959032"/>
              <a:ext cx="29246" cy="75060"/>
            </a:xfrm>
            <a:custGeom>
              <a:avLst/>
              <a:gdLst/>
              <a:ahLst/>
              <a:cxnLst/>
              <a:rect l="l" t="t" r="r" b="b"/>
              <a:pathLst>
                <a:path w="812" h="2084" extrusionOk="0">
                  <a:moveTo>
                    <a:pt x="1" y="0"/>
                  </a:moveTo>
                  <a:lnTo>
                    <a:pt x="1" y="2083"/>
                  </a:lnTo>
                  <a:lnTo>
                    <a:pt x="534" y="2083"/>
                  </a:lnTo>
                  <a:cubicBezTo>
                    <a:pt x="682" y="2083"/>
                    <a:pt x="812" y="1953"/>
                    <a:pt x="812" y="1798"/>
                  </a:cubicBezTo>
                  <a:lnTo>
                    <a:pt x="812"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1" name="Google Shape;1841;p30"/>
            <p:cNvSpPr/>
            <p:nvPr/>
          </p:nvSpPr>
          <p:spPr>
            <a:xfrm>
              <a:off x="4316610" y="3895786"/>
              <a:ext cx="29246" cy="42933"/>
            </a:xfrm>
            <a:custGeom>
              <a:avLst/>
              <a:gdLst/>
              <a:ahLst/>
              <a:cxnLst/>
              <a:rect l="l" t="t" r="r" b="b"/>
              <a:pathLst>
                <a:path w="812" h="1192" extrusionOk="0">
                  <a:moveTo>
                    <a:pt x="1" y="0"/>
                  </a:moveTo>
                  <a:lnTo>
                    <a:pt x="1" y="1191"/>
                  </a:lnTo>
                  <a:lnTo>
                    <a:pt x="812" y="1191"/>
                  </a:lnTo>
                  <a:lnTo>
                    <a:pt x="812" y="632"/>
                  </a:lnTo>
                  <a:cubicBezTo>
                    <a:pt x="812" y="534"/>
                    <a:pt x="755" y="443"/>
                    <a:pt x="674" y="394"/>
                  </a:cubicBezTo>
                  <a:lnTo>
                    <a:pt x="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2" name="Google Shape;1842;p30"/>
            <p:cNvSpPr/>
            <p:nvPr/>
          </p:nvSpPr>
          <p:spPr>
            <a:xfrm>
              <a:off x="4000488" y="3959032"/>
              <a:ext cx="28958" cy="75060"/>
            </a:xfrm>
            <a:custGeom>
              <a:avLst/>
              <a:gdLst/>
              <a:ahLst/>
              <a:cxnLst/>
              <a:rect l="l" t="t" r="r" b="b"/>
              <a:pathLst>
                <a:path w="804" h="2084" extrusionOk="0">
                  <a:moveTo>
                    <a:pt x="1" y="0"/>
                  </a:moveTo>
                  <a:lnTo>
                    <a:pt x="1" y="1798"/>
                  </a:lnTo>
                  <a:cubicBezTo>
                    <a:pt x="1" y="1953"/>
                    <a:pt x="123" y="2083"/>
                    <a:pt x="278" y="2083"/>
                  </a:cubicBezTo>
                  <a:lnTo>
                    <a:pt x="804" y="2083"/>
                  </a:lnTo>
                  <a:lnTo>
                    <a:pt x="80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3" name="Google Shape;1843;p30"/>
            <p:cNvSpPr/>
            <p:nvPr/>
          </p:nvSpPr>
          <p:spPr>
            <a:xfrm>
              <a:off x="4049795" y="3743326"/>
              <a:ext cx="22511" cy="40232"/>
            </a:xfrm>
            <a:custGeom>
              <a:avLst/>
              <a:gdLst/>
              <a:ahLst/>
              <a:cxnLst/>
              <a:rect l="l" t="t" r="r" b="b"/>
              <a:pathLst>
                <a:path w="625" h="1117" extrusionOk="0">
                  <a:moveTo>
                    <a:pt x="0" y="0"/>
                  </a:moveTo>
                  <a:lnTo>
                    <a:pt x="0" y="1116"/>
                  </a:lnTo>
                  <a:cubicBezTo>
                    <a:pt x="181" y="920"/>
                    <a:pt x="386" y="756"/>
                    <a:pt x="624" y="624"/>
                  </a:cubicBezTo>
                  <a:lnTo>
                    <a:pt x="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4" name="Google Shape;1844;p30"/>
            <p:cNvSpPr/>
            <p:nvPr/>
          </p:nvSpPr>
          <p:spPr>
            <a:xfrm>
              <a:off x="4049795" y="3688544"/>
              <a:ext cx="246792" cy="69910"/>
            </a:xfrm>
            <a:custGeom>
              <a:avLst/>
              <a:gdLst/>
              <a:ahLst/>
              <a:cxnLst/>
              <a:rect l="l" t="t" r="r" b="b"/>
              <a:pathLst>
                <a:path w="6852" h="1941" extrusionOk="0">
                  <a:moveTo>
                    <a:pt x="846" y="0"/>
                  </a:moveTo>
                  <a:cubicBezTo>
                    <a:pt x="774" y="0"/>
                    <a:pt x="703" y="29"/>
                    <a:pt x="650" y="86"/>
                  </a:cubicBezTo>
                  <a:lnTo>
                    <a:pt x="0" y="726"/>
                  </a:lnTo>
                  <a:lnTo>
                    <a:pt x="1207" y="1940"/>
                  </a:lnTo>
                  <a:cubicBezTo>
                    <a:pt x="1355" y="1907"/>
                    <a:pt x="1510" y="1891"/>
                    <a:pt x="1674" y="1891"/>
                  </a:cubicBezTo>
                  <a:lnTo>
                    <a:pt x="2888" y="1891"/>
                  </a:lnTo>
                  <a:lnTo>
                    <a:pt x="2888" y="1472"/>
                  </a:lnTo>
                  <a:cubicBezTo>
                    <a:pt x="2888" y="1177"/>
                    <a:pt x="3127" y="940"/>
                    <a:pt x="3422" y="940"/>
                  </a:cubicBezTo>
                  <a:cubicBezTo>
                    <a:pt x="3717" y="940"/>
                    <a:pt x="3963" y="1177"/>
                    <a:pt x="3963" y="1472"/>
                  </a:cubicBezTo>
                  <a:lnTo>
                    <a:pt x="3963" y="1891"/>
                  </a:lnTo>
                  <a:lnTo>
                    <a:pt x="5178" y="1891"/>
                  </a:lnTo>
                  <a:cubicBezTo>
                    <a:pt x="5334" y="1891"/>
                    <a:pt x="5489" y="1907"/>
                    <a:pt x="5645" y="1940"/>
                  </a:cubicBezTo>
                  <a:lnTo>
                    <a:pt x="6852" y="734"/>
                  </a:lnTo>
                  <a:lnTo>
                    <a:pt x="6202" y="86"/>
                  </a:lnTo>
                  <a:cubicBezTo>
                    <a:pt x="6145" y="29"/>
                    <a:pt x="6073" y="0"/>
                    <a:pt x="6002" y="0"/>
                  </a:cubicBezTo>
                  <a:cubicBezTo>
                    <a:pt x="5930" y="0"/>
                    <a:pt x="5858" y="29"/>
                    <a:pt x="5800" y="86"/>
                  </a:cubicBezTo>
                  <a:lnTo>
                    <a:pt x="4520" y="1373"/>
                  </a:lnTo>
                  <a:cubicBezTo>
                    <a:pt x="4463" y="816"/>
                    <a:pt x="3997" y="373"/>
                    <a:pt x="3422" y="373"/>
                  </a:cubicBezTo>
                  <a:cubicBezTo>
                    <a:pt x="2855" y="373"/>
                    <a:pt x="2388" y="808"/>
                    <a:pt x="2331" y="1366"/>
                  </a:cubicBezTo>
                  <a:lnTo>
                    <a:pt x="1044" y="86"/>
                  </a:lnTo>
                  <a:cubicBezTo>
                    <a:pt x="989" y="29"/>
                    <a:pt x="918" y="0"/>
                    <a:pt x="84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5" name="Google Shape;1845;p30"/>
            <p:cNvSpPr/>
            <p:nvPr/>
          </p:nvSpPr>
          <p:spPr>
            <a:xfrm>
              <a:off x="4274073" y="3743650"/>
              <a:ext cx="22511" cy="40196"/>
            </a:xfrm>
            <a:custGeom>
              <a:avLst/>
              <a:gdLst/>
              <a:ahLst/>
              <a:cxnLst/>
              <a:rect l="l" t="t" r="r" b="b"/>
              <a:pathLst>
                <a:path w="625" h="1116" extrusionOk="0">
                  <a:moveTo>
                    <a:pt x="625" y="1"/>
                  </a:moveTo>
                  <a:lnTo>
                    <a:pt x="0" y="623"/>
                  </a:lnTo>
                  <a:cubicBezTo>
                    <a:pt x="239" y="747"/>
                    <a:pt x="443" y="911"/>
                    <a:pt x="625" y="1115"/>
                  </a:cubicBezTo>
                  <a:lnTo>
                    <a:pt x="625"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6" name="Google Shape;1846;p30"/>
            <p:cNvSpPr/>
            <p:nvPr/>
          </p:nvSpPr>
          <p:spPr>
            <a:xfrm>
              <a:off x="4049795" y="3776714"/>
              <a:ext cx="246792" cy="257381"/>
            </a:xfrm>
            <a:custGeom>
              <a:avLst/>
              <a:gdLst/>
              <a:ahLst/>
              <a:cxnLst/>
              <a:rect l="l" t="t" r="r" b="b"/>
              <a:pathLst>
                <a:path w="6852" h="7146" extrusionOk="0">
                  <a:moveTo>
                    <a:pt x="4645" y="1010"/>
                  </a:moveTo>
                  <a:cubicBezTo>
                    <a:pt x="4800" y="1010"/>
                    <a:pt x="4922" y="1140"/>
                    <a:pt x="4922" y="1298"/>
                  </a:cubicBezTo>
                  <a:cubicBezTo>
                    <a:pt x="4922" y="1453"/>
                    <a:pt x="4800" y="1575"/>
                    <a:pt x="4645" y="1575"/>
                  </a:cubicBezTo>
                  <a:lnTo>
                    <a:pt x="2207" y="1575"/>
                  </a:lnTo>
                  <a:cubicBezTo>
                    <a:pt x="2052" y="1575"/>
                    <a:pt x="1929" y="1453"/>
                    <a:pt x="1929" y="1298"/>
                  </a:cubicBezTo>
                  <a:cubicBezTo>
                    <a:pt x="1929" y="1140"/>
                    <a:pt x="2052" y="1010"/>
                    <a:pt x="2207" y="1010"/>
                  </a:cubicBezTo>
                  <a:close/>
                  <a:moveTo>
                    <a:pt x="1674" y="0"/>
                  </a:moveTo>
                  <a:cubicBezTo>
                    <a:pt x="748" y="0"/>
                    <a:pt x="0" y="756"/>
                    <a:pt x="0" y="1674"/>
                  </a:cubicBezTo>
                  <a:lnTo>
                    <a:pt x="0" y="7145"/>
                  </a:lnTo>
                  <a:lnTo>
                    <a:pt x="1231" y="7145"/>
                  </a:lnTo>
                  <a:lnTo>
                    <a:pt x="1231" y="3438"/>
                  </a:lnTo>
                  <a:cubicBezTo>
                    <a:pt x="1231" y="2930"/>
                    <a:pt x="1642" y="2511"/>
                    <a:pt x="2158" y="2511"/>
                  </a:cubicBezTo>
                  <a:lnTo>
                    <a:pt x="4694" y="2511"/>
                  </a:lnTo>
                  <a:cubicBezTo>
                    <a:pt x="5202" y="2511"/>
                    <a:pt x="5621" y="2930"/>
                    <a:pt x="5621" y="3438"/>
                  </a:cubicBezTo>
                  <a:lnTo>
                    <a:pt x="5621" y="7145"/>
                  </a:lnTo>
                  <a:lnTo>
                    <a:pt x="6852" y="7145"/>
                  </a:lnTo>
                  <a:lnTo>
                    <a:pt x="6852" y="1674"/>
                  </a:lnTo>
                  <a:cubicBezTo>
                    <a:pt x="6852" y="756"/>
                    <a:pt x="6096" y="0"/>
                    <a:pt x="517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847" name="Google Shape;1847;p30"/>
          <p:cNvGrpSpPr/>
          <p:nvPr/>
        </p:nvGrpSpPr>
        <p:grpSpPr>
          <a:xfrm>
            <a:off x="2876271" y="1507450"/>
            <a:ext cx="345440" cy="345440"/>
            <a:chOff x="3990151" y="3099234"/>
            <a:chExt cx="345440" cy="345440"/>
          </a:xfrm>
        </p:grpSpPr>
        <p:sp>
          <p:nvSpPr>
            <p:cNvPr id="1848" name="Google Shape;1848;p30"/>
            <p:cNvSpPr/>
            <p:nvPr/>
          </p:nvSpPr>
          <p:spPr>
            <a:xfrm>
              <a:off x="4223217" y="3416832"/>
              <a:ext cx="56764" cy="27842"/>
            </a:xfrm>
            <a:custGeom>
              <a:avLst/>
              <a:gdLst/>
              <a:ahLst/>
              <a:cxnLst/>
              <a:rect l="l" t="t" r="r" b="b"/>
              <a:pathLst>
                <a:path w="1576" h="773" extrusionOk="0">
                  <a:moveTo>
                    <a:pt x="1" y="1"/>
                  </a:moveTo>
                  <a:lnTo>
                    <a:pt x="1" y="493"/>
                  </a:lnTo>
                  <a:cubicBezTo>
                    <a:pt x="1" y="648"/>
                    <a:pt x="125" y="772"/>
                    <a:pt x="280" y="772"/>
                  </a:cubicBezTo>
                  <a:lnTo>
                    <a:pt x="1298" y="772"/>
                  </a:lnTo>
                  <a:cubicBezTo>
                    <a:pt x="1454" y="772"/>
                    <a:pt x="1576" y="648"/>
                    <a:pt x="1576" y="493"/>
                  </a:cubicBezTo>
                  <a:lnTo>
                    <a:pt x="157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9" name="Google Shape;1849;p30"/>
            <p:cNvSpPr/>
            <p:nvPr/>
          </p:nvSpPr>
          <p:spPr>
            <a:xfrm>
              <a:off x="4279944" y="3416544"/>
              <a:ext cx="36" cy="36"/>
            </a:xfrm>
            <a:custGeom>
              <a:avLst/>
              <a:gdLst/>
              <a:ahLst/>
              <a:cxnLst/>
              <a:rect l="l" t="t" r="r" b="b"/>
              <a:pathLst>
                <a:path w="1" h="1" extrusionOk="0">
                  <a:moveTo>
                    <a:pt x="1" y="1"/>
                  </a:moveTo>
                  <a:lnTo>
                    <a:pt x="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0" name="Google Shape;1850;p30"/>
            <p:cNvSpPr/>
            <p:nvPr/>
          </p:nvSpPr>
          <p:spPr>
            <a:xfrm>
              <a:off x="4045654" y="3416544"/>
              <a:ext cx="324" cy="36"/>
            </a:xfrm>
            <a:custGeom>
              <a:avLst/>
              <a:gdLst/>
              <a:ahLst/>
              <a:cxnLst/>
              <a:rect l="l" t="t" r="r" b="b"/>
              <a:pathLst>
                <a:path w="9" h="1" extrusionOk="0">
                  <a:moveTo>
                    <a:pt x="1" y="1"/>
                  </a:moveTo>
                  <a:lnTo>
                    <a:pt x="1" y="1"/>
                  </a:lnTo>
                  <a:cubicBezTo>
                    <a:pt x="9" y="1"/>
                    <a:pt x="9" y="1"/>
                    <a:pt x="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1" name="Google Shape;1851;p30"/>
            <p:cNvSpPr/>
            <p:nvPr/>
          </p:nvSpPr>
          <p:spPr>
            <a:xfrm>
              <a:off x="4045654" y="3416832"/>
              <a:ext cx="57052" cy="27842"/>
            </a:xfrm>
            <a:custGeom>
              <a:avLst/>
              <a:gdLst/>
              <a:ahLst/>
              <a:cxnLst/>
              <a:rect l="l" t="t" r="r" b="b"/>
              <a:pathLst>
                <a:path w="1584" h="773" extrusionOk="0">
                  <a:moveTo>
                    <a:pt x="1" y="1"/>
                  </a:moveTo>
                  <a:lnTo>
                    <a:pt x="1" y="493"/>
                  </a:lnTo>
                  <a:cubicBezTo>
                    <a:pt x="1" y="648"/>
                    <a:pt x="133" y="772"/>
                    <a:pt x="288" y="772"/>
                  </a:cubicBezTo>
                  <a:lnTo>
                    <a:pt x="1296" y="772"/>
                  </a:lnTo>
                  <a:cubicBezTo>
                    <a:pt x="1454" y="772"/>
                    <a:pt x="1584" y="648"/>
                    <a:pt x="1584" y="493"/>
                  </a:cubicBezTo>
                  <a:lnTo>
                    <a:pt x="158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2" name="Google Shape;1852;p30"/>
            <p:cNvSpPr/>
            <p:nvPr/>
          </p:nvSpPr>
          <p:spPr>
            <a:xfrm>
              <a:off x="3990151" y="3178435"/>
              <a:ext cx="20098" cy="55287"/>
            </a:xfrm>
            <a:custGeom>
              <a:avLst/>
              <a:gdLst/>
              <a:ahLst/>
              <a:cxnLst/>
              <a:rect l="l" t="t" r="r" b="b"/>
              <a:pathLst>
                <a:path w="558" h="1535" extrusionOk="0">
                  <a:moveTo>
                    <a:pt x="557" y="0"/>
                  </a:moveTo>
                  <a:cubicBezTo>
                    <a:pt x="229" y="180"/>
                    <a:pt x="0" y="516"/>
                    <a:pt x="0" y="910"/>
                  </a:cubicBezTo>
                  <a:lnTo>
                    <a:pt x="0" y="1534"/>
                  </a:lnTo>
                  <a:lnTo>
                    <a:pt x="557" y="1534"/>
                  </a:lnTo>
                  <a:lnTo>
                    <a:pt x="55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3" name="Google Shape;1853;p30"/>
            <p:cNvSpPr/>
            <p:nvPr/>
          </p:nvSpPr>
          <p:spPr>
            <a:xfrm>
              <a:off x="4315421" y="3178435"/>
              <a:ext cx="20170" cy="55287"/>
            </a:xfrm>
            <a:custGeom>
              <a:avLst/>
              <a:gdLst/>
              <a:ahLst/>
              <a:cxnLst/>
              <a:rect l="l" t="t" r="r" b="b"/>
              <a:pathLst>
                <a:path w="560" h="1535" extrusionOk="0">
                  <a:moveTo>
                    <a:pt x="0" y="0"/>
                  </a:moveTo>
                  <a:lnTo>
                    <a:pt x="0" y="1534"/>
                  </a:lnTo>
                  <a:lnTo>
                    <a:pt x="559" y="1534"/>
                  </a:lnTo>
                  <a:lnTo>
                    <a:pt x="559" y="910"/>
                  </a:lnTo>
                  <a:cubicBezTo>
                    <a:pt x="559" y="516"/>
                    <a:pt x="337" y="180"/>
                    <a:pt x="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4" name="Google Shape;1854;p30"/>
            <p:cNvSpPr/>
            <p:nvPr/>
          </p:nvSpPr>
          <p:spPr>
            <a:xfrm>
              <a:off x="4030634" y="3318469"/>
              <a:ext cx="264765" cy="78050"/>
            </a:xfrm>
            <a:custGeom>
              <a:avLst/>
              <a:gdLst/>
              <a:ahLst/>
              <a:cxnLst/>
              <a:rect l="l" t="t" r="r" b="b"/>
              <a:pathLst>
                <a:path w="7351" h="2167" extrusionOk="0">
                  <a:moveTo>
                    <a:pt x="1343" y="733"/>
                  </a:moveTo>
                  <a:cubicBezTo>
                    <a:pt x="1393" y="733"/>
                    <a:pt x="1442" y="746"/>
                    <a:pt x="1485" y="771"/>
                  </a:cubicBezTo>
                  <a:cubicBezTo>
                    <a:pt x="1583" y="838"/>
                    <a:pt x="1640" y="952"/>
                    <a:pt x="1615" y="1066"/>
                  </a:cubicBezTo>
                  <a:cubicBezTo>
                    <a:pt x="1591" y="1198"/>
                    <a:pt x="1477" y="1296"/>
                    <a:pt x="1345" y="1296"/>
                  </a:cubicBezTo>
                  <a:cubicBezTo>
                    <a:pt x="1221" y="1296"/>
                    <a:pt x="1115" y="1223"/>
                    <a:pt x="1073" y="1107"/>
                  </a:cubicBezTo>
                  <a:cubicBezTo>
                    <a:pt x="1042" y="1001"/>
                    <a:pt x="1073" y="869"/>
                    <a:pt x="1164" y="796"/>
                  </a:cubicBezTo>
                  <a:cubicBezTo>
                    <a:pt x="1215" y="754"/>
                    <a:pt x="1279" y="733"/>
                    <a:pt x="1343" y="733"/>
                  </a:cubicBezTo>
                  <a:close/>
                  <a:moveTo>
                    <a:pt x="6004" y="733"/>
                  </a:moveTo>
                  <a:cubicBezTo>
                    <a:pt x="6054" y="733"/>
                    <a:pt x="6106" y="746"/>
                    <a:pt x="6153" y="771"/>
                  </a:cubicBezTo>
                  <a:cubicBezTo>
                    <a:pt x="6251" y="838"/>
                    <a:pt x="6309" y="952"/>
                    <a:pt x="6283" y="1066"/>
                  </a:cubicBezTo>
                  <a:cubicBezTo>
                    <a:pt x="6251" y="1198"/>
                    <a:pt x="6135" y="1296"/>
                    <a:pt x="6005" y="1296"/>
                  </a:cubicBezTo>
                  <a:cubicBezTo>
                    <a:pt x="5889" y="1296"/>
                    <a:pt x="5783" y="1223"/>
                    <a:pt x="5742" y="1107"/>
                  </a:cubicBezTo>
                  <a:cubicBezTo>
                    <a:pt x="5700" y="1001"/>
                    <a:pt x="5734" y="869"/>
                    <a:pt x="5824" y="796"/>
                  </a:cubicBezTo>
                  <a:cubicBezTo>
                    <a:pt x="5875" y="754"/>
                    <a:pt x="5939" y="733"/>
                    <a:pt x="6004" y="733"/>
                  </a:cubicBezTo>
                  <a:close/>
                  <a:moveTo>
                    <a:pt x="0" y="1"/>
                  </a:moveTo>
                  <a:lnTo>
                    <a:pt x="0" y="1617"/>
                  </a:lnTo>
                  <a:cubicBezTo>
                    <a:pt x="0" y="1920"/>
                    <a:pt x="247" y="2167"/>
                    <a:pt x="550" y="2167"/>
                  </a:cubicBezTo>
                  <a:lnTo>
                    <a:pt x="6801" y="2167"/>
                  </a:lnTo>
                  <a:cubicBezTo>
                    <a:pt x="7104" y="2167"/>
                    <a:pt x="7350" y="1920"/>
                    <a:pt x="7350" y="1617"/>
                  </a:cubicBezTo>
                  <a:lnTo>
                    <a:pt x="735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5" name="Google Shape;1855;p30"/>
            <p:cNvSpPr/>
            <p:nvPr/>
          </p:nvSpPr>
          <p:spPr>
            <a:xfrm>
              <a:off x="4193107" y="3273520"/>
              <a:ext cx="60005" cy="24852"/>
            </a:xfrm>
            <a:custGeom>
              <a:avLst/>
              <a:gdLst/>
              <a:ahLst/>
              <a:cxnLst/>
              <a:rect l="l" t="t" r="r" b="b"/>
              <a:pathLst>
                <a:path w="1666" h="690" extrusionOk="0">
                  <a:moveTo>
                    <a:pt x="837" y="1"/>
                  </a:moveTo>
                  <a:cubicBezTo>
                    <a:pt x="419" y="1"/>
                    <a:pt x="75" y="296"/>
                    <a:pt x="0" y="690"/>
                  </a:cubicBezTo>
                  <a:lnTo>
                    <a:pt x="1666" y="690"/>
                  </a:lnTo>
                  <a:cubicBezTo>
                    <a:pt x="1593" y="296"/>
                    <a:pt x="1248" y="1"/>
                    <a:pt x="83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6" name="Google Shape;1856;p30"/>
            <p:cNvSpPr/>
            <p:nvPr/>
          </p:nvSpPr>
          <p:spPr>
            <a:xfrm>
              <a:off x="4030634" y="3159778"/>
              <a:ext cx="264765" cy="138595"/>
            </a:xfrm>
            <a:custGeom>
              <a:avLst/>
              <a:gdLst/>
              <a:ahLst/>
              <a:cxnLst/>
              <a:rect l="l" t="t" r="r" b="b"/>
              <a:pathLst>
                <a:path w="7351" h="3848" extrusionOk="0">
                  <a:moveTo>
                    <a:pt x="0" y="1"/>
                  </a:moveTo>
                  <a:lnTo>
                    <a:pt x="0" y="3848"/>
                  </a:lnTo>
                  <a:lnTo>
                    <a:pt x="3946" y="3848"/>
                  </a:lnTo>
                  <a:cubicBezTo>
                    <a:pt x="4027" y="3143"/>
                    <a:pt x="4627" y="2601"/>
                    <a:pt x="5348" y="2601"/>
                  </a:cubicBezTo>
                  <a:cubicBezTo>
                    <a:pt x="6070" y="2601"/>
                    <a:pt x="6669" y="3143"/>
                    <a:pt x="6752" y="3848"/>
                  </a:cubicBezTo>
                  <a:lnTo>
                    <a:pt x="7350" y="3848"/>
                  </a:lnTo>
                  <a:lnTo>
                    <a:pt x="735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7" name="Google Shape;1857;p30"/>
            <p:cNvSpPr/>
            <p:nvPr/>
          </p:nvSpPr>
          <p:spPr>
            <a:xfrm>
              <a:off x="4030634" y="3099234"/>
              <a:ext cx="264765" cy="40232"/>
            </a:xfrm>
            <a:custGeom>
              <a:avLst/>
              <a:gdLst/>
              <a:ahLst/>
              <a:cxnLst/>
              <a:rect l="l" t="t" r="r" b="b"/>
              <a:pathLst>
                <a:path w="7351" h="1117" extrusionOk="0">
                  <a:moveTo>
                    <a:pt x="1073" y="0"/>
                  </a:moveTo>
                  <a:cubicBezTo>
                    <a:pt x="483" y="0"/>
                    <a:pt x="0" y="485"/>
                    <a:pt x="0" y="1083"/>
                  </a:cubicBezTo>
                  <a:lnTo>
                    <a:pt x="0" y="1117"/>
                  </a:lnTo>
                  <a:lnTo>
                    <a:pt x="7350" y="1117"/>
                  </a:lnTo>
                  <a:lnTo>
                    <a:pt x="7350" y="1083"/>
                  </a:lnTo>
                  <a:cubicBezTo>
                    <a:pt x="7350" y="485"/>
                    <a:pt x="6866" y="0"/>
                    <a:pt x="627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858" name="Google Shape;1858;p30"/>
          <p:cNvGrpSpPr/>
          <p:nvPr/>
        </p:nvGrpSpPr>
        <p:grpSpPr>
          <a:xfrm>
            <a:off x="1015179" y="1552940"/>
            <a:ext cx="345441" cy="345335"/>
            <a:chOff x="840752" y="2520188"/>
            <a:chExt cx="345441" cy="345335"/>
          </a:xfrm>
        </p:grpSpPr>
        <p:sp>
          <p:nvSpPr>
            <p:cNvPr id="1859" name="Google Shape;1859;p30"/>
            <p:cNvSpPr/>
            <p:nvPr/>
          </p:nvSpPr>
          <p:spPr>
            <a:xfrm>
              <a:off x="924996" y="2610231"/>
              <a:ext cx="177314" cy="79130"/>
            </a:xfrm>
            <a:custGeom>
              <a:avLst/>
              <a:gdLst/>
              <a:ahLst/>
              <a:cxnLst/>
              <a:rect l="l" t="t" r="r" b="b"/>
              <a:pathLst>
                <a:path w="4923" h="2197" extrusionOk="0">
                  <a:moveTo>
                    <a:pt x="1" y="0"/>
                  </a:moveTo>
                  <a:lnTo>
                    <a:pt x="1" y="1469"/>
                  </a:lnTo>
                  <a:cubicBezTo>
                    <a:pt x="1" y="1575"/>
                    <a:pt x="58" y="1658"/>
                    <a:pt x="148" y="1699"/>
                  </a:cubicBezTo>
                  <a:cubicBezTo>
                    <a:pt x="883" y="2031"/>
                    <a:pt x="1672" y="2197"/>
                    <a:pt x="2462" y="2197"/>
                  </a:cubicBezTo>
                  <a:cubicBezTo>
                    <a:pt x="3251" y="2197"/>
                    <a:pt x="4041" y="2031"/>
                    <a:pt x="4775" y="1699"/>
                  </a:cubicBezTo>
                  <a:cubicBezTo>
                    <a:pt x="4866" y="1658"/>
                    <a:pt x="4923" y="1575"/>
                    <a:pt x="4923" y="1469"/>
                  </a:cubicBezTo>
                  <a:lnTo>
                    <a:pt x="4923" y="0"/>
                  </a:lnTo>
                  <a:lnTo>
                    <a:pt x="2814" y="746"/>
                  </a:lnTo>
                  <a:cubicBezTo>
                    <a:pt x="2700" y="788"/>
                    <a:pt x="2584" y="805"/>
                    <a:pt x="2462" y="805"/>
                  </a:cubicBezTo>
                  <a:cubicBezTo>
                    <a:pt x="2338" y="805"/>
                    <a:pt x="2223" y="788"/>
                    <a:pt x="2109" y="746"/>
                  </a:cubicBezTo>
                  <a:lnTo>
                    <a:pt x="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0" name="Google Shape;1860;p30"/>
            <p:cNvSpPr/>
            <p:nvPr/>
          </p:nvSpPr>
          <p:spPr>
            <a:xfrm>
              <a:off x="887502" y="2520188"/>
              <a:ext cx="252339" cy="98868"/>
            </a:xfrm>
            <a:custGeom>
              <a:avLst/>
              <a:gdLst/>
              <a:ahLst/>
              <a:cxnLst/>
              <a:rect l="l" t="t" r="r" b="b"/>
              <a:pathLst>
                <a:path w="7006" h="2745" extrusionOk="0">
                  <a:moveTo>
                    <a:pt x="3502" y="0"/>
                  </a:moveTo>
                  <a:cubicBezTo>
                    <a:pt x="3447" y="0"/>
                    <a:pt x="3391" y="11"/>
                    <a:pt x="3337" y="31"/>
                  </a:cubicBezTo>
                  <a:lnTo>
                    <a:pt x="228" y="1130"/>
                  </a:lnTo>
                  <a:cubicBezTo>
                    <a:pt x="0" y="1213"/>
                    <a:pt x="0" y="1534"/>
                    <a:pt x="228" y="1614"/>
                  </a:cubicBezTo>
                  <a:lnTo>
                    <a:pt x="3337" y="2715"/>
                  </a:lnTo>
                  <a:cubicBezTo>
                    <a:pt x="3391" y="2735"/>
                    <a:pt x="3447" y="2744"/>
                    <a:pt x="3502" y="2744"/>
                  </a:cubicBezTo>
                  <a:cubicBezTo>
                    <a:pt x="3558" y="2744"/>
                    <a:pt x="3613" y="2735"/>
                    <a:pt x="3666" y="2715"/>
                  </a:cubicBezTo>
                  <a:lnTo>
                    <a:pt x="6775" y="1614"/>
                  </a:lnTo>
                  <a:cubicBezTo>
                    <a:pt x="7005" y="1534"/>
                    <a:pt x="7005" y="1213"/>
                    <a:pt x="6775" y="1130"/>
                  </a:cubicBezTo>
                  <a:lnTo>
                    <a:pt x="3666" y="31"/>
                  </a:lnTo>
                  <a:cubicBezTo>
                    <a:pt x="3613" y="11"/>
                    <a:pt x="3558" y="0"/>
                    <a:pt x="350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1" name="Google Shape;1861;p30"/>
            <p:cNvSpPr/>
            <p:nvPr/>
          </p:nvSpPr>
          <p:spPr>
            <a:xfrm>
              <a:off x="840752" y="2573637"/>
              <a:ext cx="153435" cy="291886"/>
            </a:xfrm>
            <a:custGeom>
              <a:avLst/>
              <a:gdLst/>
              <a:ahLst/>
              <a:cxnLst/>
              <a:rect l="l" t="t" r="r" b="b"/>
              <a:pathLst>
                <a:path w="4260" h="8104" extrusionOk="0">
                  <a:moveTo>
                    <a:pt x="542" y="0"/>
                  </a:moveTo>
                  <a:cubicBezTo>
                    <a:pt x="247" y="0"/>
                    <a:pt x="1" y="246"/>
                    <a:pt x="1" y="542"/>
                  </a:cubicBezTo>
                  <a:lnTo>
                    <a:pt x="1" y="4003"/>
                  </a:lnTo>
                  <a:cubicBezTo>
                    <a:pt x="1" y="4347"/>
                    <a:pt x="140" y="4676"/>
                    <a:pt x="379" y="4922"/>
                  </a:cubicBezTo>
                  <a:lnTo>
                    <a:pt x="2479" y="7055"/>
                  </a:lnTo>
                  <a:lnTo>
                    <a:pt x="2479" y="8104"/>
                  </a:lnTo>
                  <a:lnTo>
                    <a:pt x="4259" y="8104"/>
                  </a:lnTo>
                  <a:lnTo>
                    <a:pt x="4259" y="6054"/>
                  </a:lnTo>
                  <a:cubicBezTo>
                    <a:pt x="4259" y="5594"/>
                    <a:pt x="4078" y="5151"/>
                    <a:pt x="3749" y="4814"/>
                  </a:cubicBezTo>
                  <a:lnTo>
                    <a:pt x="2068" y="3150"/>
                  </a:lnTo>
                  <a:cubicBezTo>
                    <a:pt x="2039" y="3117"/>
                    <a:pt x="1999" y="3100"/>
                    <a:pt x="1957" y="3100"/>
                  </a:cubicBezTo>
                  <a:cubicBezTo>
                    <a:pt x="1915" y="3100"/>
                    <a:pt x="1872" y="3117"/>
                    <a:pt x="1840" y="3150"/>
                  </a:cubicBezTo>
                  <a:cubicBezTo>
                    <a:pt x="1601" y="3387"/>
                    <a:pt x="1601" y="3780"/>
                    <a:pt x="1840" y="4019"/>
                  </a:cubicBezTo>
                  <a:lnTo>
                    <a:pt x="2609" y="4798"/>
                  </a:lnTo>
                  <a:cubicBezTo>
                    <a:pt x="2725" y="4913"/>
                    <a:pt x="2725" y="5094"/>
                    <a:pt x="2609" y="5208"/>
                  </a:cubicBezTo>
                  <a:cubicBezTo>
                    <a:pt x="2552" y="5266"/>
                    <a:pt x="2478" y="5295"/>
                    <a:pt x="2405" y="5295"/>
                  </a:cubicBezTo>
                  <a:cubicBezTo>
                    <a:pt x="2331" y="5295"/>
                    <a:pt x="2257" y="5266"/>
                    <a:pt x="2200" y="5208"/>
                  </a:cubicBezTo>
                  <a:lnTo>
                    <a:pt x="1420" y="4438"/>
                  </a:lnTo>
                  <a:cubicBezTo>
                    <a:pt x="1190" y="4200"/>
                    <a:pt x="1076" y="3897"/>
                    <a:pt x="1076" y="3584"/>
                  </a:cubicBezTo>
                  <a:lnTo>
                    <a:pt x="1076" y="542"/>
                  </a:lnTo>
                  <a:cubicBezTo>
                    <a:pt x="1076" y="246"/>
                    <a:pt x="837" y="0"/>
                    <a:pt x="54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2" name="Google Shape;1862;p30"/>
            <p:cNvSpPr/>
            <p:nvPr/>
          </p:nvSpPr>
          <p:spPr>
            <a:xfrm>
              <a:off x="1033155" y="2573637"/>
              <a:ext cx="153038" cy="291886"/>
            </a:xfrm>
            <a:custGeom>
              <a:avLst/>
              <a:gdLst/>
              <a:ahLst/>
              <a:cxnLst/>
              <a:rect l="l" t="t" r="r" b="b"/>
              <a:pathLst>
                <a:path w="4249" h="8104" extrusionOk="0">
                  <a:moveTo>
                    <a:pt x="3715" y="0"/>
                  </a:moveTo>
                  <a:cubicBezTo>
                    <a:pt x="3420" y="0"/>
                    <a:pt x="3182" y="246"/>
                    <a:pt x="3182" y="542"/>
                  </a:cubicBezTo>
                  <a:lnTo>
                    <a:pt x="3182" y="3584"/>
                  </a:lnTo>
                  <a:cubicBezTo>
                    <a:pt x="3182" y="3897"/>
                    <a:pt x="3068" y="4200"/>
                    <a:pt x="2829" y="4438"/>
                  </a:cubicBezTo>
                  <a:lnTo>
                    <a:pt x="2059" y="5208"/>
                  </a:lnTo>
                  <a:cubicBezTo>
                    <a:pt x="2001" y="5266"/>
                    <a:pt x="1925" y="5295"/>
                    <a:pt x="1850" y="5295"/>
                  </a:cubicBezTo>
                  <a:cubicBezTo>
                    <a:pt x="1775" y="5295"/>
                    <a:pt x="1701" y="5266"/>
                    <a:pt x="1648" y="5208"/>
                  </a:cubicBezTo>
                  <a:cubicBezTo>
                    <a:pt x="1534" y="5094"/>
                    <a:pt x="1534" y="4913"/>
                    <a:pt x="1648" y="4798"/>
                  </a:cubicBezTo>
                  <a:lnTo>
                    <a:pt x="2420" y="4019"/>
                  </a:lnTo>
                  <a:cubicBezTo>
                    <a:pt x="2658" y="3780"/>
                    <a:pt x="2658" y="3387"/>
                    <a:pt x="2420" y="3150"/>
                  </a:cubicBezTo>
                  <a:cubicBezTo>
                    <a:pt x="2387" y="3117"/>
                    <a:pt x="2344" y="3100"/>
                    <a:pt x="2301" y="3100"/>
                  </a:cubicBezTo>
                  <a:cubicBezTo>
                    <a:pt x="2257" y="3100"/>
                    <a:pt x="2214" y="3117"/>
                    <a:pt x="2182" y="3150"/>
                  </a:cubicBezTo>
                  <a:lnTo>
                    <a:pt x="508" y="4814"/>
                  </a:lnTo>
                  <a:cubicBezTo>
                    <a:pt x="179" y="5151"/>
                    <a:pt x="0" y="5594"/>
                    <a:pt x="0" y="6054"/>
                  </a:cubicBezTo>
                  <a:lnTo>
                    <a:pt x="0" y="8104"/>
                  </a:lnTo>
                  <a:lnTo>
                    <a:pt x="1780" y="8104"/>
                  </a:lnTo>
                  <a:lnTo>
                    <a:pt x="1780" y="7055"/>
                  </a:lnTo>
                  <a:lnTo>
                    <a:pt x="3871" y="4922"/>
                  </a:lnTo>
                  <a:cubicBezTo>
                    <a:pt x="4117" y="4676"/>
                    <a:pt x="4249" y="4347"/>
                    <a:pt x="4249" y="4003"/>
                  </a:cubicBezTo>
                  <a:lnTo>
                    <a:pt x="4249" y="542"/>
                  </a:lnTo>
                  <a:cubicBezTo>
                    <a:pt x="4249" y="246"/>
                    <a:pt x="4011" y="0"/>
                    <a:pt x="371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863" name="Google Shape;1863;p30"/>
          <p:cNvGrpSpPr/>
          <p:nvPr/>
        </p:nvGrpSpPr>
        <p:grpSpPr>
          <a:xfrm>
            <a:off x="6927430" y="817099"/>
            <a:ext cx="351063" cy="330420"/>
            <a:chOff x="7167248" y="1372470"/>
            <a:chExt cx="351063" cy="330420"/>
          </a:xfrm>
        </p:grpSpPr>
        <p:sp>
          <p:nvSpPr>
            <p:cNvPr id="1864" name="Google Shape;1864;p30"/>
            <p:cNvSpPr/>
            <p:nvPr/>
          </p:nvSpPr>
          <p:spPr>
            <a:xfrm>
              <a:off x="7181439" y="1665612"/>
              <a:ext cx="20386" cy="37278"/>
            </a:xfrm>
            <a:custGeom>
              <a:avLst/>
              <a:gdLst/>
              <a:ahLst/>
              <a:cxnLst/>
              <a:rect l="l" t="t" r="r" b="b"/>
              <a:pathLst>
                <a:path w="566" h="1035" extrusionOk="0">
                  <a:moveTo>
                    <a:pt x="0" y="0"/>
                  </a:moveTo>
                  <a:lnTo>
                    <a:pt x="0" y="757"/>
                  </a:lnTo>
                  <a:cubicBezTo>
                    <a:pt x="0" y="912"/>
                    <a:pt x="123" y="1034"/>
                    <a:pt x="280" y="1034"/>
                  </a:cubicBezTo>
                  <a:cubicBezTo>
                    <a:pt x="436" y="1034"/>
                    <a:pt x="566" y="912"/>
                    <a:pt x="566" y="757"/>
                  </a:cubicBezTo>
                  <a:lnTo>
                    <a:pt x="566" y="0"/>
                  </a:lnTo>
                  <a:cubicBezTo>
                    <a:pt x="477" y="18"/>
                    <a:pt x="378" y="34"/>
                    <a:pt x="280" y="34"/>
                  </a:cubicBezTo>
                  <a:cubicBezTo>
                    <a:pt x="182" y="34"/>
                    <a:pt x="91" y="18"/>
                    <a:pt x="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5" name="Google Shape;1865;p30"/>
            <p:cNvSpPr/>
            <p:nvPr/>
          </p:nvSpPr>
          <p:spPr>
            <a:xfrm>
              <a:off x="7167248" y="1603519"/>
              <a:ext cx="48768" cy="43041"/>
            </a:xfrm>
            <a:custGeom>
              <a:avLst/>
              <a:gdLst/>
              <a:ahLst/>
              <a:cxnLst/>
              <a:rect l="l" t="t" r="r" b="b"/>
              <a:pathLst>
                <a:path w="1354" h="1195" extrusionOk="0">
                  <a:moveTo>
                    <a:pt x="682" y="0"/>
                  </a:moveTo>
                  <a:cubicBezTo>
                    <a:pt x="447" y="0"/>
                    <a:pt x="223" y="141"/>
                    <a:pt x="123" y="372"/>
                  </a:cubicBezTo>
                  <a:cubicBezTo>
                    <a:pt x="1" y="675"/>
                    <a:pt x="140" y="1028"/>
                    <a:pt x="452" y="1152"/>
                  </a:cubicBezTo>
                  <a:cubicBezTo>
                    <a:pt x="521" y="1180"/>
                    <a:pt x="597" y="1194"/>
                    <a:pt x="674" y="1194"/>
                  </a:cubicBezTo>
                  <a:cubicBezTo>
                    <a:pt x="751" y="1194"/>
                    <a:pt x="829" y="1180"/>
                    <a:pt x="902" y="1152"/>
                  </a:cubicBezTo>
                  <a:cubicBezTo>
                    <a:pt x="1050" y="1094"/>
                    <a:pt x="1166" y="970"/>
                    <a:pt x="1231" y="831"/>
                  </a:cubicBezTo>
                  <a:cubicBezTo>
                    <a:pt x="1353" y="520"/>
                    <a:pt x="1206" y="175"/>
                    <a:pt x="902" y="43"/>
                  </a:cubicBezTo>
                  <a:cubicBezTo>
                    <a:pt x="830" y="14"/>
                    <a:pt x="756" y="0"/>
                    <a:pt x="68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6" name="Google Shape;1866;p30"/>
            <p:cNvSpPr/>
            <p:nvPr/>
          </p:nvSpPr>
          <p:spPr>
            <a:xfrm>
              <a:off x="7219221" y="1489525"/>
              <a:ext cx="247116" cy="114680"/>
            </a:xfrm>
            <a:custGeom>
              <a:avLst/>
              <a:gdLst/>
              <a:ahLst/>
              <a:cxnLst/>
              <a:rect l="l" t="t" r="r" b="b"/>
              <a:pathLst>
                <a:path w="6861" h="3184" extrusionOk="0">
                  <a:moveTo>
                    <a:pt x="1" y="1"/>
                  </a:moveTo>
                  <a:lnTo>
                    <a:pt x="1" y="2174"/>
                  </a:lnTo>
                  <a:cubicBezTo>
                    <a:pt x="1" y="2314"/>
                    <a:pt x="84" y="2438"/>
                    <a:pt x="215" y="2495"/>
                  </a:cubicBezTo>
                  <a:cubicBezTo>
                    <a:pt x="1236" y="2954"/>
                    <a:pt x="2333" y="3183"/>
                    <a:pt x="3431" y="3183"/>
                  </a:cubicBezTo>
                  <a:cubicBezTo>
                    <a:pt x="4528" y="3183"/>
                    <a:pt x="5625" y="2954"/>
                    <a:pt x="6646" y="2495"/>
                  </a:cubicBezTo>
                  <a:cubicBezTo>
                    <a:pt x="6778" y="2438"/>
                    <a:pt x="6860" y="2314"/>
                    <a:pt x="6860" y="2174"/>
                  </a:cubicBezTo>
                  <a:lnTo>
                    <a:pt x="6860" y="1"/>
                  </a:lnTo>
                  <a:lnTo>
                    <a:pt x="3848" y="1060"/>
                  </a:lnTo>
                  <a:cubicBezTo>
                    <a:pt x="3710" y="1109"/>
                    <a:pt x="3570" y="1133"/>
                    <a:pt x="3431" y="1133"/>
                  </a:cubicBezTo>
                  <a:cubicBezTo>
                    <a:pt x="3291" y="1133"/>
                    <a:pt x="3151" y="1109"/>
                    <a:pt x="3011" y="1060"/>
                  </a:cubicBezTo>
                  <a:lnTo>
                    <a:pt x="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7" name="Google Shape;1867;p30"/>
            <p:cNvSpPr/>
            <p:nvPr/>
          </p:nvSpPr>
          <p:spPr>
            <a:xfrm>
              <a:off x="7167248" y="1372470"/>
              <a:ext cx="351063" cy="211999"/>
            </a:xfrm>
            <a:custGeom>
              <a:avLst/>
              <a:gdLst/>
              <a:ahLst/>
              <a:cxnLst/>
              <a:rect l="l" t="t" r="r" b="b"/>
              <a:pathLst>
                <a:path w="9747" h="5886" extrusionOk="0">
                  <a:moveTo>
                    <a:pt x="4874" y="1"/>
                  </a:moveTo>
                  <a:cubicBezTo>
                    <a:pt x="4795" y="1"/>
                    <a:pt x="4717" y="15"/>
                    <a:pt x="4643" y="44"/>
                  </a:cubicBezTo>
                  <a:lnTo>
                    <a:pt x="320" y="1570"/>
                  </a:lnTo>
                  <a:cubicBezTo>
                    <a:pt x="1" y="1684"/>
                    <a:pt x="1" y="2144"/>
                    <a:pt x="320" y="2251"/>
                  </a:cubicBezTo>
                  <a:lnTo>
                    <a:pt x="394" y="2282"/>
                  </a:lnTo>
                  <a:lnTo>
                    <a:pt x="394" y="5885"/>
                  </a:lnTo>
                  <a:cubicBezTo>
                    <a:pt x="485" y="5867"/>
                    <a:pt x="576" y="5852"/>
                    <a:pt x="674" y="5852"/>
                  </a:cubicBezTo>
                  <a:cubicBezTo>
                    <a:pt x="772" y="5852"/>
                    <a:pt x="871" y="5867"/>
                    <a:pt x="960" y="5885"/>
                  </a:cubicBezTo>
                  <a:lnTo>
                    <a:pt x="960" y="2479"/>
                  </a:lnTo>
                  <a:lnTo>
                    <a:pt x="4643" y="3784"/>
                  </a:lnTo>
                  <a:cubicBezTo>
                    <a:pt x="4717" y="3809"/>
                    <a:pt x="4795" y="3821"/>
                    <a:pt x="4874" y="3821"/>
                  </a:cubicBezTo>
                  <a:cubicBezTo>
                    <a:pt x="4952" y="3821"/>
                    <a:pt x="5030" y="3809"/>
                    <a:pt x="5104" y="3784"/>
                  </a:cubicBezTo>
                  <a:lnTo>
                    <a:pt x="9425" y="2251"/>
                  </a:lnTo>
                  <a:cubicBezTo>
                    <a:pt x="9746" y="2144"/>
                    <a:pt x="9746" y="1684"/>
                    <a:pt x="9425" y="1570"/>
                  </a:cubicBezTo>
                  <a:lnTo>
                    <a:pt x="5104" y="44"/>
                  </a:lnTo>
                  <a:cubicBezTo>
                    <a:pt x="5030" y="15"/>
                    <a:pt x="4952" y="1"/>
                    <a:pt x="487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956" y="140321"/>
            <a:ext cx="5561177" cy="570795"/>
          </a:xfrm>
        </p:spPr>
        <p:txBody>
          <a:bodyPr>
            <a:normAutofit/>
          </a:bodyPr>
          <a:lstStyle/>
          <a:p>
            <a:r>
              <a:rPr lang="en-IN" dirty="0"/>
              <a:t>Skill Development Courses</a:t>
            </a:r>
          </a:p>
        </p:txBody>
      </p:sp>
      <p:sp>
        <p:nvSpPr>
          <p:cNvPr id="4" name="Text Placeholder 3"/>
          <p:cNvSpPr>
            <a:spLocks noGrp="1"/>
          </p:cNvSpPr>
          <p:nvPr>
            <p:ph type="body" idx="4294967295"/>
          </p:nvPr>
        </p:nvSpPr>
        <p:spPr/>
        <p:txBody>
          <a:bodyPr/>
          <a:lstStyle/>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352801989"/>
              </p:ext>
            </p:extLst>
          </p:nvPr>
        </p:nvGraphicFramePr>
        <p:xfrm>
          <a:off x="233956" y="802285"/>
          <a:ext cx="8295556" cy="4754721"/>
        </p:xfrm>
        <a:graphic>
          <a:graphicData uri="http://schemas.openxmlformats.org/drawingml/2006/table">
            <a:tbl>
              <a:tblPr firstRow="1" firstCol="1" bandRow="1">
                <a:tableStyleId>{93296810-A885-4BE3-A3E7-6D5BEEA58F35}</a:tableStyleId>
              </a:tblPr>
              <a:tblGrid>
                <a:gridCol w="480697">
                  <a:extLst>
                    <a:ext uri="{9D8B030D-6E8A-4147-A177-3AD203B41FA5}">
                      <a16:colId xmlns:a16="http://schemas.microsoft.com/office/drawing/2014/main" val="2020748195"/>
                    </a:ext>
                  </a:extLst>
                </a:gridCol>
                <a:gridCol w="1397701">
                  <a:extLst>
                    <a:ext uri="{9D8B030D-6E8A-4147-A177-3AD203B41FA5}">
                      <a16:colId xmlns:a16="http://schemas.microsoft.com/office/drawing/2014/main" val="1075193140"/>
                    </a:ext>
                  </a:extLst>
                </a:gridCol>
                <a:gridCol w="3873904">
                  <a:extLst>
                    <a:ext uri="{9D8B030D-6E8A-4147-A177-3AD203B41FA5}">
                      <a16:colId xmlns:a16="http://schemas.microsoft.com/office/drawing/2014/main" val="2638663488"/>
                    </a:ext>
                  </a:extLst>
                </a:gridCol>
                <a:gridCol w="1204103">
                  <a:extLst>
                    <a:ext uri="{9D8B030D-6E8A-4147-A177-3AD203B41FA5}">
                      <a16:colId xmlns:a16="http://schemas.microsoft.com/office/drawing/2014/main" val="3743541610"/>
                    </a:ext>
                  </a:extLst>
                </a:gridCol>
                <a:gridCol w="1339151">
                  <a:extLst>
                    <a:ext uri="{9D8B030D-6E8A-4147-A177-3AD203B41FA5}">
                      <a16:colId xmlns:a16="http://schemas.microsoft.com/office/drawing/2014/main" val="2245683680"/>
                    </a:ext>
                  </a:extLst>
                </a:gridCol>
              </a:tblGrid>
              <a:tr h="203102">
                <a:tc>
                  <a:txBody>
                    <a:bodyPr/>
                    <a:lstStyle/>
                    <a:p>
                      <a:pPr>
                        <a:lnSpc>
                          <a:spcPct val="107000"/>
                        </a:lnSpc>
                        <a:spcBef>
                          <a:spcPts val="750"/>
                        </a:spcBef>
                        <a:spcAft>
                          <a:spcPts val="1125"/>
                        </a:spcAft>
                      </a:pPr>
                      <a:r>
                        <a:rPr lang="en-IN" sz="900" kern="0" spc="60">
                          <a:effectLst/>
                        </a:rPr>
                        <a:t>Sr. No.</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Name of the Course</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Course Link</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Skill Focused</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Instructor</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3307270024"/>
                  </a:ext>
                </a:extLst>
              </a:tr>
              <a:tr h="827273">
                <a:tc>
                  <a:txBody>
                    <a:bodyPr/>
                    <a:lstStyle/>
                    <a:p>
                      <a:pPr>
                        <a:lnSpc>
                          <a:spcPct val="107000"/>
                        </a:lnSpc>
                        <a:spcBef>
                          <a:spcPts val="750"/>
                        </a:spcBef>
                        <a:spcAft>
                          <a:spcPts val="1125"/>
                        </a:spcAft>
                      </a:pPr>
                      <a:r>
                        <a:rPr lang="en-IN" sz="900" kern="0" spc="60">
                          <a:effectLst/>
                        </a:rPr>
                        <a:t>1.</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Communication Mantras: Speak like a pro</a:t>
                      </a:r>
                      <a:endParaRPr lang="en-IN" sz="900" kern="100">
                        <a:effectLst/>
                      </a:endParaRPr>
                    </a:p>
                    <a:p>
                      <a:pPr>
                        <a:lnSpc>
                          <a:spcPct val="107000"/>
                        </a:lnSpc>
                        <a:spcBef>
                          <a:spcPts val="750"/>
                        </a:spcBef>
                        <a:spcAft>
                          <a:spcPts val="1125"/>
                        </a:spcAft>
                      </a:pPr>
                      <a:r>
                        <a:rPr lang="en-IN" sz="900" kern="0" spc="60">
                          <a:effectLst/>
                        </a:rPr>
                        <a:t> </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dirty="0">
                          <a:effectLst/>
                        </a:rPr>
                        <a:t>https://skilldevelopment.lpu.in/Details/344/CommunicationMantrasSpeaklikeapro</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spc="60">
                          <a:effectLst/>
                        </a:rPr>
                        <a:t>Speaking</a:t>
                      </a:r>
                      <a:endParaRPr lang="en-IN" sz="900" kern="100">
                        <a:effectLst/>
                      </a:endParaRPr>
                    </a:p>
                    <a:p>
                      <a:pPr>
                        <a:lnSpc>
                          <a:spcPct val="107000"/>
                        </a:lnSpc>
                        <a:spcBef>
                          <a:spcPts val="750"/>
                        </a:spcBef>
                        <a:spcAft>
                          <a:spcPts val="1125"/>
                        </a:spcAft>
                      </a:pPr>
                      <a:r>
                        <a:rPr lang="en-IN" sz="900" kern="0" spc="60">
                          <a:effectLst/>
                        </a:rPr>
                        <a:t> </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spc="60" dirty="0" err="1">
                          <a:effectLst/>
                        </a:rPr>
                        <a:t>Ms.Anjali</a:t>
                      </a:r>
                      <a:r>
                        <a:rPr lang="en-IN" sz="900" kern="100" spc="60" dirty="0">
                          <a:effectLst/>
                        </a:rPr>
                        <a:t> </a:t>
                      </a:r>
                      <a:r>
                        <a:rPr lang="en-IN" sz="900" kern="100" spc="60" dirty="0" err="1">
                          <a:effectLst/>
                        </a:rPr>
                        <a:t>Gabba</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1172016188"/>
                  </a:ext>
                </a:extLst>
              </a:tr>
              <a:tr h="798543">
                <a:tc>
                  <a:txBody>
                    <a:bodyPr/>
                    <a:lstStyle/>
                    <a:p>
                      <a:pPr>
                        <a:lnSpc>
                          <a:spcPct val="107000"/>
                        </a:lnSpc>
                        <a:spcBef>
                          <a:spcPts val="750"/>
                        </a:spcBef>
                        <a:spcAft>
                          <a:spcPts val="1125"/>
                        </a:spcAft>
                      </a:pPr>
                      <a:r>
                        <a:rPr lang="en-IN" sz="900" kern="0" spc="60">
                          <a:effectLst/>
                        </a:rPr>
                        <a:t>2.</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spcBef>
                          <a:spcPts val="750"/>
                        </a:spcBef>
                        <a:spcAft>
                          <a:spcPts val="1125"/>
                        </a:spcAft>
                      </a:pPr>
                      <a:r>
                        <a:rPr lang="en-IN" sz="900" kern="100" spc="60" dirty="0">
                          <a:effectLst/>
                        </a:rPr>
                        <a:t>Evolve: A course on Impactful communication</a:t>
                      </a:r>
                      <a:endParaRPr lang="en-IN" sz="900" kern="100" dirty="0">
                        <a:effectLst/>
                      </a:endParaRPr>
                    </a:p>
                    <a:p>
                      <a:pPr>
                        <a:lnSpc>
                          <a:spcPct val="107000"/>
                        </a:lnSpc>
                        <a:spcBef>
                          <a:spcPts val="750"/>
                        </a:spcBef>
                        <a:spcAft>
                          <a:spcPts val="1125"/>
                        </a:spcAft>
                      </a:pPr>
                      <a:r>
                        <a:rPr lang="en-IN" sz="900" kern="0" spc="60" dirty="0">
                          <a:effectLst/>
                        </a:rPr>
                        <a:t> </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u="sng" kern="0" spc="60" dirty="0">
                          <a:effectLst/>
                          <a:hlinkClick r:id="rId2"/>
                        </a:rPr>
                        <a:t>https://skilldevelopment.lpu.in/Details/347/EvolveAcourseonImpactfulcommunication</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spc="60" dirty="0">
                          <a:effectLst/>
                        </a:rPr>
                        <a:t>Speaking</a:t>
                      </a:r>
                      <a:endParaRPr lang="en-IN" sz="900" kern="100" dirty="0">
                        <a:effectLst/>
                      </a:endParaRPr>
                    </a:p>
                    <a:p>
                      <a:pPr>
                        <a:lnSpc>
                          <a:spcPct val="107000"/>
                        </a:lnSpc>
                        <a:spcBef>
                          <a:spcPts val="750"/>
                        </a:spcBef>
                        <a:spcAft>
                          <a:spcPts val="1125"/>
                        </a:spcAft>
                      </a:pPr>
                      <a:r>
                        <a:rPr lang="en-IN" sz="900" kern="0" spc="60" dirty="0">
                          <a:effectLst/>
                        </a:rPr>
                        <a:t> </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spc="60" dirty="0" err="1">
                          <a:effectLst/>
                        </a:rPr>
                        <a:t>Ms.Gungeet</a:t>
                      </a:r>
                      <a:r>
                        <a:rPr lang="en-IN" sz="900" kern="100" spc="60" dirty="0">
                          <a:effectLst/>
                        </a:rPr>
                        <a:t> </a:t>
                      </a:r>
                      <a:r>
                        <a:rPr lang="en-IN" sz="900" kern="100" spc="60" dirty="0" smtClean="0">
                          <a:effectLst/>
                        </a:rPr>
                        <a:t>Kaur and Ms. </a:t>
                      </a:r>
                      <a:r>
                        <a:rPr lang="en-IN" sz="900" kern="100" spc="60" dirty="0" err="1" smtClean="0">
                          <a:effectLst/>
                        </a:rPr>
                        <a:t>Anupama</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182508446"/>
                  </a:ext>
                </a:extLst>
              </a:tr>
              <a:tr h="798543">
                <a:tc>
                  <a:txBody>
                    <a:bodyPr/>
                    <a:lstStyle/>
                    <a:p>
                      <a:pPr>
                        <a:lnSpc>
                          <a:spcPct val="107000"/>
                        </a:lnSpc>
                        <a:spcBef>
                          <a:spcPts val="750"/>
                        </a:spcBef>
                        <a:spcAft>
                          <a:spcPts val="1125"/>
                        </a:spcAft>
                      </a:pPr>
                      <a:r>
                        <a:rPr lang="en-IN" sz="900" kern="0" spc="60">
                          <a:effectLst/>
                        </a:rPr>
                        <a:t>3.</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spcBef>
                          <a:spcPts val="750"/>
                        </a:spcBef>
                        <a:spcAft>
                          <a:spcPts val="1125"/>
                        </a:spcAft>
                      </a:pPr>
                      <a:r>
                        <a:rPr lang="en-IN" sz="900" kern="100" spc="60" dirty="0">
                          <a:effectLst/>
                        </a:rPr>
                        <a:t>Creative Writing: Learn How to Write with Literary Elements</a:t>
                      </a:r>
                      <a:endParaRPr lang="en-IN" sz="900" kern="100" dirty="0">
                        <a:effectLst/>
                      </a:endParaRPr>
                    </a:p>
                    <a:p>
                      <a:pPr>
                        <a:lnSpc>
                          <a:spcPct val="107000"/>
                        </a:lnSpc>
                        <a:spcBef>
                          <a:spcPts val="750"/>
                        </a:spcBef>
                        <a:spcAft>
                          <a:spcPts val="1125"/>
                        </a:spcAft>
                      </a:pPr>
                      <a:r>
                        <a:rPr lang="en-IN" sz="900" kern="0" spc="60" dirty="0">
                          <a:effectLst/>
                        </a:rPr>
                        <a:t> </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https://skilldevelopment.lpu.in/Details/357/CreativeWritingLearnHowtoWritewithLiteraryElements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dirty="0">
                          <a:effectLst/>
                        </a:rPr>
                        <a:t>Writing</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spc="60">
                          <a:effectLst/>
                        </a:rPr>
                        <a:t>Mr.S D Ranjan</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2364346489"/>
                  </a:ext>
                </a:extLst>
              </a:tr>
              <a:tr h="661552">
                <a:tc>
                  <a:txBody>
                    <a:bodyPr/>
                    <a:lstStyle/>
                    <a:p>
                      <a:pPr>
                        <a:lnSpc>
                          <a:spcPct val="107000"/>
                        </a:lnSpc>
                        <a:spcBef>
                          <a:spcPts val="750"/>
                        </a:spcBef>
                        <a:spcAft>
                          <a:spcPts val="1125"/>
                        </a:spcAft>
                      </a:pPr>
                      <a:r>
                        <a:rPr lang="en-IN" sz="900" kern="0" spc="60">
                          <a:effectLst/>
                        </a:rPr>
                        <a:t>4.</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spcBef>
                          <a:spcPts val="750"/>
                        </a:spcBef>
                        <a:spcAft>
                          <a:spcPts val="1125"/>
                        </a:spcAft>
                      </a:pPr>
                      <a:r>
                        <a:rPr lang="en-IN" sz="900" kern="100" spc="60">
                          <a:effectLst/>
                        </a:rPr>
                        <a:t>Crack the Grammar Code</a:t>
                      </a:r>
                      <a:endParaRPr lang="en-IN" sz="900" kern="100">
                        <a:effectLst/>
                      </a:endParaRPr>
                    </a:p>
                    <a:p>
                      <a:pPr>
                        <a:lnSpc>
                          <a:spcPct val="107000"/>
                        </a:lnSpc>
                        <a:spcBef>
                          <a:spcPts val="750"/>
                        </a:spcBef>
                        <a:spcAft>
                          <a:spcPts val="1125"/>
                        </a:spcAft>
                      </a:pPr>
                      <a:r>
                        <a:rPr lang="en-IN" sz="900" kern="0" spc="60">
                          <a:effectLst/>
                        </a:rPr>
                        <a:t> </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https://skilldevelopment.lpu.in/Details/363/CracktheGrammarCode</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Language Skills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a:effectLst/>
                        </a:rPr>
                        <a:t/>
                      </a:r>
                      <a:br>
                        <a:rPr lang="en-IN" sz="900" kern="100">
                          <a:effectLst/>
                        </a:rPr>
                      </a:br>
                      <a:r>
                        <a:rPr lang="en-IN" sz="900" kern="100" spc="60">
                          <a:effectLst/>
                        </a:rPr>
                        <a:t>Mr.Jishnu Roy</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2197939907"/>
                  </a:ext>
                </a:extLst>
              </a:tr>
              <a:tr h="798543">
                <a:tc>
                  <a:txBody>
                    <a:bodyPr/>
                    <a:lstStyle/>
                    <a:p>
                      <a:pPr>
                        <a:lnSpc>
                          <a:spcPct val="107000"/>
                        </a:lnSpc>
                        <a:spcBef>
                          <a:spcPts val="750"/>
                        </a:spcBef>
                        <a:spcAft>
                          <a:spcPts val="1125"/>
                        </a:spcAft>
                      </a:pPr>
                      <a:r>
                        <a:rPr lang="en-IN" sz="900" kern="0" spc="60">
                          <a:effectLst/>
                        </a:rPr>
                        <a:t>5.</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spcBef>
                          <a:spcPts val="750"/>
                        </a:spcBef>
                        <a:spcAft>
                          <a:spcPts val="1125"/>
                        </a:spcAft>
                      </a:pPr>
                      <a:r>
                        <a:rPr lang="en-IN" sz="900" kern="100" spc="60">
                          <a:effectLst/>
                        </a:rPr>
                        <a:t>TED-Style Talks: Mastering Speaking Skills</a:t>
                      </a:r>
                      <a:endParaRPr lang="en-IN" sz="900" kern="100">
                        <a:effectLst/>
                      </a:endParaRPr>
                    </a:p>
                    <a:p>
                      <a:pPr>
                        <a:lnSpc>
                          <a:spcPct val="107000"/>
                        </a:lnSpc>
                        <a:spcBef>
                          <a:spcPts val="750"/>
                        </a:spcBef>
                        <a:spcAft>
                          <a:spcPts val="1125"/>
                        </a:spcAft>
                      </a:pPr>
                      <a:r>
                        <a:rPr lang="en-IN" sz="900" kern="0" spc="60">
                          <a:effectLst/>
                        </a:rPr>
                        <a:t> </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u="sng" kern="0" spc="60" dirty="0">
                          <a:effectLst/>
                          <a:hlinkClick r:id="rId3"/>
                        </a:rPr>
                        <a:t>https://skilldevelopment.lpu.in/Details/364/TEDStyleTalksMasteringSpeakingSkills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Speaking</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spc="60">
                          <a:effectLst/>
                        </a:rPr>
                        <a:t>Ms.Poonam Bala</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3544490974"/>
                  </a:ext>
                </a:extLst>
              </a:tr>
              <a:tr h="661552">
                <a:tc>
                  <a:txBody>
                    <a:bodyPr/>
                    <a:lstStyle/>
                    <a:p>
                      <a:pPr>
                        <a:lnSpc>
                          <a:spcPct val="107000"/>
                        </a:lnSpc>
                        <a:spcBef>
                          <a:spcPts val="750"/>
                        </a:spcBef>
                        <a:spcAft>
                          <a:spcPts val="1125"/>
                        </a:spcAft>
                      </a:pPr>
                      <a:r>
                        <a:rPr lang="en-IN" sz="900" kern="0" spc="60">
                          <a:effectLst/>
                        </a:rPr>
                        <a:t>6.</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spcBef>
                          <a:spcPts val="750"/>
                        </a:spcBef>
                        <a:spcAft>
                          <a:spcPts val="1125"/>
                        </a:spcAft>
                      </a:pPr>
                      <a:r>
                        <a:rPr lang="en-IN" sz="900" kern="100" spc="60">
                          <a:effectLst/>
                        </a:rPr>
                        <a:t>Mastering the Writer’s Toolkit</a:t>
                      </a:r>
                      <a:endParaRPr lang="en-IN" sz="900" kern="100">
                        <a:effectLst/>
                      </a:endParaRPr>
                    </a:p>
                    <a:p>
                      <a:pPr>
                        <a:lnSpc>
                          <a:spcPct val="107000"/>
                        </a:lnSpc>
                        <a:spcBef>
                          <a:spcPts val="750"/>
                        </a:spcBef>
                        <a:spcAft>
                          <a:spcPts val="1125"/>
                        </a:spcAft>
                      </a:pPr>
                      <a:r>
                        <a:rPr lang="en-IN" sz="900" kern="0" spc="60">
                          <a:effectLst/>
                        </a:rPr>
                        <a:t> </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dirty="0">
                          <a:effectLst/>
                        </a:rPr>
                        <a:t>https://skilldevelopment.lpu.in/Details/373/MasteringtheWritersToolkit</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0" spc="60">
                          <a:effectLst/>
                        </a:rPr>
                        <a:t>Writing</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900" kern="100" dirty="0">
                          <a:effectLst/>
                        </a:rPr>
                        <a:t/>
                      </a:r>
                      <a:br>
                        <a:rPr lang="en-IN" sz="900" kern="100" dirty="0">
                          <a:effectLst/>
                        </a:rPr>
                      </a:br>
                      <a:r>
                        <a:rPr lang="en-IN" sz="900" kern="100" spc="60" dirty="0" err="1">
                          <a:effectLst/>
                        </a:rPr>
                        <a:t>Dr.</a:t>
                      </a:r>
                      <a:r>
                        <a:rPr lang="en-IN" sz="900" kern="100" spc="60" dirty="0">
                          <a:effectLst/>
                        </a:rPr>
                        <a:t> </a:t>
                      </a:r>
                      <a:r>
                        <a:rPr lang="en-IN" sz="900" kern="100" spc="60" dirty="0" err="1">
                          <a:effectLst/>
                        </a:rPr>
                        <a:t>Jeetender</a:t>
                      </a:r>
                      <a:r>
                        <a:rPr lang="en-IN" sz="900" kern="100" spc="60" dirty="0">
                          <a:effectLst/>
                        </a:rPr>
                        <a:t> Kumar</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1462252324"/>
                  </a:ext>
                </a:extLst>
              </a:tr>
            </a:tbl>
          </a:graphicData>
        </a:graphic>
      </p:graphicFrame>
    </p:spTree>
    <p:extLst>
      <p:ext uri="{BB962C8B-B14F-4D97-AF65-F5344CB8AC3E}">
        <p14:creationId xmlns:p14="http://schemas.microsoft.com/office/powerpoint/2010/main" val="11098491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956" y="140321"/>
            <a:ext cx="5561177" cy="570795"/>
          </a:xfrm>
        </p:spPr>
        <p:txBody>
          <a:bodyPr>
            <a:normAutofit/>
          </a:bodyPr>
          <a:lstStyle/>
          <a:p>
            <a:r>
              <a:rPr lang="en-IN" dirty="0" smtClean="0"/>
              <a:t>Skill Development Courses</a:t>
            </a:r>
            <a:endParaRPr lang="en-IN" dirty="0"/>
          </a:p>
        </p:txBody>
      </p:sp>
      <p:sp>
        <p:nvSpPr>
          <p:cNvPr id="4" name="Text Placeholder 3"/>
          <p:cNvSpPr>
            <a:spLocks noGrp="1"/>
          </p:cNvSpPr>
          <p:nvPr>
            <p:ph type="body" idx="4294967295"/>
          </p:nvPr>
        </p:nvSpPr>
        <p:spPr/>
        <p:txBody>
          <a:bodyPr/>
          <a:lstStyle/>
          <a:p>
            <a:endParaRPr lang="en-IN" dirty="0"/>
          </a:p>
        </p:txBody>
      </p:sp>
      <p:graphicFrame>
        <p:nvGraphicFramePr>
          <p:cNvPr id="5" name="Table 4"/>
          <p:cNvGraphicFramePr>
            <a:graphicFrameLocks noGrp="1"/>
          </p:cNvGraphicFramePr>
          <p:nvPr>
            <p:extLst/>
          </p:nvPr>
        </p:nvGraphicFramePr>
        <p:xfrm>
          <a:off x="233956" y="802286"/>
          <a:ext cx="8295557" cy="4121449"/>
        </p:xfrm>
        <a:graphic>
          <a:graphicData uri="http://schemas.openxmlformats.org/drawingml/2006/table">
            <a:tbl>
              <a:tblPr firstRow="1" firstCol="1" bandRow="1">
                <a:tableStyleId>{93296810-A885-4BE3-A3E7-6D5BEEA58F35}</a:tableStyleId>
              </a:tblPr>
              <a:tblGrid>
                <a:gridCol w="480697">
                  <a:extLst>
                    <a:ext uri="{9D8B030D-6E8A-4147-A177-3AD203B41FA5}">
                      <a16:colId xmlns:a16="http://schemas.microsoft.com/office/drawing/2014/main" val="2020748195"/>
                    </a:ext>
                  </a:extLst>
                </a:gridCol>
                <a:gridCol w="1397701">
                  <a:extLst>
                    <a:ext uri="{9D8B030D-6E8A-4147-A177-3AD203B41FA5}">
                      <a16:colId xmlns:a16="http://schemas.microsoft.com/office/drawing/2014/main" val="1075193140"/>
                    </a:ext>
                  </a:extLst>
                </a:gridCol>
                <a:gridCol w="3873904">
                  <a:extLst>
                    <a:ext uri="{9D8B030D-6E8A-4147-A177-3AD203B41FA5}">
                      <a16:colId xmlns:a16="http://schemas.microsoft.com/office/drawing/2014/main" val="2638663488"/>
                    </a:ext>
                  </a:extLst>
                </a:gridCol>
                <a:gridCol w="1204103">
                  <a:extLst>
                    <a:ext uri="{9D8B030D-6E8A-4147-A177-3AD203B41FA5}">
                      <a16:colId xmlns:a16="http://schemas.microsoft.com/office/drawing/2014/main" val="3743541610"/>
                    </a:ext>
                  </a:extLst>
                </a:gridCol>
                <a:gridCol w="1339151">
                  <a:extLst>
                    <a:ext uri="{9D8B030D-6E8A-4147-A177-3AD203B41FA5}">
                      <a16:colId xmlns:a16="http://schemas.microsoft.com/office/drawing/2014/main" val="2245683680"/>
                    </a:ext>
                  </a:extLst>
                </a:gridCol>
              </a:tblGrid>
              <a:tr h="325734">
                <a:tc>
                  <a:txBody>
                    <a:bodyPr/>
                    <a:lstStyle/>
                    <a:p>
                      <a:pPr>
                        <a:lnSpc>
                          <a:spcPct val="107000"/>
                        </a:lnSpc>
                        <a:spcBef>
                          <a:spcPts val="750"/>
                        </a:spcBef>
                        <a:spcAft>
                          <a:spcPts val="1125"/>
                        </a:spcAft>
                      </a:pPr>
                      <a:r>
                        <a:rPr lang="en-IN" sz="1000" kern="0" spc="60">
                          <a:effectLst/>
                        </a:rPr>
                        <a:t>Sr. No.</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1000" kern="0" spc="60">
                          <a:effectLst/>
                        </a:rPr>
                        <a:t>Name of the Course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1000" kern="0" spc="60">
                          <a:effectLst/>
                        </a:rPr>
                        <a:t>Course Link</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1000" kern="0" spc="60">
                          <a:effectLst/>
                        </a:rPr>
                        <a:t>Skill Focused</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r>
                        <a:rPr lang="en-IN" sz="1000" kern="0" spc="60">
                          <a:effectLst/>
                        </a:rPr>
                        <a:t>Instructor</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3307270024"/>
                  </a:ext>
                </a:extLst>
              </a:tr>
              <a:tr h="697639">
                <a:tc>
                  <a:txBody>
                    <a:bodyPr/>
                    <a:lstStyle/>
                    <a:p>
                      <a:pPr>
                        <a:lnSpc>
                          <a:spcPct val="107000"/>
                        </a:lnSpc>
                        <a:spcBef>
                          <a:spcPts val="750"/>
                        </a:spcBef>
                        <a:spcAft>
                          <a:spcPts val="1125"/>
                        </a:spcAft>
                      </a:pPr>
                      <a:r>
                        <a:rPr lang="en-IN" sz="1000" kern="0" spc="60" dirty="0">
                          <a:effectLst/>
                        </a:rPr>
                        <a:t>7.</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spcBef>
                          <a:spcPts val="750"/>
                        </a:spcBef>
                        <a:spcAft>
                          <a:spcPts val="1125"/>
                        </a:spcAft>
                      </a:pPr>
                      <a:r>
                        <a:rPr lang="en-IN" sz="1000" kern="100" spc="60">
                          <a:effectLst/>
                        </a:rPr>
                        <a:t>Write &amp; Ignite : Copywriting Mastery</a:t>
                      </a:r>
                      <a:endParaRPr lang="en-IN" sz="1000" kern="100">
                        <a:effectLst/>
                      </a:endParaRPr>
                    </a:p>
                    <a:p>
                      <a:pPr>
                        <a:spcBef>
                          <a:spcPts val="750"/>
                        </a:spcBef>
                        <a:spcAft>
                          <a:spcPts val="1125"/>
                        </a:spcAft>
                      </a:pPr>
                      <a:r>
                        <a:rPr lang="en-IN" sz="1000" kern="100" spc="60">
                          <a:effectLst/>
                        </a:rPr>
                        <a:t> </a:t>
                      </a:r>
                      <a:endParaRPr lang="en-IN" sz="1000" b="1"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a:effectLst/>
                        </a:rPr>
                        <a:t>https://skilldevelopment.lpu.in/Details/381/WriteIgniteCopywritingMastery</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0" spc="60">
                          <a:effectLst/>
                        </a:rPr>
                        <a:t>Writing</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spc="60">
                          <a:effectLst/>
                        </a:rPr>
                        <a:t>Ms.Simran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extLst>
                  <a:ext uri="{0D108BD9-81ED-4DB2-BD59-A6C34878D82A}">
                    <a16:rowId xmlns:a16="http://schemas.microsoft.com/office/drawing/2014/main" val="1172016188"/>
                  </a:ext>
                </a:extLst>
              </a:tr>
              <a:tr h="849851">
                <a:tc>
                  <a:txBody>
                    <a:bodyPr/>
                    <a:lstStyle/>
                    <a:p>
                      <a:pPr>
                        <a:lnSpc>
                          <a:spcPct val="107000"/>
                        </a:lnSpc>
                        <a:spcBef>
                          <a:spcPts val="750"/>
                        </a:spcBef>
                        <a:spcAft>
                          <a:spcPts val="1125"/>
                        </a:spcAft>
                      </a:pPr>
                      <a:r>
                        <a:rPr lang="en-IN" sz="1000" kern="0" spc="60">
                          <a:effectLst/>
                        </a:rPr>
                        <a:t>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spcBef>
                          <a:spcPts val="750"/>
                        </a:spcBef>
                        <a:spcAft>
                          <a:spcPts val="1125"/>
                        </a:spcAft>
                      </a:pPr>
                      <a:r>
                        <a:rPr lang="en-IN" sz="1000" kern="100" spc="60" dirty="0">
                          <a:effectLst/>
                        </a:rPr>
                        <a:t>Study of Literary Theory and Authors (UGC-NET)</a:t>
                      </a:r>
                      <a:endParaRPr lang="en-IN" sz="1000" kern="100" dirty="0">
                        <a:effectLst/>
                      </a:endParaRPr>
                    </a:p>
                    <a:p>
                      <a:pPr>
                        <a:spcBef>
                          <a:spcPts val="750"/>
                        </a:spcBef>
                        <a:spcAft>
                          <a:spcPts val="1125"/>
                        </a:spcAft>
                      </a:pPr>
                      <a:r>
                        <a:rPr lang="en-IN" sz="1000" kern="100" spc="60" dirty="0">
                          <a:effectLst/>
                        </a:rPr>
                        <a:t> </a:t>
                      </a:r>
                      <a:endParaRPr lang="en-IN" sz="1000" b="1"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u="sng" kern="100">
                          <a:effectLst/>
                          <a:hlinkClick r:id="rId2"/>
                        </a:rPr>
                        <a:t>https://skilldevelopment.lpu.in/Details/382/StudyofLiteraryTheoryandAuthorsUGCNET</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0" spc="60">
                          <a:effectLst/>
                        </a:rPr>
                        <a:t>Writing</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a:effectLst/>
                        </a:rPr>
                        <a:t/>
                      </a:r>
                      <a:br>
                        <a:rPr lang="en-IN" sz="1000" kern="100">
                          <a:effectLst/>
                        </a:rPr>
                      </a:br>
                      <a:r>
                        <a:rPr lang="en-IN" sz="1000" kern="100" spc="60">
                          <a:effectLst/>
                        </a:rPr>
                        <a:t>Ms. Shikha Bhatti</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extLst>
                  <a:ext uri="{0D108BD9-81ED-4DB2-BD59-A6C34878D82A}">
                    <a16:rowId xmlns:a16="http://schemas.microsoft.com/office/drawing/2014/main" val="182508446"/>
                  </a:ext>
                </a:extLst>
              </a:tr>
              <a:tr h="693729">
                <a:tc>
                  <a:txBody>
                    <a:bodyPr/>
                    <a:lstStyle/>
                    <a:p>
                      <a:pPr>
                        <a:lnSpc>
                          <a:spcPct val="107000"/>
                        </a:lnSpc>
                        <a:spcBef>
                          <a:spcPts val="750"/>
                        </a:spcBef>
                        <a:spcAft>
                          <a:spcPts val="1125"/>
                        </a:spcAft>
                      </a:pPr>
                      <a:r>
                        <a:rPr lang="en-IN" sz="1000" kern="0" spc="60">
                          <a:effectLst/>
                        </a:rPr>
                        <a:t>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spcBef>
                          <a:spcPts val="750"/>
                        </a:spcBef>
                        <a:spcAft>
                          <a:spcPts val="1125"/>
                        </a:spcAft>
                      </a:pPr>
                      <a:r>
                        <a:rPr lang="en-IN" sz="1000" kern="100" spc="60">
                          <a:effectLst/>
                        </a:rPr>
                        <a:t>IELTS Intermediate</a:t>
                      </a:r>
                      <a:endParaRPr lang="en-IN" sz="1000" kern="100">
                        <a:effectLst/>
                      </a:endParaRPr>
                    </a:p>
                    <a:p>
                      <a:pPr>
                        <a:spcBef>
                          <a:spcPts val="750"/>
                        </a:spcBef>
                        <a:spcAft>
                          <a:spcPts val="1125"/>
                        </a:spcAft>
                      </a:pPr>
                      <a:r>
                        <a:rPr lang="en-IN" sz="1000" kern="100" spc="60">
                          <a:effectLst/>
                        </a:rPr>
                        <a:t> </a:t>
                      </a:r>
                      <a:endParaRPr lang="en-IN" sz="1000" b="1"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a:effectLst/>
                        </a:rPr>
                        <a:t>https://skilldevelopment.lpu.in/Details/370/IELTSIntermediate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0" spc="60">
                          <a:effectLst/>
                        </a:rPr>
                        <a:t>LSRW</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spc="60" dirty="0" err="1">
                          <a:effectLst/>
                        </a:rPr>
                        <a:t>Ms.Poonam</a:t>
                      </a:r>
                      <a:r>
                        <a:rPr lang="en-IN" sz="1000" kern="100" spc="60" dirty="0">
                          <a:effectLst/>
                        </a:rPr>
                        <a:t> </a:t>
                      </a:r>
                      <a:r>
                        <a:rPr lang="en-IN" sz="1000" kern="100" spc="60" dirty="0" err="1">
                          <a:effectLst/>
                        </a:rPr>
                        <a:t>Bala</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extLst>
                  <a:ext uri="{0D108BD9-81ED-4DB2-BD59-A6C34878D82A}">
                    <a16:rowId xmlns:a16="http://schemas.microsoft.com/office/drawing/2014/main" val="2364346489"/>
                  </a:ext>
                </a:extLst>
              </a:tr>
              <a:tr h="545427">
                <a:tc>
                  <a:txBody>
                    <a:bodyPr/>
                    <a:lstStyle/>
                    <a:p>
                      <a:pPr>
                        <a:lnSpc>
                          <a:spcPct val="107000"/>
                        </a:lnSpc>
                        <a:spcBef>
                          <a:spcPts val="750"/>
                        </a:spcBef>
                        <a:spcAft>
                          <a:spcPts val="1125"/>
                        </a:spcAft>
                      </a:pPr>
                      <a:r>
                        <a:rPr lang="en-IN" sz="1000" kern="0" spc="60">
                          <a:effectLst/>
                        </a:rPr>
                        <a:t>10.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spcBef>
                          <a:spcPts val="750"/>
                        </a:spcBef>
                        <a:spcAft>
                          <a:spcPts val="1125"/>
                        </a:spcAft>
                      </a:pPr>
                      <a:r>
                        <a:rPr lang="en-IN" sz="1000" kern="100" spc="60">
                          <a:effectLst/>
                        </a:rPr>
                        <a:t>IELTS BEGINNERS</a:t>
                      </a:r>
                      <a:endParaRPr lang="en-IN" sz="1000" kern="100">
                        <a:effectLst/>
                      </a:endParaRPr>
                    </a:p>
                    <a:p>
                      <a:pPr>
                        <a:spcBef>
                          <a:spcPts val="750"/>
                        </a:spcBef>
                        <a:spcAft>
                          <a:spcPts val="1125"/>
                        </a:spcAft>
                      </a:pPr>
                      <a:r>
                        <a:rPr lang="en-IN" sz="1000" kern="100" spc="60">
                          <a:effectLst/>
                        </a:rPr>
                        <a:t> </a:t>
                      </a:r>
                      <a:endParaRPr lang="en-IN" sz="1000" b="1"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a:effectLst/>
                        </a:rPr>
                        <a:t>https://skilldevelopment.lpu.in/Details/371/IELTSBEGINNERS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0" spc="60" dirty="0">
                          <a:effectLst/>
                        </a:rPr>
                        <a:t>LSRW</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spc="60">
                          <a:effectLst/>
                        </a:rPr>
                        <a:t>Ms.Nisha</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extLst>
                  <a:ext uri="{0D108BD9-81ED-4DB2-BD59-A6C34878D82A}">
                    <a16:rowId xmlns:a16="http://schemas.microsoft.com/office/drawing/2014/main" val="2197939907"/>
                  </a:ext>
                </a:extLst>
              </a:tr>
              <a:tr h="593351">
                <a:tc>
                  <a:txBody>
                    <a:bodyPr/>
                    <a:lstStyle/>
                    <a:p>
                      <a:pPr>
                        <a:lnSpc>
                          <a:spcPct val="107000"/>
                        </a:lnSpc>
                        <a:spcBef>
                          <a:spcPts val="750"/>
                        </a:spcBef>
                        <a:spcAft>
                          <a:spcPts val="1125"/>
                        </a:spcAft>
                      </a:pPr>
                      <a:r>
                        <a:rPr lang="en-IN" sz="1000" kern="0" spc="60">
                          <a:effectLst/>
                        </a:rPr>
                        <a:t>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spcBef>
                          <a:spcPts val="750"/>
                        </a:spcBef>
                        <a:spcAft>
                          <a:spcPts val="1125"/>
                        </a:spcAft>
                      </a:pPr>
                      <a:r>
                        <a:rPr lang="en-IN" sz="1000" kern="100">
                          <a:effectLst/>
                        </a:rPr>
                        <a:t>Expressive Elements: Mastering the Art of Speech</a:t>
                      </a:r>
                      <a:endParaRPr lang="en-IN" sz="1000" b="1"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a:effectLst/>
                        </a:rPr>
                        <a:t>https://skilldevelopment.lpu.in/Details/383/ExpressiveElementsMasteringtheArtofSpeech</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0" spc="60">
                          <a:effectLst/>
                        </a:rPr>
                        <a:t>Verbal and Non Verbal Communication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tc>
                  <a:txBody>
                    <a:bodyPr/>
                    <a:lstStyle/>
                    <a:p>
                      <a:pPr>
                        <a:lnSpc>
                          <a:spcPct val="107000"/>
                        </a:lnSpc>
                        <a:spcBef>
                          <a:spcPts val="750"/>
                        </a:spcBef>
                        <a:spcAft>
                          <a:spcPts val="1125"/>
                        </a:spcAft>
                      </a:pPr>
                      <a:r>
                        <a:rPr lang="en-IN" sz="1000" kern="100" spc="60" dirty="0">
                          <a:effectLst/>
                        </a:rPr>
                        <a:t>Ms. Priyanka</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4248" marR="34248" marT="0" marB="0"/>
                </a:tc>
                <a:extLst>
                  <a:ext uri="{0D108BD9-81ED-4DB2-BD59-A6C34878D82A}">
                    <a16:rowId xmlns:a16="http://schemas.microsoft.com/office/drawing/2014/main" val="3544490974"/>
                  </a:ext>
                </a:extLst>
              </a:tr>
              <a:tr h="472151">
                <a:tc>
                  <a:txBody>
                    <a:bodyPr/>
                    <a:lstStyle/>
                    <a:p>
                      <a:pPr>
                        <a:lnSpc>
                          <a:spcPct val="107000"/>
                        </a:lnSpc>
                        <a:spcBef>
                          <a:spcPts val="750"/>
                        </a:spcBef>
                        <a:spcAft>
                          <a:spcPts val="1125"/>
                        </a:spcAft>
                      </a:pP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spcBef>
                          <a:spcPts val="750"/>
                        </a:spcBef>
                        <a:spcAft>
                          <a:spcPts val="1125"/>
                        </a:spcAft>
                      </a:pP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tc>
                  <a:txBody>
                    <a:bodyPr/>
                    <a:lstStyle/>
                    <a:p>
                      <a:pPr>
                        <a:lnSpc>
                          <a:spcPct val="107000"/>
                        </a:lnSpc>
                        <a:spcBef>
                          <a:spcPts val="750"/>
                        </a:spcBef>
                        <a:spcAft>
                          <a:spcPts val="1125"/>
                        </a:spcAft>
                      </a:pP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0301" marR="20301" marT="0" marB="0"/>
                </a:tc>
                <a:extLst>
                  <a:ext uri="{0D108BD9-81ED-4DB2-BD59-A6C34878D82A}">
                    <a16:rowId xmlns:a16="http://schemas.microsoft.com/office/drawing/2014/main" val="1462252324"/>
                  </a:ext>
                </a:extLst>
              </a:tr>
            </a:tbl>
          </a:graphicData>
        </a:graphic>
      </p:graphicFrame>
    </p:spTree>
    <p:extLst>
      <p:ext uri="{BB962C8B-B14F-4D97-AF65-F5344CB8AC3E}">
        <p14:creationId xmlns:p14="http://schemas.microsoft.com/office/powerpoint/2010/main" val="1119464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71"/>
        <p:cNvGrpSpPr/>
        <p:nvPr/>
      </p:nvGrpSpPr>
      <p:grpSpPr>
        <a:xfrm>
          <a:off x="0" y="0"/>
          <a:ext cx="0" cy="0"/>
          <a:chOff x="0" y="0"/>
          <a:chExt cx="0" cy="0"/>
        </a:xfrm>
      </p:grpSpPr>
      <p:sp>
        <p:nvSpPr>
          <p:cNvPr id="1872" name="Google Shape;1872;p31"/>
          <p:cNvSpPr txBox="1">
            <a:spLocks noGrp="1"/>
          </p:cNvSpPr>
          <p:nvPr>
            <p:ph type="title"/>
          </p:nvPr>
        </p:nvSpPr>
        <p:spPr>
          <a:xfrm>
            <a:off x="2295000" y="1735200"/>
            <a:ext cx="4554000" cy="20631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US"/>
              <a:t>Thanks</a:t>
            </a:r>
          </a:p>
        </p:txBody>
      </p:sp>
      <p:grpSp>
        <p:nvGrpSpPr>
          <p:cNvPr id="1873" name="Google Shape;1873;p31"/>
          <p:cNvGrpSpPr/>
          <p:nvPr/>
        </p:nvGrpSpPr>
        <p:grpSpPr>
          <a:xfrm>
            <a:off x="5448990" y="263838"/>
            <a:ext cx="2068682" cy="1043942"/>
            <a:chOff x="3419814" y="3537509"/>
            <a:chExt cx="1156722" cy="583730"/>
          </a:xfrm>
        </p:grpSpPr>
        <p:sp>
          <p:nvSpPr>
            <p:cNvPr id="1874" name="Google Shape;1874;p31"/>
            <p:cNvSpPr/>
            <p:nvPr/>
          </p:nvSpPr>
          <p:spPr>
            <a:xfrm>
              <a:off x="3666690" y="3761604"/>
              <a:ext cx="591255" cy="332120"/>
            </a:xfrm>
            <a:custGeom>
              <a:avLst/>
              <a:gdLst/>
              <a:ahLst/>
              <a:cxnLst/>
              <a:rect l="l" t="t" r="r" b="b"/>
              <a:pathLst>
                <a:path w="19102" h="10730" extrusionOk="0">
                  <a:moveTo>
                    <a:pt x="405" y="1"/>
                  </a:moveTo>
                  <a:lnTo>
                    <a:pt x="0" y="8228"/>
                  </a:lnTo>
                  <a:cubicBezTo>
                    <a:pt x="0" y="8228"/>
                    <a:pt x="1358" y="10729"/>
                    <a:pt x="9978" y="10729"/>
                  </a:cubicBezTo>
                  <a:cubicBezTo>
                    <a:pt x="18597" y="10729"/>
                    <a:pt x="19101" y="8228"/>
                    <a:pt x="19101" y="8228"/>
                  </a:cubicBezTo>
                  <a:lnTo>
                    <a:pt x="1869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5" name="Google Shape;1875;p31"/>
            <p:cNvSpPr/>
            <p:nvPr/>
          </p:nvSpPr>
          <p:spPr>
            <a:xfrm>
              <a:off x="3419814" y="3537509"/>
              <a:ext cx="1111411" cy="301725"/>
            </a:xfrm>
            <a:custGeom>
              <a:avLst/>
              <a:gdLst/>
              <a:ahLst/>
              <a:cxnLst/>
              <a:rect l="l" t="t" r="r" b="b"/>
              <a:pathLst>
                <a:path w="35907" h="9748" extrusionOk="0">
                  <a:moveTo>
                    <a:pt x="17931" y="0"/>
                  </a:moveTo>
                  <a:cubicBezTo>
                    <a:pt x="17776" y="0"/>
                    <a:pt x="17621" y="21"/>
                    <a:pt x="17471" y="63"/>
                  </a:cubicBezTo>
                  <a:lnTo>
                    <a:pt x="357" y="4952"/>
                  </a:lnTo>
                  <a:cubicBezTo>
                    <a:pt x="0" y="5056"/>
                    <a:pt x="14" y="5567"/>
                    <a:pt x="378" y="5651"/>
                  </a:cubicBezTo>
                  <a:lnTo>
                    <a:pt x="17597" y="9706"/>
                  </a:lnTo>
                  <a:cubicBezTo>
                    <a:pt x="17719" y="9734"/>
                    <a:pt x="17846" y="9748"/>
                    <a:pt x="17972" y="9748"/>
                  </a:cubicBezTo>
                  <a:cubicBezTo>
                    <a:pt x="18128" y="9748"/>
                    <a:pt x="18283" y="9727"/>
                    <a:pt x="18429" y="9684"/>
                  </a:cubicBezTo>
                  <a:lnTo>
                    <a:pt x="35550" y="5224"/>
                  </a:lnTo>
                  <a:cubicBezTo>
                    <a:pt x="35907" y="5126"/>
                    <a:pt x="35893" y="4609"/>
                    <a:pt x="35529" y="4525"/>
                  </a:cubicBezTo>
                  <a:lnTo>
                    <a:pt x="18311" y="43"/>
                  </a:lnTo>
                  <a:cubicBezTo>
                    <a:pt x="18186" y="14"/>
                    <a:pt x="18058" y="0"/>
                    <a:pt x="1793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6" name="Google Shape;1876;p31"/>
            <p:cNvSpPr/>
            <p:nvPr/>
          </p:nvSpPr>
          <p:spPr>
            <a:xfrm>
              <a:off x="3997416" y="3666828"/>
              <a:ext cx="418756" cy="342551"/>
            </a:xfrm>
            <a:custGeom>
              <a:avLst/>
              <a:gdLst/>
              <a:ahLst/>
              <a:cxnLst/>
              <a:rect l="l" t="t" r="r" b="b"/>
              <a:pathLst>
                <a:path w="13529" h="11067" extrusionOk="0">
                  <a:moveTo>
                    <a:pt x="166" y="1"/>
                  </a:moveTo>
                  <a:cubicBezTo>
                    <a:pt x="84" y="1"/>
                    <a:pt x="13" y="67"/>
                    <a:pt x="7" y="150"/>
                  </a:cubicBezTo>
                  <a:cubicBezTo>
                    <a:pt x="0" y="248"/>
                    <a:pt x="71" y="325"/>
                    <a:pt x="161" y="332"/>
                  </a:cubicBezTo>
                  <a:cubicBezTo>
                    <a:pt x="245" y="338"/>
                    <a:pt x="8655" y="1103"/>
                    <a:pt x="10103" y="2412"/>
                  </a:cubicBezTo>
                  <a:cubicBezTo>
                    <a:pt x="10616" y="2868"/>
                    <a:pt x="10797" y="4170"/>
                    <a:pt x="10994" y="5541"/>
                  </a:cubicBezTo>
                  <a:cubicBezTo>
                    <a:pt x="11295" y="7677"/>
                    <a:pt x="11631" y="10094"/>
                    <a:pt x="13254" y="11045"/>
                  </a:cubicBezTo>
                  <a:cubicBezTo>
                    <a:pt x="13276" y="11060"/>
                    <a:pt x="13312" y="11067"/>
                    <a:pt x="13338" y="11067"/>
                  </a:cubicBezTo>
                  <a:cubicBezTo>
                    <a:pt x="13396" y="11067"/>
                    <a:pt x="13451" y="11038"/>
                    <a:pt x="13480" y="10983"/>
                  </a:cubicBezTo>
                  <a:cubicBezTo>
                    <a:pt x="13528" y="10906"/>
                    <a:pt x="13500" y="10800"/>
                    <a:pt x="13422" y="10751"/>
                  </a:cubicBezTo>
                  <a:cubicBezTo>
                    <a:pt x="11945" y="9884"/>
                    <a:pt x="11616" y="7551"/>
                    <a:pt x="11322" y="5499"/>
                  </a:cubicBezTo>
                  <a:cubicBezTo>
                    <a:pt x="11112" y="3994"/>
                    <a:pt x="10930" y="2700"/>
                    <a:pt x="10329" y="2160"/>
                  </a:cubicBezTo>
                  <a:cubicBezTo>
                    <a:pt x="8794" y="780"/>
                    <a:pt x="540" y="31"/>
                    <a:pt x="188" y="2"/>
                  </a:cubicBezTo>
                  <a:cubicBezTo>
                    <a:pt x="181" y="1"/>
                    <a:pt x="173" y="1"/>
                    <a:pt x="16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7" name="Google Shape;1877;p31"/>
            <p:cNvSpPr/>
            <p:nvPr/>
          </p:nvSpPr>
          <p:spPr>
            <a:xfrm>
              <a:off x="4437559" y="4025751"/>
              <a:ext cx="94343" cy="95488"/>
            </a:xfrm>
            <a:custGeom>
              <a:avLst/>
              <a:gdLst/>
              <a:ahLst/>
              <a:cxnLst/>
              <a:rect l="l" t="t" r="r" b="b"/>
              <a:pathLst>
                <a:path w="3048" h="3085" extrusionOk="0">
                  <a:moveTo>
                    <a:pt x="80" y="1"/>
                  </a:moveTo>
                  <a:cubicBezTo>
                    <a:pt x="75" y="1"/>
                    <a:pt x="70" y="1"/>
                    <a:pt x="65" y="2"/>
                  </a:cubicBezTo>
                  <a:cubicBezTo>
                    <a:pt x="29" y="17"/>
                    <a:pt x="1" y="52"/>
                    <a:pt x="9" y="94"/>
                  </a:cubicBezTo>
                  <a:cubicBezTo>
                    <a:pt x="23" y="150"/>
                    <a:pt x="359" y="1430"/>
                    <a:pt x="2922" y="3077"/>
                  </a:cubicBezTo>
                  <a:cubicBezTo>
                    <a:pt x="2935" y="3084"/>
                    <a:pt x="2950" y="3084"/>
                    <a:pt x="2964" y="3084"/>
                  </a:cubicBezTo>
                  <a:cubicBezTo>
                    <a:pt x="2984" y="3084"/>
                    <a:pt x="3012" y="3077"/>
                    <a:pt x="3026" y="3055"/>
                  </a:cubicBezTo>
                  <a:cubicBezTo>
                    <a:pt x="3048" y="3020"/>
                    <a:pt x="3034" y="2971"/>
                    <a:pt x="2999" y="2951"/>
                  </a:cubicBezTo>
                  <a:cubicBezTo>
                    <a:pt x="498" y="1346"/>
                    <a:pt x="162" y="73"/>
                    <a:pt x="155" y="59"/>
                  </a:cubicBezTo>
                  <a:cubicBezTo>
                    <a:pt x="149" y="22"/>
                    <a:pt x="116" y="1"/>
                    <a:pt x="8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8" name="Google Shape;1878;p31"/>
            <p:cNvSpPr/>
            <p:nvPr/>
          </p:nvSpPr>
          <p:spPr>
            <a:xfrm>
              <a:off x="4444957" y="4006344"/>
              <a:ext cx="131579" cy="24050"/>
            </a:xfrm>
            <a:custGeom>
              <a:avLst/>
              <a:gdLst/>
              <a:ahLst/>
              <a:cxnLst/>
              <a:rect l="l" t="t" r="r" b="b"/>
              <a:pathLst>
                <a:path w="4251" h="777" extrusionOk="0">
                  <a:moveTo>
                    <a:pt x="1111" y="0"/>
                  </a:moveTo>
                  <a:cubicBezTo>
                    <a:pt x="408" y="0"/>
                    <a:pt x="74" y="143"/>
                    <a:pt x="49" y="153"/>
                  </a:cubicBezTo>
                  <a:cubicBezTo>
                    <a:pt x="14" y="167"/>
                    <a:pt x="0" y="217"/>
                    <a:pt x="14" y="251"/>
                  </a:cubicBezTo>
                  <a:cubicBezTo>
                    <a:pt x="25" y="276"/>
                    <a:pt x="53" y="295"/>
                    <a:pt x="82" y="295"/>
                  </a:cubicBezTo>
                  <a:cubicBezTo>
                    <a:pt x="92" y="295"/>
                    <a:pt x="103" y="292"/>
                    <a:pt x="113" y="286"/>
                  </a:cubicBezTo>
                  <a:cubicBezTo>
                    <a:pt x="120" y="286"/>
                    <a:pt x="434" y="155"/>
                    <a:pt x="1107" y="155"/>
                  </a:cubicBezTo>
                  <a:cubicBezTo>
                    <a:pt x="1762" y="155"/>
                    <a:pt x="2757" y="279"/>
                    <a:pt x="4140" y="770"/>
                  </a:cubicBezTo>
                  <a:cubicBezTo>
                    <a:pt x="4146" y="777"/>
                    <a:pt x="4160" y="777"/>
                    <a:pt x="4166" y="777"/>
                  </a:cubicBezTo>
                  <a:cubicBezTo>
                    <a:pt x="4195" y="777"/>
                    <a:pt x="4224" y="755"/>
                    <a:pt x="4237" y="728"/>
                  </a:cubicBezTo>
                  <a:cubicBezTo>
                    <a:pt x="4250" y="686"/>
                    <a:pt x="4230" y="644"/>
                    <a:pt x="4188" y="629"/>
                  </a:cubicBezTo>
                  <a:cubicBezTo>
                    <a:pt x="2790" y="130"/>
                    <a:pt x="1782" y="0"/>
                    <a:pt x="1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9" name="Google Shape;1879;p31"/>
            <p:cNvSpPr/>
            <p:nvPr/>
          </p:nvSpPr>
          <p:spPr>
            <a:xfrm>
              <a:off x="4440159" y="4027113"/>
              <a:ext cx="99543" cy="87596"/>
            </a:xfrm>
            <a:custGeom>
              <a:avLst/>
              <a:gdLst/>
              <a:ahLst/>
              <a:cxnLst/>
              <a:rect l="l" t="t" r="r" b="b"/>
              <a:pathLst>
                <a:path w="3216" h="2830" extrusionOk="0">
                  <a:moveTo>
                    <a:pt x="88" y="1"/>
                  </a:moveTo>
                  <a:cubicBezTo>
                    <a:pt x="75" y="1"/>
                    <a:pt x="62" y="3"/>
                    <a:pt x="51" y="8"/>
                  </a:cubicBezTo>
                  <a:cubicBezTo>
                    <a:pt x="16" y="29"/>
                    <a:pt x="1" y="77"/>
                    <a:pt x="23" y="113"/>
                  </a:cubicBezTo>
                  <a:cubicBezTo>
                    <a:pt x="58" y="168"/>
                    <a:pt x="834" y="1521"/>
                    <a:pt x="3090" y="2823"/>
                  </a:cubicBezTo>
                  <a:cubicBezTo>
                    <a:pt x="3103" y="2830"/>
                    <a:pt x="3118" y="2830"/>
                    <a:pt x="3132" y="2830"/>
                  </a:cubicBezTo>
                  <a:cubicBezTo>
                    <a:pt x="3152" y="2830"/>
                    <a:pt x="3180" y="2815"/>
                    <a:pt x="3194" y="2795"/>
                  </a:cubicBezTo>
                  <a:cubicBezTo>
                    <a:pt x="3216" y="2759"/>
                    <a:pt x="3202" y="2711"/>
                    <a:pt x="3167" y="2697"/>
                  </a:cubicBezTo>
                  <a:cubicBezTo>
                    <a:pt x="947" y="1415"/>
                    <a:pt x="162" y="50"/>
                    <a:pt x="155" y="35"/>
                  </a:cubicBezTo>
                  <a:cubicBezTo>
                    <a:pt x="142" y="12"/>
                    <a:pt x="115" y="1"/>
                    <a:pt x="8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0" name="Google Shape;1880;p31"/>
            <p:cNvSpPr/>
            <p:nvPr/>
          </p:nvSpPr>
          <p:spPr>
            <a:xfrm>
              <a:off x="4442574" y="4025720"/>
              <a:ext cx="105146" cy="81405"/>
            </a:xfrm>
            <a:custGeom>
              <a:avLst/>
              <a:gdLst/>
              <a:ahLst/>
              <a:cxnLst/>
              <a:rect l="l" t="t" r="r" b="b"/>
              <a:pathLst>
                <a:path w="3397" h="2630" extrusionOk="0">
                  <a:moveTo>
                    <a:pt x="82" y="0"/>
                  </a:moveTo>
                  <a:cubicBezTo>
                    <a:pt x="66" y="0"/>
                    <a:pt x="50" y="6"/>
                    <a:pt x="35" y="18"/>
                  </a:cubicBezTo>
                  <a:cubicBezTo>
                    <a:pt x="7" y="45"/>
                    <a:pt x="0" y="87"/>
                    <a:pt x="29" y="122"/>
                  </a:cubicBezTo>
                  <a:cubicBezTo>
                    <a:pt x="35" y="137"/>
                    <a:pt x="1225" y="1566"/>
                    <a:pt x="3277" y="2623"/>
                  </a:cubicBezTo>
                  <a:cubicBezTo>
                    <a:pt x="3292" y="2630"/>
                    <a:pt x="3299" y="2630"/>
                    <a:pt x="3312" y="2630"/>
                  </a:cubicBezTo>
                  <a:cubicBezTo>
                    <a:pt x="3341" y="2630"/>
                    <a:pt x="3368" y="2616"/>
                    <a:pt x="3376" y="2594"/>
                  </a:cubicBezTo>
                  <a:cubicBezTo>
                    <a:pt x="3396" y="2552"/>
                    <a:pt x="3383" y="2510"/>
                    <a:pt x="3348" y="2490"/>
                  </a:cubicBezTo>
                  <a:cubicBezTo>
                    <a:pt x="1324" y="1447"/>
                    <a:pt x="155" y="45"/>
                    <a:pt x="141" y="32"/>
                  </a:cubicBezTo>
                  <a:cubicBezTo>
                    <a:pt x="125" y="11"/>
                    <a:pt x="104" y="0"/>
                    <a:pt x="8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1" name="Google Shape;1881;p31"/>
            <p:cNvSpPr/>
            <p:nvPr/>
          </p:nvSpPr>
          <p:spPr>
            <a:xfrm>
              <a:off x="4445174" y="4020304"/>
              <a:ext cx="118362" cy="60141"/>
            </a:xfrm>
            <a:custGeom>
              <a:avLst/>
              <a:gdLst/>
              <a:ahLst/>
              <a:cxnLst/>
              <a:rect l="l" t="t" r="r" b="b"/>
              <a:pathLst>
                <a:path w="3824" h="1943" extrusionOk="0">
                  <a:moveTo>
                    <a:pt x="83" y="1"/>
                  </a:moveTo>
                  <a:cubicBezTo>
                    <a:pt x="57" y="1"/>
                    <a:pt x="31" y="14"/>
                    <a:pt x="22" y="38"/>
                  </a:cubicBezTo>
                  <a:cubicBezTo>
                    <a:pt x="0" y="81"/>
                    <a:pt x="15" y="123"/>
                    <a:pt x="57" y="144"/>
                  </a:cubicBezTo>
                  <a:lnTo>
                    <a:pt x="3712" y="1936"/>
                  </a:lnTo>
                  <a:cubicBezTo>
                    <a:pt x="3719" y="1943"/>
                    <a:pt x="3733" y="1943"/>
                    <a:pt x="3739" y="1943"/>
                  </a:cubicBezTo>
                  <a:cubicBezTo>
                    <a:pt x="3768" y="1943"/>
                    <a:pt x="3796" y="1929"/>
                    <a:pt x="3810" y="1901"/>
                  </a:cubicBezTo>
                  <a:cubicBezTo>
                    <a:pt x="3823" y="1867"/>
                    <a:pt x="3810" y="1825"/>
                    <a:pt x="3775" y="1803"/>
                  </a:cubicBezTo>
                  <a:lnTo>
                    <a:pt x="119" y="10"/>
                  </a:lnTo>
                  <a:cubicBezTo>
                    <a:pt x="108" y="4"/>
                    <a:pt x="96" y="1"/>
                    <a:pt x="8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2" name="Google Shape;1882;p31"/>
            <p:cNvSpPr/>
            <p:nvPr/>
          </p:nvSpPr>
          <p:spPr>
            <a:xfrm>
              <a:off x="4444338" y="4022099"/>
              <a:ext cx="114865" cy="67724"/>
            </a:xfrm>
            <a:custGeom>
              <a:avLst/>
              <a:gdLst/>
              <a:ahLst/>
              <a:cxnLst/>
              <a:rect l="l" t="t" r="r" b="b"/>
              <a:pathLst>
                <a:path w="3711" h="2188" extrusionOk="0">
                  <a:moveTo>
                    <a:pt x="82" y="1"/>
                  </a:moveTo>
                  <a:cubicBezTo>
                    <a:pt x="60" y="1"/>
                    <a:pt x="39" y="9"/>
                    <a:pt x="27" y="29"/>
                  </a:cubicBezTo>
                  <a:cubicBezTo>
                    <a:pt x="0" y="65"/>
                    <a:pt x="7" y="107"/>
                    <a:pt x="34" y="135"/>
                  </a:cubicBezTo>
                  <a:cubicBezTo>
                    <a:pt x="615" y="597"/>
                    <a:pt x="3465" y="2110"/>
                    <a:pt x="3592" y="2172"/>
                  </a:cubicBezTo>
                  <a:cubicBezTo>
                    <a:pt x="3598" y="2179"/>
                    <a:pt x="3613" y="2187"/>
                    <a:pt x="3620" y="2187"/>
                  </a:cubicBezTo>
                  <a:cubicBezTo>
                    <a:pt x="3647" y="2187"/>
                    <a:pt x="3676" y="2172"/>
                    <a:pt x="3689" y="2145"/>
                  </a:cubicBezTo>
                  <a:cubicBezTo>
                    <a:pt x="3711" y="2110"/>
                    <a:pt x="3697" y="2061"/>
                    <a:pt x="3655" y="2046"/>
                  </a:cubicBezTo>
                  <a:cubicBezTo>
                    <a:pt x="3627" y="2026"/>
                    <a:pt x="699" y="471"/>
                    <a:pt x="133" y="16"/>
                  </a:cubicBezTo>
                  <a:cubicBezTo>
                    <a:pt x="117" y="6"/>
                    <a:pt x="99" y="1"/>
                    <a:pt x="8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3" name="Google Shape;1883;p31"/>
            <p:cNvSpPr/>
            <p:nvPr/>
          </p:nvSpPr>
          <p:spPr>
            <a:xfrm>
              <a:off x="4439324" y="4022130"/>
              <a:ext cx="115298" cy="76979"/>
            </a:xfrm>
            <a:custGeom>
              <a:avLst/>
              <a:gdLst/>
              <a:ahLst/>
              <a:cxnLst/>
              <a:rect l="l" t="t" r="r" b="b"/>
              <a:pathLst>
                <a:path w="3725" h="2487" extrusionOk="0">
                  <a:moveTo>
                    <a:pt x="88" y="0"/>
                  </a:moveTo>
                  <a:cubicBezTo>
                    <a:pt x="69" y="0"/>
                    <a:pt x="50" y="7"/>
                    <a:pt x="36" y="22"/>
                  </a:cubicBezTo>
                  <a:cubicBezTo>
                    <a:pt x="8" y="50"/>
                    <a:pt x="1" y="92"/>
                    <a:pt x="28" y="127"/>
                  </a:cubicBezTo>
                  <a:cubicBezTo>
                    <a:pt x="764" y="917"/>
                    <a:pt x="3488" y="2410"/>
                    <a:pt x="3599" y="2472"/>
                  </a:cubicBezTo>
                  <a:cubicBezTo>
                    <a:pt x="3614" y="2480"/>
                    <a:pt x="3627" y="2487"/>
                    <a:pt x="3634" y="2487"/>
                  </a:cubicBezTo>
                  <a:cubicBezTo>
                    <a:pt x="3663" y="2487"/>
                    <a:pt x="3691" y="2472"/>
                    <a:pt x="3705" y="2445"/>
                  </a:cubicBezTo>
                  <a:cubicBezTo>
                    <a:pt x="3725" y="2410"/>
                    <a:pt x="3712" y="2361"/>
                    <a:pt x="3676" y="2346"/>
                  </a:cubicBezTo>
                  <a:cubicBezTo>
                    <a:pt x="3641" y="2326"/>
                    <a:pt x="855" y="800"/>
                    <a:pt x="140" y="22"/>
                  </a:cubicBezTo>
                  <a:cubicBezTo>
                    <a:pt x="126" y="7"/>
                    <a:pt x="107" y="0"/>
                    <a:pt x="8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4" name="Google Shape;1884;p31"/>
            <p:cNvSpPr/>
            <p:nvPr/>
          </p:nvSpPr>
          <p:spPr>
            <a:xfrm>
              <a:off x="4447774" y="4011513"/>
              <a:ext cx="128360" cy="29095"/>
            </a:xfrm>
            <a:custGeom>
              <a:avLst/>
              <a:gdLst/>
              <a:ahLst/>
              <a:cxnLst/>
              <a:rect l="l" t="t" r="r" b="b"/>
              <a:pathLst>
                <a:path w="4147" h="940" extrusionOk="0">
                  <a:moveTo>
                    <a:pt x="541" y="1"/>
                  </a:moveTo>
                  <a:cubicBezTo>
                    <a:pt x="251" y="1"/>
                    <a:pt x="85" y="24"/>
                    <a:pt x="64" y="28"/>
                  </a:cubicBezTo>
                  <a:cubicBezTo>
                    <a:pt x="29" y="28"/>
                    <a:pt x="0" y="70"/>
                    <a:pt x="7" y="112"/>
                  </a:cubicBezTo>
                  <a:cubicBezTo>
                    <a:pt x="7" y="148"/>
                    <a:pt x="49" y="176"/>
                    <a:pt x="91" y="176"/>
                  </a:cubicBezTo>
                  <a:cubicBezTo>
                    <a:pt x="96" y="174"/>
                    <a:pt x="249" y="152"/>
                    <a:pt x="530" y="152"/>
                  </a:cubicBezTo>
                  <a:cubicBezTo>
                    <a:pt x="1153" y="152"/>
                    <a:pt x="2402" y="260"/>
                    <a:pt x="4033" y="933"/>
                  </a:cubicBezTo>
                  <a:cubicBezTo>
                    <a:pt x="4040" y="939"/>
                    <a:pt x="4049" y="939"/>
                    <a:pt x="4062" y="939"/>
                  </a:cubicBezTo>
                  <a:cubicBezTo>
                    <a:pt x="4091" y="939"/>
                    <a:pt x="4117" y="924"/>
                    <a:pt x="4124" y="897"/>
                  </a:cubicBezTo>
                  <a:cubicBezTo>
                    <a:pt x="4146" y="855"/>
                    <a:pt x="4124" y="813"/>
                    <a:pt x="4091" y="798"/>
                  </a:cubicBezTo>
                  <a:cubicBezTo>
                    <a:pt x="2432" y="114"/>
                    <a:pt x="1182" y="1"/>
                    <a:pt x="54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5" name="Google Shape;1885;p31"/>
            <p:cNvSpPr/>
            <p:nvPr/>
          </p:nvSpPr>
          <p:spPr>
            <a:xfrm>
              <a:off x="4448238" y="4014980"/>
              <a:ext cx="126781" cy="36648"/>
            </a:xfrm>
            <a:custGeom>
              <a:avLst/>
              <a:gdLst/>
              <a:ahLst/>
              <a:cxnLst/>
              <a:rect l="l" t="t" r="r" b="b"/>
              <a:pathLst>
                <a:path w="4096" h="1184" extrusionOk="0">
                  <a:moveTo>
                    <a:pt x="76" y="0"/>
                  </a:moveTo>
                  <a:cubicBezTo>
                    <a:pt x="34" y="0"/>
                    <a:pt x="0" y="29"/>
                    <a:pt x="0" y="71"/>
                  </a:cubicBezTo>
                  <a:cubicBezTo>
                    <a:pt x="0" y="113"/>
                    <a:pt x="27" y="148"/>
                    <a:pt x="69" y="148"/>
                  </a:cubicBezTo>
                  <a:cubicBezTo>
                    <a:pt x="91" y="148"/>
                    <a:pt x="1918" y="217"/>
                    <a:pt x="3976" y="1177"/>
                  </a:cubicBezTo>
                  <a:cubicBezTo>
                    <a:pt x="3992" y="1184"/>
                    <a:pt x="3998" y="1184"/>
                    <a:pt x="4012" y="1184"/>
                  </a:cubicBezTo>
                  <a:cubicBezTo>
                    <a:pt x="4040" y="1184"/>
                    <a:pt x="4067" y="1170"/>
                    <a:pt x="4076" y="1142"/>
                  </a:cubicBezTo>
                  <a:cubicBezTo>
                    <a:pt x="4096" y="1106"/>
                    <a:pt x="4082" y="1057"/>
                    <a:pt x="4040" y="1044"/>
                  </a:cubicBezTo>
                  <a:cubicBezTo>
                    <a:pt x="1953" y="64"/>
                    <a:pt x="91" y="0"/>
                    <a:pt x="7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6" name="Google Shape;1886;p31"/>
            <p:cNvSpPr/>
            <p:nvPr/>
          </p:nvSpPr>
          <p:spPr>
            <a:xfrm>
              <a:off x="4446257" y="4018570"/>
              <a:ext cx="121860" cy="52774"/>
            </a:xfrm>
            <a:custGeom>
              <a:avLst/>
              <a:gdLst/>
              <a:ahLst/>
              <a:cxnLst/>
              <a:rect l="l" t="t" r="r" b="b"/>
              <a:pathLst>
                <a:path w="3937" h="1705" extrusionOk="0">
                  <a:moveTo>
                    <a:pt x="75" y="0"/>
                  </a:moveTo>
                  <a:cubicBezTo>
                    <a:pt x="42" y="0"/>
                    <a:pt x="13" y="24"/>
                    <a:pt x="7" y="52"/>
                  </a:cubicBezTo>
                  <a:cubicBezTo>
                    <a:pt x="0" y="94"/>
                    <a:pt x="22" y="137"/>
                    <a:pt x="64" y="143"/>
                  </a:cubicBezTo>
                  <a:cubicBezTo>
                    <a:pt x="770" y="318"/>
                    <a:pt x="3788" y="1684"/>
                    <a:pt x="3824" y="1698"/>
                  </a:cubicBezTo>
                  <a:cubicBezTo>
                    <a:pt x="3830" y="1704"/>
                    <a:pt x="3845" y="1704"/>
                    <a:pt x="3852" y="1704"/>
                  </a:cubicBezTo>
                  <a:cubicBezTo>
                    <a:pt x="3879" y="1704"/>
                    <a:pt x="3908" y="1691"/>
                    <a:pt x="3921" y="1662"/>
                  </a:cubicBezTo>
                  <a:cubicBezTo>
                    <a:pt x="3936" y="1620"/>
                    <a:pt x="3921" y="1578"/>
                    <a:pt x="3879" y="1565"/>
                  </a:cubicBezTo>
                  <a:cubicBezTo>
                    <a:pt x="3761" y="1509"/>
                    <a:pt x="821" y="179"/>
                    <a:pt x="98" y="4"/>
                  </a:cubicBezTo>
                  <a:cubicBezTo>
                    <a:pt x="90" y="1"/>
                    <a:pt x="83" y="0"/>
                    <a:pt x="7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7" name="Google Shape;1887;p31"/>
            <p:cNvSpPr/>
            <p:nvPr/>
          </p:nvSpPr>
          <p:spPr>
            <a:xfrm>
              <a:off x="4443224" y="4014547"/>
              <a:ext cx="129412" cy="47481"/>
            </a:xfrm>
            <a:custGeom>
              <a:avLst/>
              <a:gdLst/>
              <a:ahLst/>
              <a:cxnLst/>
              <a:rect l="l" t="t" r="r" b="b"/>
              <a:pathLst>
                <a:path w="4181" h="1534" extrusionOk="0">
                  <a:moveTo>
                    <a:pt x="85" y="1"/>
                  </a:moveTo>
                  <a:cubicBezTo>
                    <a:pt x="43" y="1"/>
                    <a:pt x="8" y="28"/>
                    <a:pt x="8" y="70"/>
                  </a:cubicBezTo>
                  <a:cubicBezTo>
                    <a:pt x="1" y="112"/>
                    <a:pt x="28" y="147"/>
                    <a:pt x="70" y="154"/>
                  </a:cubicBezTo>
                  <a:cubicBezTo>
                    <a:pt x="1129" y="246"/>
                    <a:pt x="4041" y="1513"/>
                    <a:pt x="4070" y="1527"/>
                  </a:cubicBezTo>
                  <a:cubicBezTo>
                    <a:pt x="4076" y="1534"/>
                    <a:pt x="4090" y="1534"/>
                    <a:pt x="4096" y="1534"/>
                  </a:cubicBezTo>
                  <a:cubicBezTo>
                    <a:pt x="4125" y="1534"/>
                    <a:pt x="4154" y="1520"/>
                    <a:pt x="4167" y="1492"/>
                  </a:cubicBezTo>
                  <a:cubicBezTo>
                    <a:pt x="4180" y="1450"/>
                    <a:pt x="4167" y="1408"/>
                    <a:pt x="4125" y="1394"/>
                  </a:cubicBezTo>
                  <a:cubicBezTo>
                    <a:pt x="4006" y="1339"/>
                    <a:pt x="1162" y="98"/>
                    <a:pt x="8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8" name="Google Shape;1888;p31"/>
            <p:cNvSpPr/>
            <p:nvPr/>
          </p:nvSpPr>
          <p:spPr>
            <a:xfrm>
              <a:off x="4405740" y="3993778"/>
              <a:ext cx="54445" cy="47450"/>
            </a:xfrm>
            <a:custGeom>
              <a:avLst/>
              <a:gdLst/>
              <a:ahLst/>
              <a:cxnLst/>
              <a:rect l="l" t="t" r="r" b="b"/>
              <a:pathLst>
                <a:path w="1759" h="1533" extrusionOk="0">
                  <a:moveTo>
                    <a:pt x="688" y="1"/>
                  </a:moveTo>
                  <a:cubicBezTo>
                    <a:pt x="465" y="1"/>
                    <a:pt x="252" y="125"/>
                    <a:pt x="146" y="336"/>
                  </a:cubicBezTo>
                  <a:cubicBezTo>
                    <a:pt x="0" y="630"/>
                    <a:pt x="126" y="993"/>
                    <a:pt x="420" y="1141"/>
                  </a:cubicBezTo>
                  <a:lnTo>
                    <a:pt x="1225" y="1532"/>
                  </a:lnTo>
                  <a:cubicBezTo>
                    <a:pt x="1225" y="1532"/>
                    <a:pt x="1751" y="1077"/>
                    <a:pt x="1758" y="455"/>
                  </a:cubicBezTo>
                  <a:lnTo>
                    <a:pt x="953" y="62"/>
                  </a:lnTo>
                  <a:cubicBezTo>
                    <a:pt x="867" y="20"/>
                    <a:pt x="777" y="1"/>
                    <a:pt x="68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9" name="Google Shape;1889;p31"/>
            <p:cNvSpPr/>
            <p:nvPr/>
          </p:nvSpPr>
          <p:spPr>
            <a:xfrm>
              <a:off x="3929569" y="3653673"/>
              <a:ext cx="91898" cy="34729"/>
            </a:xfrm>
            <a:custGeom>
              <a:avLst/>
              <a:gdLst/>
              <a:ahLst/>
              <a:cxnLst/>
              <a:rect l="l" t="t" r="r" b="b"/>
              <a:pathLst>
                <a:path w="2969" h="1122" extrusionOk="0">
                  <a:moveTo>
                    <a:pt x="1485" y="0"/>
                  </a:moveTo>
                  <a:cubicBezTo>
                    <a:pt x="666" y="0"/>
                    <a:pt x="1" y="253"/>
                    <a:pt x="1" y="562"/>
                  </a:cubicBezTo>
                  <a:cubicBezTo>
                    <a:pt x="1" y="869"/>
                    <a:pt x="666" y="1121"/>
                    <a:pt x="1485" y="1121"/>
                  </a:cubicBezTo>
                  <a:cubicBezTo>
                    <a:pt x="2305" y="1121"/>
                    <a:pt x="2968" y="869"/>
                    <a:pt x="2968" y="562"/>
                  </a:cubicBezTo>
                  <a:cubicBezTo>
                    <a:pt x="2968" y="253"/>
                    <a:pt x="2305" y="0"/>
                    <a:pt x="148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890" name="Google Shape;1890;p31"/>
          <p:cNvGrpSpPr/>
          <p:nvPr/>
        </p:nvGrpSpPr>
        <p:grpSpPr>
          <a:xfrm rot="2994214">
            <a:off x="6097475" y="525599"/>
            <a:ext cx="892566" cy="1237069"/>
            <a:chOff x="3610882" y="-2004447"/>
            <a:chExt cx="786431" cy="1089968"/>
          </a:xfrm>
        </p:grpSpPr>
        <p:grpSp>
          <p:nvGrpSpPr>
            <p:cNvPr id="1891" name="Google Shape;1891;p31"/>
            <p:cNvGrpSpPr/>
            <p:nvPr/>
          </p:nvGrpSpPr>
          <p:grpSpPr>
            <a:xfrm>
              <a:off x="3610882" y="-2004447"/>
              <a:ext cx="786431" cy="1089968"/>
              <a:chOff x="8508542" y="1007339"/>
              <a:chExt cx="571783" cy="792474"/>
            </a:xfrm>
          </p:grpSpPr>
          <p:sp>
            <p:nvSpPr>
              <p:cNvPr id="1892" name="Google Shape;1892;p31"/>
              <p:cNvSpPr/>
              <p:nvPr/>
            </p:nvSpPr>
            <p:spPr>
              <a:xfrm>
                <a:off x="8622570" y="1551110"/>
                <a:ext cx="180794" cy="159158"/>
              </a:xfrm>
              <a:custGeom>
                <a:avLst/>
                <a:gdLst/>
                <a:ahLst/>
                <a:cxnLst/>
                <a:rect l="l" t="t" r="r" b="b"/>
                <a:pathLst>
                  <a:path w="5841" h="5142" extrusionOk="0">
                    <a:moveTo>
                      <a:pt x="3213" y="1"/>
                    </a:moveTo>
                    <a:cubicBezTo>
                      <a:pt x="3213" y="1"/>
                      <a:pt x="0" y="2095"/>
                      <a:pt x="2800" y="5142"/>
                    </a:cubicBezTo>
                    <a:cubicBezTo>
                      <a:pt x="2800" y="5142"/>
                      <a:pt x="5840" y="2866"/>
                      <a:pt x="321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3" name="Google Shape;1893;p31"/>
              <p:cNvSpPr/>
              <p:nvPr/>
            </p:nvSpPr>
            <p:spPr>
              <a:xfrm>
                <a:off x="8758018" y="1679841"/>
                <a:ext cx="145198" cy="85862"/>
              </a:xfrm>
              <a:custGeom>
                <a:avLst/>
                <a:gdLst/>
                <a:ahLst/>
                <a:cxnLst/>
                <a:rect l="l" t="t" r="r" b="b"/>
                <a:pathLst>
                  <a:path w="4691" h="2774" extrusionOk="0">
                    <a:moveTo>
                      <a:pt x="1891" y="0"/>
                    </a:moveTo>
                    <a:cubicBezTo>
                      <a:pt x="1358" y="0"/>
                      <a:pt x="732" y="143"/>
                      <a:pt x="0" y="499"/>
                    </a:cubicBezTo>
                    <a:cubicBezTo>
                      <a:pt x="0" y="499"/>
                      <a:pt x="802" y="2774"/>
                      <a:pt x="2929" y="2774"/>
                    </a:cubicBezTo>
                    <a:cubicBezTo>
                      <a:pt x="3438" y="2774"/>
                      <a:pt x="4023" y="2643"/>
                      <a:pt x="4691" y="2320"/>
                    </a:cubicBezTo>
                    <a:cubicBezTo>
                      <a:pt x="4691" y="2320"/>
                      <a:pt x="4043" y="0"/>
                      <a:pt x="189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4" name="Google Shape;1894;p31"/>
              <p:cNvSpPr/>
              <p:nvPr/>
            </p:nvSpPr>
            <p:spPr>
              <a:xfrm>
                <a:off x="8840351" y="1613479"/>
                <a:ext cx="143279" cy="74503"/>
              </a:xfrm>
              <a:custGeom>
                <a:avLst/>
                <a:gdLst/>
                <a:ahLst/>
                <a:cxnLst/>
                <a:rect l="l" t="t" r="r" b="b"/>
                <a:pathLst>
                  <a:path w="4629" h="2407" extrusionOk="0">
                    <a:moveTo>
                      <a:pt x="2222" y="0"/>
                    </a:moveTo>
                    <a:cubicBezTo>
                      <a:pt x="1587" y="0"/>
                      <a:pt x="840" y="259"/>
                      <a:pt x="1" y="991"/>
                    </a:cubicBezTo>
                    <a:cubicBezTo>
                      <a:pt x="1" y="991"/>
                      <a:pt x="975" y="2407"/>
                      <a:pt x="2495" y="2407"/>
                    </a:cubicBezTo>
                    <a:cubicBezTo>
                      <a:pt x="3123" y="2407"/>
                      <a:pt x="3845" y="2165"/>
                      <a:pt x="4629" y="1481"/>
                    </a:cubicBezTo>
                    <a:cubicBezTo>
                      <a:pt x="4629" y="1481"/>
                      <a:pt x="3744" y="0"/>
                      <a:pt x="222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5" name="Google Shape;1895;p31"/>
              <p:cNvSpPr/>
              <p:nvPr/>
            </p:nvSpPr>
            <p:spPr>
              <a:xfrm>
                <a:off x="8673703" y="1717541"/>
                <a:ext cx="105981" cy="82272"/>
              </a:xfrm>
              <a:custGeom>
                <a:avLst/>
                <a:gdLst/>
                <a:ahLst/>
                <a:cxnLst/>
                <a:rect l="l" t="t" r="r" b="b"/>
                <a:pathLst>
                  <a:path w="3424" h="2658" extrusionOk="0">
                    <a:moveTo>
                      <a:pt x="886" y="0"/>
                    </a:moveTo>
                    <a:cubicBezTo>
                      <a:pt x="620" y="0"/>
                      <a:pt x="326" y="29"/>
                      <a:pt x="0" y="94"/>
                    </a:cubicBezTo>
                    <a:cubicBezTo>
                      <a:pt x="0" y="94"/>
                      <a:pt x="208" y="2657"/>
                      <a:pt x="2620" y="2657"/>
                    </a:cubicBezTo>
                    <a:cubicBezTo>
                      <a:pt x="2865" y="2657"/>
                      <a:pt x="3132" y="2631"/>
                      <a:pt x="3424" y="2573"/>
                    </a:cubicBezTo>
                    <a:cubicBezTo>
                      <a:pt x="3424" y="2573"/>
                      <a:pt x="3384" y="0"/>
                      <a:pt x="88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6" name="Google Shape;1896;p31"/>
              <p:cNvSpPr/>
              <p:nvPr/>
            </p:nvSpPr>
            <p:spPr>
              <a:xfrm>
                <a:off x="8726137" y="1506075"/>
                <a:ext cx="167360" cy="151729"/>
              </a:xfrm>
              <a:custGeom>
                <a:avLst/>
                <a:gdLst/>
                <a:ahLst/>
                <a:cxnLst/>
                <a:rect l="l" t="t" r="r" b="b"/>
                <a:pathLst>
                  <a:path w="5407" h="4902" extrusionOk="0">
                    <a:moveTo>
                      <a:pt x="2654" y="1"/>
                    </a:moveTo>
                    <a:cubicBezTo>
                      <a:pt x="2654" y="1"/>
                      <a:pt x="0" y="2241"/>
                      <a:pt x="2941" y="4901"/>
                    </a:cubicBezTo>
                    <a:cubicBezTo>
                      <a:pt x="2941" y="4901"/>
                      <a:pt x="5407" y="2473"/>
                      <a:pt x="265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7" name="Google Shape;1897;p31"/>
              <p:cNvSpPr/>
              <p:nvPr/>
            </p:nvSpPr>
            <p:spPr>
              <a:xfrm>
                <a:off x="8813949" y="1435844"/>
                <a:ext cx="151698" cy="133312"/>
              </a:xfrm>
              <a:custGeom>
                <a:avLst/>
                <a:gdLst/>
                <a:ahLst/>
                <a:cxnLst/>
                <a:rect l="l" t="t" r="r" b="b"/>
                <a:pathLst>
                  <a:path w="4901" h="4307" extrusionOk="0">
                    <a:moveTo>
                      <a:pt x="2149" y="1"/>
                    </a:moveTo>
                    <a:cubicBezTo>
                      <a:pt x="2149" y="1"/>
                      <a:pt x="0" y="2228"/>
                      <a:pt x="2934" y="4306"/>
                    </a:cubicBezTo>
                    <a:cubicBezTo>
                      <a:pt x="2934" y="4306"/>
                      <a:pt x="4900" y="1918"/>
                      <a:pt x="214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8" name="Google Shape;1898;p31"/>
              <p:cNvSpPr/>
              <p:nvPr/>
            </p:nvSpPr>
            <p:spPr>
              <a:xfrm>
                <a:off x="8867249" y="1351746"/>
                <a:ext cx="120962" cy="100843"/>
              </a:xfrm>
              <a:custGeom>
                <a:avLst/>
                <a:gdLst/>
                <a:ahLst/>
                <a:cxnLst/>
                <a:rect l="l" t="t" r="r" b="b"/>
                <a:pathLst>
                  <a:path w="3908" h="3258" extrusionOk="0">
                    <a:moveTo>
                      <a:pt x="1016" y="0"/>
                    </a:moveTo>
                    <a:cubicBezTo>
                      <a:pt x="1016" y="1"/>
                      <a:pt x="1" y="2543"/>
                      <a:pt x="3094" y="3257"/>
                    </a:cubicBezTo>
                    <a:cubicBezTo>
                      <a:pt x="3094" y="3257"/>
                      <a:pt x="3908" y="653"/>
                      <a:pt x="101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9" name="Google Shape;1899;p31"/>
              <p:cNvSpPr/>
              <p:nvPr/>
            </p:nvSpPr>
            <p:spPr>
              <a:xfrm>
                <a:off x="8974963" y="1344379"/>
                <a:ext cx="105362" cy="75617"/>
              </a:xfrm>
              <a:custGeom>
                <a:avLst/>
                <a:gdLst/>
                <a:ahLst/>
                <a:cxnLst/>
                <a:rect l="l" t="t" r="r" b="b"/>
                <a:pathLst>
                  <a:path w="3404" h="2443" extrusionOk="0">
                    <a:moveTo>
                      <a:pt x="2435" y="0"/>
                    </a:moveTo>
                    <a:cubicBezTo>
                      <a:pt x="1600" y="0"/>
                      <a:pt x="457" y="387"/>
                      <a:pt x="1" y="2332"/>
                    </a:cubicBezTo>
                    <a:cubicBezTo>
                      <a:pt x="1" y="2332"/>
                      <a:pt x="353" y="2442"/>
                      <a:pt x="835" y="2442"/>
                    </a:cubicBezTo>
                    <a:cubicBezTo>
                      <a:pt x="1693" y="2442"/>
                      <a:pt x="2964" y="2095"/>
                      <a:pt x="3404" y="168"/>
                    </a:cubicBezTo>
                    <a:cubicBezTo>
                      <a:pt x="3404" y="168"/>
                      <a:pt x="2986" y="0"/>
                      <a:pt x="243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0" name="Google Shape;1900;p31"/>
              <p:cNvSpPr/>
              <p:nvPr/>
            </p:nvSpPr>
            <p:spPr>
              <a:xfrm>
                <a:off x="8946982" y="1445965"/>
                <a:ext cx="115762" cy="68250"/>
              </a:xfrm>
              <a:custGeom>
                <a:avLst/>
                <a:gdLst/>
                <a:ahLst/>
                <a:cxnLst/>
                <a:rect l="l" t="t" r="r" b="b"/>
                <a:pathLst>
                  <a:path w="3740" h="2205" extrusionOk="0">
                    <a:moveTo>
                      <a:pt x="2366" y="0"/>
                    </a:moveTo>
                    <a:cubicBezTo>
                      <a:pt x="1599" y="0"/>
                      <a:pt x="665" y="379"/>
                      <a:pt x="1" y="1894"/>
                    </a:cubicBezTo>
                    <a:cubicBezTo>
                      <a:pt x="1" y="1894"/>
                      <a:pt x="588" y="2204"/>
                      <a:pt x="1333" y="2204"/>
                    </a:cubicBezTo>
                    <a:cubicBezTo>
                      <a:pt x="2130" y="2204"/>
                      <a:pt x="3107" y="1850"/>
                      <a:pt x="3740" y="381"/>
                    </a:cubicBezTo>
                    <a:cubicBezTo>
                      <a:pt x="3740" y="381"/>
                      <a:pt x="3136" y="0"/>
                      <a:pt x="236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1" name="Google Shape;1901;p31"/>
              <p:cNvSpPr/>
              <p:nvPr/>
            </p:nvSpPr>
            <p:spPr>
              <a:xfrm>
                <a:off x="8900399" y="1535541"/>
                <a:ext cx="136346" cy="70015"/>
              </a:xfrm>
              <a:custGeom>
                <a:avLst/>
                <a:gdLst/>
                <a:ahLst/>
                <a:cxnLst/>
                <a:rect l="l" t="t" r="r" b="b"/>
                <a:pathLst>
                  <a:path w="4405" h="2262" extrusionOk="0">
                    <a:moveTo>
                      <a:pt x="2484" y="0"/>
                    </a:moveTo>
                    <a:cubicBezTo>
                      <a:pt x="1742" y="0"/>
                      <a:pt x="864" y="356"/>
                      <a:pt x="0" y="1541"/>
                    </a:cubicBezTo>
                    <a:cubicBezTo>
                      <a:pt x="0" y="1541"/>
                      <a:pt x="852" y="2261"/>
                      <a:pt x="1961" y="2261"/>
                    </a:cubicBezTo>
                    <a:cubicBezTo>
                      <a:pt x="2719" y="2261"/>
                      <a:pt x="3596" y="1926"/>
                      <a:pt x="4405" y="798"/>
                    </a:cubicBezTo>
                    <a:cubicBezTo>
                      <a:pt x="4405" y="798"/>
                      <a:pt x="3597" y="0"/>
                      <a:pt x="248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2" name="Google Shape;1902;p31"/>
              <p:cNvSpPr/>
              <p:nvPr/>
            </p:nvSpPr>
            <p:spPr>
              <a:xfrm>
                <a:off x="8880465" y="1264832"/>
                <a:ext cx="100565" cy="81127"/>
              </a:xfrm>
              <a:custGeom>
                <a:avLst/>
                <a:gdLst/>
                <a:ahLst/>
                <a:cxnLst/>
                <a:rect l="l" t="t" r="r" b="b"/>
                <a:pathLst>
                  <a:path w="3249" h="2621" extrusionOk="0">
                    <a:moveTo>
                      <a:pt x="441" y="0"/>
                    </a:moveTo>
                    <a:cubicBezTo>
                      <a:pt x="441" y="0"/>
                      <a:pt x="0" y="2556"/>
                      <a:pt x="3004" y="2620"/>
                    </a:cubicBezTo>
                    <a:cubicBezTo>
                      <a:pt x="3004" y="2620"/>
                      <a:pt x="3249" y="42"/>
                      <a:pt x="44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3" name="Google Shape;1903;p31"/>
              <p:cNvSpPr/>
              <p:nvPr/>
            </p:nvSpPr>
            <p:spPr>
              <a:xfrm>
                <a:off x="8977996" y="1243475"/>
                <a:ext cx="85367" cy="87379"/>
              </a:xfrm>
              <a:custGeom>
                <a:avLst/>
                <a:gdLst/>
                <a:ahLst/>
                <a:cxnLst/>
                <a:rect l="l" t="t" r="r" b="b"/>
                <a:pathLst>
                  <a:path w="2758" h="2823" extrusionOk="0">
                    <a:moveTo>
                      <a:pt x="2441" y="0"/>
                    </a:moveTo>
                    <a:cubicBezTo>
                      <a:pt x="1727" y="0"/>
                      <a:pt x="0" y="264"/>
                      <a:pt x="0" y="2820"/>
                    </a:cubicBezTo>
                    <a:cubicBezTo>
                      <a:pt x="0" y="2820"/>
                      <a:pt x="42" y="2823"/>
                      <a:pt x="114" y="2823"/>
                    </a:cubicBezTo>
                    <a:cubicBezTo>
                      <a:pt x="634" y="2823"/>
                      <a:pt x="2758" y="2661"/>
                      <a:pt x="2745" y="18"/>
                    </a:cubicBezTo>
                    <a:cubicBezTo>
                      <a:pt x="2745" y="18"/>
                      <a:pt x="2627" y="0"/>
                      <a:pt x="244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4" name="Google Shape;1904;p31"/>
              <p:cNvSpPr/>
              <p:nvPr/>
            </p:nvSpPr>
            <p:spPr>
              <a:xfrm>
                <a:off x="8858984" y="1187544"/>
                <a:ext cx="96046" cy="58469"/>
              </a:xfrm>
              <a:custGeom>
                <a:avLst/>
                <a:gdLst/>
                <a:ahLst/>
                <a:cxnLst/>
                <a:rect l="l" t="t" r="r" b="b"/>
                <a:pathLst>
                  <a:path w="3103" h="1889" extrusionOk="0">
                    <a:moveTo>
                      <a:pt x="1021" y="0"/>
                    </a:moveTo>
                    <a:cubicBezTo>
                      <a:pt x="722" y="0"/>
                      <a:pt x="383" y="56"/>
                      <a:pt x="0" y="187"/>
                    </a:cubicBezTo>
                    <a:cubicBezTo>
                      <a:pt x="0" y="187"/>
                      <a:pt x="298" y="1888"/>
                      <a:pt x="1992" y="1888"/>
                    </a:cubicBezTo>
                    <a:cubicBezTo>
                      <a:pt x="2311" y="1888"/>
                      <a:pt x="2678" y="1828"/>
                      <a:pt x="3103" y="1686"/>
                    </a:cubicBezTo>
                    <a:cubicBezTo>
                      <a:pt x="3103" y="1686"/>
                      <a:pt x="2667" y="0"/>
                      <a:pt x="102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5" name="Google Shape;1905;p31"/>
              <p:cNvSpPr/>
              <p:nvPr/>
            </p:nvSpPr>
            <p:spPr>
              <a:xfrm>
                <a:off x="8940915" y="1154487"/>
                <a:ext cx="96046" cy="91960"/>
              </a:xfrm>
              <a:custGeom>
                <a:avLst/>
                <a:gdLst/>
                <a:ahLst/>
                <a:cxnLst/>
                <a:rect l="l" t="t" r="r" b="b"/>
                <a:pathLst>
                  <a:path w="3103" h="2971" extrusionOk="0">
                    <a:moveTo>
                      <a:pt x="2368" y="1"/>
                    </a:moveTo>
                    <a:cubicBezTo>
                      <a:pt x="2368" y="1"/>
                      <a:pt x="0" y="317"/>
                      <a:pt x="772" y="2970"/>
                    </a:cubicBezTo>
                    <a:cubicBezTo>
                      <a:pt x="772" y="2970"/>
                      <a:pt x="3102" y="2473"/>
                      <a:pt x="236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6" name="Google Shape;1906;p31"/>
              <p:cNvSpPr/>
              <p:nvPr/>
            </p:nvSpPr>
            <p:spPr>
              <a:xfrm>
                <a:off x="8830168" y="1123937"/>
                <a:ext cx="88648" cy="45345"/>
              </a:xfrm>
              <a:custGeom>
                <a:avLst/>
                <a:gdLst/>
                <a:ahLst/>
                <a:cxnLst/>
                <a:rect l="l" t="t" r="r" b="b"/>
                <a:pathLst>
                  <a:path w="2864" h="1465" extrusionOk="0">
                    <a:moveTo>
                      <a:pt x="1260" y="0"/>
                    </a:moveTo>
                    <a:cubicBezTo>
                      <a:pt x="898" y="0"/>
                      <a:pt x="477" y="118"/>
                      <a:pt x="0" y="435"/>
                    </a:cubicBezTo>
                    <a:cubicBezTo>
                      <a:pt x="0" y="435"/>
                      <a:pt x="473" y="1464"/>
                      <a:pt x="1531" y="1464"/>
                    </a:cubicBezTo>
                    <a:cubicBezTo>
                      <a:pt x="1902" y="1464"/>
                      <a:pt x="2345" y="1338"/>
                      <a:pt x="2864" y="996"/>
                    </a:cubicBezTo>
                    <a:cubicBezTo>
                      <a:pt x="2864" y="996"/>
                      <a:pt x="2310" y="0"/>
                      <a:pt x="126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7" name="Google Shape;1907;p31"/>
              <p:cNvSpPr/>
              <p:nvPr/>
            </p:nvSpPr>
            <p:spPr>
              <a:xfrm>
                <a:off x="8900399" y="1091468"/>
                <a:ext cx="90629" cy="84129"/>
              </a:xfrm>
              <a:custGeom>
                <a:avLst/>
                <a:gdLst/>
                <a:ahLst/>
                <a:cxnLst/>
                <a:rect l="l" t="t" r="r" b="b"/>
                <a:pathLst>
                  <a:path w="2928" h="2718" extrusionOk="0">
                    <a:moveTo>
                      <a:pt x="1877" y="0"/>
                    </a:moveTo>
                    <a:cubicBezTo>
                      <a:pt x="1877" y="0"/>
                      <a:pt x="0" y="686"/>
                      <a:pt x="1114" y="2718"/>
                    </a:cubicBezTo>
                    <a:cubicBezTo>
                      <a:pt x="1114" y="2718"/>
                      <a:pt x="2928" y="1891"/>
                      <a:pt x="187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8" name="Google Shape;1908;p31"/>
              <p:cNvSpPr/>
              <p:nvPr/>
            </p:nvSpPr>
            <p:spPr>
              <a:xfrm>
                <a:off x="8795037" y="1073515"/>
                <a:ext cx="72460" cy="36029"/>
              </a:xfrm>
              <a:custGeom>
                <a:avLst/>
                <a:gdLst/>
                <a:ahLst/>
                <a:cxnLst/>
                <a:rect l="l" t="t" r="r" b="b"/>
                <a:pathLst>
                  <a:path w="2341" h="1164" extrusionOk="0">
                    <a:moveTo>
                      <a:pt x="1094" y="0"/>
                    </a:moveTo>
                    <a:cubicBezTo>
                      <a:pt x="777" y="0"/>
                      <a:pt x="409" y="116"/>
                      <a:pt x="1" y="441"/>
                    </a:cubicBezTo>
                    <a:cubicBezTo>
                      <a:pt x="1" y="441"/>
                      <a:pt x="412" y="1163"/>
                      <a:pt x="1191" y="1163"/>
                    </a:cubicBezTo>
                    <a:cubicBezTo>
                      <a:pt x="1512" y="1163"/>
                      <a:pt x="1897" y="1040"/>
                      <a:pt x="2340" y="693"/>
                    </a:cubicBezTo>
                    <a:cubicBezTo>
                      <a:pt x="2340" y="693"/>
                      <a:pt x="1871" y="0"/>
                      <a:pt x="109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9" name="Google Shape;1909;p31"/>
              <p:cNvSpPr/>
              <p:nvPr/>
            </p:nvSpPr>
            <p:spPr>
              <a:xfrm>
                <a:off x="8816734" y="1007339"/>
                <a:ext cx="76762" cy="68962"/>
              </a:xfrm>
              <a:custGeom>
                <a:avLst/>
                <a:gdLst/>
                <a:ahLst/>
                <a:cxnLst/>
                <a:rect l="l" t="t" r="r" b="b"/>
                <a:pathLst>
                  <a:path w="2480" h="2228" extrusionOk="0">
                    <a:moveTo>
                      <a:pt x="1268" y="1"/>
                    </a:moveTo>
                    <a:lnTo>
                      <a:pt x="1268" y="1"/>
                    </a:lnTo>
                    <a:cubicBezTo>
                      <a:pt x="1268" y="1"/>
                      <a:pt x="1" y="932"/>
                      <a:pt x="1290" y="2227"/>
                    </a:cubicBezTo>
                    <a:cubicBezTo>
                      <a:pt x="1290" y="2227"/>
                      <a:pt x="2480" y="1199"/>
                      <a:pt x="126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0" name="Google Shape;1910;p31"/>
              <p:cNvSpPr/>
              <p:nvPr/>
            </p:nvSpPr>
            <p:spPr>
              <a:xfrm>
                <a:off x="8860749" y="1042253"/>
                <a:ext cx="83881" cy="77165"/>
              </a:xfrm>
              <a:custGeom>
                <a:avLst/>
                <a:gdLst/>
                <a:ahLst/>
                <a:cxnLst/>
                <a:rect l="l" t="t" r="r" b="b"/>
                <a:pathLst>
                  <a:path w="2710" h="2493" extrusionOk="0">
                    <a:moveTo>
                      <a:pt x="1632" y="0"/>
                    </a:moveTo>
                    <a:cubicBezTo>
                      <a:pt x="1632" y="0"/>
                      <a:pt x="1" y="750"/>
                      <a:pt x="1142" y="2493"/>
                    </a:cubicBezTo>
                    <a:cubicBezTo>
                      <a:pt x="1142" y="2493"/>
                      <a:pt x="2710" y="1619"/>
                      <a:pt x="163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1" name="Google Shape;1911;p31"/>
              <p:cNvSpPr/>
              <p:nvPr/>
            </p:nvSpPr>
            <p:spPr>
              <a:xfrm>
                <a:off x="8766034" y="1008670"/>
                <a:ext cx="59150" cy="45748"/>
              </a:xfrm>
              <a:custGeom>
                <a:avLst/>
                <a:gdLst/>
                <a:ahLst/>
                <a:cxnLst/>
                <a:rect l="l" t="t" r="r" b="b"/>
                <a:pathLst>
                  <a:path w="1911" h="1478" extrusionOk="0">
                    <a:moveTo>
                      <a:pt x="369" y="1"/>
                    </a:moveTo>
                    <a:cubicBezTo>
                      <a:pt x="269" y="1"/>
                      <a:pt x="162" y="7"/>
                      <a:pt x="49" y="22"/>
                    </a:cubicBezTo>
                    <a:cubicBezTo>
                      <a:pt x="49" y="22"/>
                      <a:pt x="0" y="1477"/>
                      <a:pt x="1571" y="1477"/>
                    </a:cubicBezTo>
                    <a:cubicBezTo>
                      <a:pt x="1677" y="1477"/>
                      <a:pt x="1790" y="1471"/>
                      <a:pt x="1911" y="1457"/>
                    </a:cubicBezTo>
                    <a:cubicBezTo>
                      <a:pt x="1911" y="1457"/>
                      <a:pt x="1845" y="1"/>
                      <a:pt x="36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2" name="Google Shape;1912;p31"/>
              <p:cNvSpPr/>
              <p:nvPr/>
            </p:nvSpPr>
            <p:spPr>
              <a:xfrm>
                <a:off x="8508542" y="1045937"/>
                <a:ext cx="472490" cy="685350"/>
              </a:xfrm>
              <a:custGeom>
                <a:avLst/>
                <a:gdLst/>
                <a:ahLst/>
                <a:cxnLst/>
                <a:rect l="l" t="t" r="r" b="b"/>
                <a:pathLst>
                  <a:path w="15265" h="22142" extrusionOk="0">
                    <a:moveTo>
                      <a:pt x="10154" y="1"/>
                    </a:moveTo>
                    <a:lnTo>
                      <a:pt x="9993" y="224"/>
                    </a:lnTo>
                    <a:cubicBezTo>
                      <a:pt x="13115" y="2466"/>
                      <a:pt x="14986" y="6093"/>
                      <a:pt x="14986" y="9936"/>
                    </a:cubicBezTo>
                    <a:cubicBezTo>
                      <a:pt x="14986" y="16512"/>
                      <a:pt x="9628" y="21861"/>
                      <a:pt x="3054" y="21861"/>
                    </a:cubicBezTo>
                    <a:lnTo>
                      <a:pt x="1" y="21861"/>
                    </a:lnTo>
                    <a:lnTo>
                      <a:pt x="1" y="22142"/>
                    </a:lnTo>
                    <a:lnTo>
                      <a:pt x="3054" y="22142"/>
                    </a:lnTo>
                    <a:cubicBezTo>
                      <a:pt x="9783" y="22142"/>
                      <a:pt x="15265" y="16666"/>
                      <a:pt x="15265" y="9936"/>
                    </a:cubicBezTo>
                    <a:cubicBezTo>
                      <a:pt x="15265" y="6002"/>
                      <a:pt x="13354" y="2290"/>
                      <a:pt x="1015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913" name="Google Shape;1913;p31"/>
            <p:cNvGrpSpPr/>
            <p:nvPr/>
          </p:nvGrpSpPr>
          <p:grpSpPr>
            <a:xfrm>
              <a:off x="3835661" y="-1976946"/>
              <a:ext cx="498730" cy="1020363"/>
              <a:chOff x="8671970" y="1027334"/>
              <a:chExt cx="362607" cy="741866"/>
            </a:xfrm>
          </p:grpSpPr>
          <p:sp>
            <p:nvSpPr>
              <p:cNvPr id="1914" name="Google Shape;1914;p31"/>
              <p:cNvSpPr/>
              <p:nvPr/>
            </p:nvSpPr>
            <p:spPr>
              <a:xfrm>
                <a:off x="8703201" y="1614222"/>
                <a:ext cx="18448" cy="94065"/>
              </a:xfrm>
              <a:custGeom>
                <a:avLst/>
                <a:gdLst/>
                <a:ahLst/>
                <a:cxnLst/>
                <a:rect l="l" t="t" r="r" b="b"/>
                <a:pathLst>
                  <a:path w="596" h="3039" extrusionOk="0">
                    <a:moveTo>
                      <a:pt x="378" y="0"/>
                    </a:moveTo>
                    <a:cubicBezTo>
                      <a:pt x="0" y="1520"/>
                      <a:pt x="98" y="3025"/>
                      <a:pt x="98" y="3039"/>
                    </a:cubicBezTo>
                    <a:lnTo>
                      <a:pt x="321" y="3025"/>
                    </a:lnTo>
                    <a:cubicBezTo>
                      <a:pt x="321" y="3012"/>
                      <a:pt x="224" y="1541"/>
                      <a:pt x="595" y="56"/>
                    </a:cubicBezTo>
                    <a:lnTo>
                      <a:pt x="37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5" name="Google Shape;1915;p31"/>
              <p:cNvSpPr/>
              <p:nvPr/>
            </p:nvSpPr>
            <p:spPr>
              <a:xfrm>
                <a:off x="8757120" y="1691820"/>
                <a:ext cx="88277" cy="40981"/>
              </a:xfrm>
              <a:custGeom>
                <a:avLst/>
                <a:gdLst/>
                <a:ahLst/>
                <a:cxnLst/>
                <a:rect l="l" t="t" r="r" b="b"/>
                <a:pathLst>
                  <a:path w="2852" h="1324" extrusionOk="0">
                    <a:moveTo>
                      <a:pt x="56" y="1"/>
                    </a:moveTo>
                    <a:lnTo>
                      <a:pt x="1" y="224"/>
                    </a:lnTo>
                    <a:cubicBezTo>
                      <a:pt x="14" y="224"/>
                      <a:pt x="1436" y="554"/>
                      <a:pt x="2738" y="1323"/>
                    </a:cubicBezTo>
                    <a:lnTo>
                      <a:pt x="2851" y="1127"/>
                    </a:lnTo>
                    <a:cubicBezTo>
                      <a:pt x="1520" y="344"/>
                      <a:pt x="71" y="8"/>
                      <a:pt x="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6" name="Google Shape;1916;p31"/>
              <p:cNvSpPr/>
              <p:nvPr/>
            </p:nvSpPr>
            <p:spPr>
              <a:xfrm>
                <a:off x="8840351" y="1640593"/>
                <a:ext cx="85862" cy="16993"/>
              </a:xfrm>
              <a:custGeom>
                <a:avLst/>
                <a:gdLst/>
                <a:ahLst/>
                <a:cxnLst/>
                <a:rect l="l" t="t" r="r" b="b"/>
                <a:pathLst>
                  <a:path w="2774" h="549" extrusionOk="0">
                    <a:moveTo>
                      <a:pt x="165" y="0"/>
                    </a:moveTo>
                    <a:cubicBezTo>
                      <a:pt x="62" y="0"/>
                      <a:pt x="3" y="2"/>
                      <a:pt x="1" y="2"/>
                    </a:cubicBezTo>
                    <a:lnTo>
                      <a:pt x="7" y="227"/>
                    </a:lnTo>
                    <a:cubicBezTo>
                      <a:pt x="10" y="227"/>
                      <a:pt x="60" y="226"/>
                      <a:pt x="148" y="226"/>
                    </a:cubicBezTo>
                    <a:cubicBezTo>
                      <a:pt x="528" y="226"/>
                      <a:pt x="1620" y="254"/>
                      <a:pt x="2711" y="548"/>
                    </a:cubicBezTo>
                    <a:lnTo>
                      <a:pt x="2774" y="338"/>
                    </a:lnTo>
                    <a:cubicBezTo>
                      <a:pt x="1673" y="31"/>
                      <a:pt x="572" y="0"/>
                      <a:pt x="16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7" name="Google Shape;1917;p31"/>
              <p:cNvSpPr/>
              <p:nvPr/>
            </p:nvSpPr>
            <p:spPr>
              <a:xfrm>
                <a:off x="8671970" y="1717355"/>
                <a:ext cx="66362" cy="51845"/>
              </a:xfrm>
              <a:custGeom>
                <a:avLst/>
                <a:gdLst/>
                <a:ahLst/>
                <a:cxnLst/>
                <a:rect l="l" t="t" r="r" b="b"/>
                <a:pathLst>
                  <a:path w="2144" h="1675" extrusionOk="0">
                    <a:moveTo>
                      <a:pt x="105" y="1"/>
                    </a:moveTo>
                    <a:lnTo>
                      <a:pt x="1" y="198"/>
                    </a:lnTo>
                    <a:cubicBezTo>
                      <a:pt x="14" y="204"/>
                      <a:pt x="1093" y="779"/>
                      <a:pt x="1989" y="1675"/>
                    </a:cubicBezTo>
                    <a:lnTo>
                      <a:pt x="2144" y="1520"/>
                    </a:lnTo>
                    <a:cubicBezTo>
                      <a:pt x="1226" y="596"/>
                      <a:pt x="154" y="23"/>
                      <a:pt x="10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8" name="Google Shape;1918;p31"/>
              <p:cNvSpPr/>
              <p:nvPr/>
            </p:nvSpPr>
            <p:spPr>
              <a:xfrm>
                <a:off x="8804353" y="1571291"/>
                <a:ext cx="16126" cy="84562"/>
              </a:xfrm>
              <a:custGeom>
                <a:avLst/>
                <a:gdLst/>
                <a:ahLst/>
                <a:cxnLst/>
                <a:rect l="l" t="t" r="r" b="b"/>
                <a:pathLst>
                  <a:path w="521" h="2732" extrusionOk="0">
                    <a:moveTo>
                      <a:pt x="51" y="1"/>
                    </a:moveTo>
                    <a:lnTo>
                      <a:pt x="51" y="1"/>
                    </a:lnTo>
                    <a:cubicBezTo>
                      <a:pt x="1" y="1149"/>
                      <a:pt x="288" y="2668"/>
                      <a:pt x="303" y="2732"/>
                    </a:cubicBezTo>
                    <a:lnTo>
                      <a:pt x="520" y="2690"/>
                    </a:lnTo>
                    <a:cubicBezTo>
                      <a:pt x="520" y="2676"/>
                      <a:pt x="226" y="1129"/>
                      <a:pt x="275" y="8"/>
                    </a:cubicBezTo>
                    <a:lnTo>
                      <a:pt x="5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9" name="Google Shape;1919;p31"/>
              <p:cNvSpPr/>
              <p:nvPr/>
            </p:nvSpPr>
            <p:spPr>
              <a:xfrm>
                <a:off x="8885263" y="1494158"/>
                <a:ext cx="22750" cy="76081"/>
              </a:xfrm>
              <a:custGeom>
                <a:avLst/>
                <a:gdLst/>
                <a:ahLst/>
                <a:cxnLst/>
                <a:rect l="l" t="t" r="r" b="b"/>
                <a:pathLst>
                  <a:path w="735" h="2458" extrusionOk="0">
                    <a:moveTo>
                      <a:pt x="224" y="1"/>
                    </a:moveTo>
                    <a:lnTo>
                      <a:pt x="0" y="21"/>
                    </a:lnTo>
                    <a:cubicBezTo>
                      <a:pt x="76" y="1058"/>
                      <a:pt x="504" y="2402"/>
                      <a:pt x="524" y="2458"/>
                    </a:cubicBezTo>
                    <a:lnTo>
                      <a:pt x="734" y="2387"/>
                    </a:lnTo>
                    <a:cubicBezTo>
                      <a:pt x="728" y="2374"/>
                      <a:pt x="301" y="1016"/>
                      <a:pt x="22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0" name="Google Shape;1920;p31"/>
              <p:cNvSpPr/>
              <p:nvPr/>
            </p:nvSpPr>
            <p:spPr>
              <a:xfrm>
                <a:off x="8921880" y="1395327"/>
                <a:ext cx="43767" cy="59584"/>
              </a:xfrm>
              <a:custGeom>
                <a:avLst/>
                <a:gdLst/>
                <a:ahLst/>
                <a:cxnLst/>
                <a:rect l="l" t="t" r="r" b="b"/>
                <a:pathLst>
                  <a:path w="1414" h="1925" extrusionOk="0">
                    <a:moveTo>
                      <a:pt x="203" y="1"/>
                    </a:moveTo>
                    <a:lnTo>
                      <a:pt x="0" y="105"/>
                    </a:lnTo>
                    <a:cubicBezTo>
                      <a:pt x="414" y="925"/>
                      <a:pt x="1212" y="1883"/>
                      <a:pt x="1245" y="1925"/>
                    </a:cubicBezTo>
                    <a:lnTo>
                      <a:pt x="1413" y="1779"/>
                    </a:lnTo>
                    <a:cubicBezTo>
                      <a:pt x="1407" y="1772"/>
                      <a:pt x="602" y="806"/>
                      <a:pt x="2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1" name="Google Shape;1921;p31"/>
              <p:cNvSpPr/>
              <p:nvPr/>
            </p:nvSpPr>
            <p:spPr>
              <a:xfrm>
                <a:off x="8972796" y="1373846"/>
                <a:ext cx="61781" cy="45345"/>
              </a:xfrm>
              <a:custGeom>
                <a:avLst/>
                <a:gdLst/>
                <a:ahLst/>
                <a:cxnLst/>
                <a:rect l="l" t="t" r="r" b="b"/>
                <a:pathLst>
                  <a:path w="1996" h="1465" extrusionOk="0">
                    <a:moveTo>
                      <a:pt x="1898" y="1"/>
                    </a:moveTo>
                    <a:cubicBezTo>
                      <a:pt x="1037" y="428"/>
                      <a:pt x="42" y="1254"/>
                      <a:pt x="0" y="1296"/>
                    </a:cubicBezTo>
                    <a:lnTo>
                      <a:pt x="140" y="1464"/>
                    </a:lnTo>
                    <a:cubicBezTo>
                      <a:pt x="155" y="1458"/>
                      <a:pt x="1163" y="617"/>
                      <a:pt x="1995" y="197"/>
                    </a:cubicBezTo>
                    <a:lnTo>
                      <a:pt x="189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2" name="Google Shape;1922;p31"/>
              <p:cNvSpPr/>
              <p:nvPr/>
            </p:nvSpPr>
            <p:spPr>
              <a:xfrm>
                <a:off x="8945280" y="1472677"/>
                <a:ext cx="66981" cy="34945"/>
              </a:xfrm>
              <a:custGeom>
                <a:avLst/>
                <a:gdLst/>
                <a:ahLst/>
                <a:cxnLst/>
                <a:rect l="l" t="t" r="r" b="b"/>
                <a:pathLst>
                  <a:path w="2164" h="1129" extrusionOk="0">
                    <a:moveTo>
                      <a:pt x="2101" y="1"/>
                    </a:moveTo>
                    <a:cubicBezTo>
                      <a:pt x="1177" y="266"/>
                      <a:pt x="49" y="905"/>
                      <a:pt x="0" y="932"/>
                    </a:cubicBezTo>
                    <a:lnTo>
                      <a:pt x="111" y="1128"/>
                    </a:lnTo>
                    <a:cubicBezTo>
                      <a:pt x="120" y="1122"/>
                      <a:pt x="1267" y="476"/>
                      <a:pt x="2163" y="218"/>
                    </a:cubicBezTo>
                    <a:lnTo>
                      <a:pt x="210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3" name="Google Shape;1923;p31"/>
              <p:cNvSpPr/>
              <p:nvPr/>
            </p:nvSpPr>
            <p:spPr>
              <a:xfrm>
                <a:off x="8899284" y="1563708"/>
                <a:ext cx="79610" cy="23029"/>
              </a:xfrm>
              <a:custGeom>
                <a:avLst/>
                <a:gdLst/>
                <a:ahLst/>
                <a:cxnLst/>
                <a:rect l="l" t="t" r="r" b="b"/>
                <a:pathLst>
                  <a:path w="2572" h="744" extrusionOk="0">
                    <a:moveTo>
                      <a:pt x="2557" y="1"/>
                    </a:moveTo>
                    <a:cubicBezTo>
                      <a:pt x="1535" y="65"/>
                      <a:pt x="65" y="505"/>
                      <a:pt x="1" y="527"/>
                    </a:cubicBezTo>
                    <a:lnTo>
                      <a:pt x="71" y="743"/>
                    </a:lnTo>
                    <a:cubicBezTo>
                      <a:pt x="85" y="737"/>
                      <a:pt x="1577" y="281"/>
                      <a:pt x="2572" y="224"/>
                    </a:cubicBezTo>
                    <a:lnTo>
                      <a:pt x="255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4" name="Google Shape;1924;p31"/>
              <p:cNvSpPr/>
              <p:nvPr/>
            </p:nvSpPr>
            <p:spPr>
              <a:xfrm>
                <a:off x="8924665" y="1299529"/>
                <a:ext cx="50979" cy="49245"/>
              </a:xfrm>
              <a:custGeom>
                <a:avLst/>
                <a:gdLst/>
                <a:ahLst/>
                <a:cxnLst/>
                <a:rect l="l" t="t" r="r" b="b"/>
                <a:pathLst>
                  <a:path w="1647" h="1591" extrusionOk="0">
                    <a:moveTo>
                      <a:pt x="176" y="0"/>
                    </a:moveTo>
                    <a:lnTo>
                      <a:pt x="1" y="140"/>
                    </a:lnTo>
                    <a:cubicBezTo>
                      <a:pt x="540" y="827"/>
                      <a:pt x="1471" y="1555"/>
                      <a:pt x="1507" y="1590"/>
                    </a:cubicBezTo>
                    <a:lnTo>
                      <a:pt x="1646" y="1415"/>
                    </a:lnTo>
                    <a:cubicBezTo>
                      <a:pt x="1639" y="1400"/>
                      <a:pt x="702" y="666"/>
                      <a:pt x="1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5" name="Google Shape;1925;p31"/>
              <p:cNvSpPr/>
              <p:nvPr/>
            </p:nvSpPr>
            <p:spPr>
              <a:xfrm>
                <a:off x="8976913" y="1276748"/>
                <a:ext cx="50329" cy="54012"/>
              </a:xfrm>
              <a:custGeom>
                <a:avLst/>
                <a:gdLst/>
                <a:ahLst/>
                <a:cxnLst/>
                <a:rect l="l" t="t" r="r" b="b"/>
                <a:pathLst>
                  <a:path w="1626" h="1745" extrusionOk="0">
                    <a:moveTo>
                      <a:pt x="1477" y="0"/>
                    </a:moveTo>
                    <a:cubicBezTo>
                      <a:pt x="778" y="582"/>
                      <a:pt x="29" y="1570"/>
                      <a:pt x="0" y="1612"/>
                    </a:cubicBezTo>
                    <a:lnTo>
                      <a:pt x="175" y="1745"/>
                    </a:lnTo>
                    <a:cubicBezTo>
                      <a:pt x="182" y="1738"/>
                      <a:pt x="938" y="736"/>
                      <a:pt x="1625" y="177"/>
                    </a:cubicBezTo>
                    <a:lnTo>
                      <a:pt x="147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6" name="Google Shape;1926;p31"/>
              <p:cNvSpPr/>
              <p:nvPr/>
            </p:nvSpPr>
            <p:spPr>
              <a:xfrm>
                <a:off x="8897365" y="1211501"/>
                <a:ext cx="56829" cy="30148"/>
              </a:xfrm>
              <a:custGeom>
                <a:avLst/>
                <a:gdLst/>
                <a:ahLst/>
                <a:cxnLst/>
                <a:rect l="l" t="t" r="r" b="b"/>
                <a:pathLst>
                  <a:path w="1836" h="974" extrusionOk="0">
                    <a:moveTo>
                      <a:pt x="120" y="1"/>
                    </a:moveTo>
                    <a:lnTo>
                      <a:pt x="1" y="197"/>
                    </a:lnTo>
                    <a:cubicBezTo>
                      <a:pt x="686" y="618"/>
                      <a:pt x="1723" y="960"/>
                      <a:pt x="1765" y="974"/>
                    </a:cubicBezTo>
                    <a:lnTo>
                      <a:pt x="1836" y="764"/>
                    </a:lnTo>
                    <a:cubicBezTo>
                      <a:pt x="1821" y="757"/>
                      <a:pt x="785" y="414"/>
                      <a:pt x="1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7" name="Google Shape;1927;p31"/>
              <p:cNvSpPr/>
              <p:nvPr/>
            </p:nvSpPr>
            <p:spPr>
              <a:xfrm>
                <a:off x="8961499" y="1191784"/>
                <a:ext cx="32345" cy="55962"/>
              </a:xfrm>
              <a:custGeom>
                <a:avLst/>
                <a:gdLst/>
                <a:ahLst/>
                <a:cxnLst/>
                <a:rect l="l" t="t" r="r" b="b"/>
                <a:pathLst>
                  <a:path w="1045" h="1808" extrusionOk="0">
                    <a:moveTo>
                      <a:pt x="863" y="1"/>
                    </a:moveTo>
                    <a:cubicBezTo>
                      <a:pt x="407" y="666"/>
                      <a:pt x="23" y="1688"/>
                      <a:pt x="1" y="1730"/>
                    </a:cubicBezTo>
                    <a:lnTo>
                      <a:pt x="211" y="1807"/>
                    </a:lnTo>
                    <a:cubicBezTo>
                      <a:pt x="217" y="1794"/>
                      <a:pt x="604" y="771"/>
                      <a:pt x="1044" y="127"/>
                    </a:cubicBezTo>
                    <a:lnTo>
                      <a:pt x="86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8" name="Google Shape;1928;p31"/>
              <p:cNvSpPr/>
              <p:nvPr/>
            </p:nvSpPr>
            <p:spPr>
              <a:xfrm>
                <a:off x="8866351" y="1143251"/>
                <a:ext cx="49679" cy="14764"/>
              </a:xfrm>
              <a:custGeom>
                <a:avLst/>
                <a:gdLst/>
                <a:ahLst/>
                <a:cxnLst/>
                <a:rect l="l" t="t" r="r" b="b"/>
                <a:pathLst>
                  <a:path w="1605" h="477" extrusionOk="0">
                    <a:moveTo>
                      <a:pt x="65" y="1"/>
                    </a:moveTo>
                    <a:lnTo>
                      <a:pt x="1" y="218"/>
                    </a:lnTo>
                    <a:cubicBezTo>
                      <a:pt x="645" y="414"/>
                      <a:pt x="1555" y="477"/>
                      <a:pt x="1591" y="477"/>
                    </a:cubicBezTo>
                    <a:lnTo>
                      <a:pt x="1604" y="253"/>
                    </a:lnTo>
                    <a:cubicBezTo>
                      <a:pt x="1597" y="253"/>
                      <a:pt x="687" y="189"/>
                      <a:pt x="6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9" name="Google Shape;1929;p31"/>
              <p:cNvSpPr/>
              <p:nvPr/>
            </p:nvSpPr>
            <p:spPr>
              <a:xfrm>
                <a:off x="8931382" y="1126568"/>
                <a:ext cx="18448" cy="49431"/>
              </a:xfrm>
              <a:custGeom>
                <a:avLst/>
                <a:gdLst/>
                <a:ahLst/>
                <a:cxnLst/>
                <a:rect l="l" t="t" r="r" b="b"/>
                <a:pathLst>
                  <a:path w="596" h="1597" extrusionOk="0">
                    <a:moveTo>
                      <a:pt x="392" y="1"/>
                    </a:moveTo>
                    <a:cubicBezTo>
                      <a:pt x="140" y="624"/>
                      <a:pt x="7" y="1526"/>
                      <a:pt x="1" y="1568"/>
                    </a:cubicBezTo>
                    <a:lnTo>
                      <a:pt x="224" y="1597"/>
                    </a:lnTo>
                    <a:cubicBezTo>
                      <a:pt x="224" y="1590"/>
                      <a:pt x="359" y="686"/>
                      <a:pt x="596" y="85"/>
                    </a:cubicBezTo>
                    <a:lnTo>
                      <a:pt x="39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0" name="Google Shape;1930;p31"/>
              <p:cNvSpPr/>
              <p:nvPr/>
            </p:nvSpPr>
            <p:spPr>
              <a:xfrm>
                <a:off x="8825834" y="1088434"/>
                <a:ext cx="41662" cy="9967"/>
              </a:xfrm>
              <a:custGeom>
                <a:avLst/>
                <a:gdLst/>
                <a:ahLst/>
                <a:cxnLst/>
                <a:rect l="l" t="t" r="r" b="b"/>
                <a:pathLst>
                  <a:path w="1346" h="322" extrusionOk="0">
                    <a:moveTo>
                      <a:pt x="50" y="1"/>
                    </a:moveTo>
                    <a:lnTo>
                      <a:pt x="1" y="217"/>
                    </a:lnTo>
                    <a:cubicBezTo>
                      <a:pt x="434" y="315"/>
                      <a:pt x="996" y="322"/>
                      <a:pt x="1233" y="322"/>
                    </a:cubicBezTo>
                    <a:lnTo>
                      <a:pt x="1345" y="322"/>
                    </a:lnTo>
                    <a:lnTo>
                      <a:pt x="1339" y="98"/>
                    </a:lnTo>
                    <a:cubicBezTo>
                      <a:pt x="1337" y="98"/>
                      <a:pt x="1307" y="99"/>
                      <a:pt x="1256" y="99"/>
                    </a:cubicBezTo>
                    <a:cubicBezTo>
                      <a:pt x="1045" y="99"/>
                      <a:pt x="473" y="90"/>
                      <a:pt x="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1" name="Google Shape;1931;p31"/>
              <p:cNvSpPr/>
              <p:nvPr/>
            </p:nvSpPr>
            <p:spPr>
              <a:xfrm>
                <a:off x="8850132" y="1037053"/>
                <a:ext cx="9967" cy="39712"/>
              </a:xfrm>
              <a:custGeom>
                <a:avLst/>
                <a:gdLst/>
                <a:ahLst/>
                <a:cxnLst/>
                <a:rect l="l" t="t" r="r" b="b"/>
                <a:pathLst>
                  <a:path w="322" h="1283" extrusionOk="0">
                    <a:moveTo>
                      <a:pt x="49" y="0"/>
                    </a:moveTo>
                    <a:lnTo>
                      <a:pt x="49" y="0"/>
                    </a:lnTo>
                    <a:cubicBezTo>
                      <a:pt x="1" y="533"/>
                      <a:pt x="98" y="1254"/>
                      <a:pt x="105" y="1283"/>
                    </a:cubicBezTo>
                    <a:lnTo>
                      <a:pt x="322" y="1247"/>
                    </a:lnTo>
                    <a:cubicBezTo>
                      <a:pt x="322" y="1241"/>
                      <a:pt x="224" y="533"/>
                      <a:pt x="266" y="22"/>
                    </a:cubicBezTo>
                    <a:lnTo>
                      <a:pt x="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2" name="Google Shape;1932;p31"/>
              <p:cNvSpPr/>
              <p:nvPr/>
            </p:nvSpPr>
            <p:spPr>
              <a:xfrm>
                <a:off x="8892568" y="1074537"/>
                <a:ext cx="14145" cy="45129"/>
              </a:xfrm>
              <a:custGeom>
                <a:avLst/>
                <a:gdLst/>
                <a:ahLst/>
                <a:cxnLst/>
                <a:rect l="l" t="t" r="r" b="b"/>
                <a:pathLst>
                  <a:path w="457" h="1458" extrusionOk="0">
                    <a:moveTo>
                      <a:pt x="240" y="1"/>
                    </a:moveTo>
                    <a:cubicBezTo>
                      <a:pt x="58" y="589"/>
                      <a:pt x="8" y="1408"/>
                      <a:pt x="1" y="1443"/>
                    </a:cubicBezTo>
                    <a:lnTo>
                      <a:pt x="226" y="1458"/>
                    </a:lnTo>
                    <a:cubicBezTo>
                      <a:pt x="226" y="1450"/>
                      <a:pt x="282" y="624"/>
                      <a:pt x="456" y="72"/>
                    </a:cubicBezTo>
                    <a:lnTo>
                      <a:pt x="24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3" name="Google Shape;1933;p31"/>
              <p:cNvSpPr/>
              <p:nvPr/>
            </p:nvSpPr>
            <p:spPr>
              <a:xfrm>
                <a:off x="8789434" y="1027334"/>
                <a:ext cx="37545" cy="29250"/>
              </a:xfrm>
              <a:custGeom>
                <a:avLst/>
                <a:gdLst/>
                <a:ahLst/>
                <a:cxnLst/>
                <a:rect l="l" t="t" r="r" b="b"/>
                <a:pathLst>
                  <a:path w="1213" h="945" extrusionOk="0">
                    <a:moveTo>
                      <a:pt x="155" y="0"/>
                    </a:moveTo>
                    <a:lnTo>
                      <a:pt x="0" y="160"/>
                    </a:lnTo>
                    <a:cubicBezTo>
                      <a:pt x="414" y="546"/>
                      <a:pt x="1071" y="931"/>
                      <a:pt x="1100" y="945"/>
                    </a:cubicBezTo>
                    <a:lnTo>
                      <a:pt x="1212" y="756"/>
                    </a:lnTo>
                    <a:cubicBezTo>
                      <a:pt x="1205" y="748"/>
                      <a:pt x="547" y="370"/>
                      <a:pt x="15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1934" name="Google Shape;1934;p31"/>
          <p:cNvGrpSpPr/>
          <p:nvPr/>
        </p:nvGrpSpPr>
        <p:grpSpPr>
          <a:xfrm rot="-2994214" flipH="1">
            <a:off x="2140926" y="525599"/>
            <a:ext cx="892566" cy="1237069"/>
            <a:chOff x="3610882" y="-2004447"/>
            <a:chExt cx="786431" cy="1089968"/>
          </a:xfrm>
        </p:grpSpPr>
        <p:grpSp>
          <p:nvGrpSpPr>
            <p:cNvPr id="1935" name="Google Shape;1935;p31"/>
            <p:cNvGrpSpPr/>
            <p:nvPr/>
          </p:nvGrpSpPr>
          <p:grpSpPr>
            <a:xfrm>
              <a:off x="3610882" y="-2004447"/>
              <a:ext cx="786431" cy="1089968"/>
              <a:chOff x="8508542" y="1007339"/>
              <a:chExt cx="571783" cy="792474"/>
            </a:xfrm>
          </p:grpSpPr>
          <p:sp>
            <p:nvSpPr>
              <p:cNvPr id="1936" name="Google Shape;1936;p31"/>
              <p:cNvSpPr/>
              <p:nvPr/>
            </p:nvSpPr>
            <p:spPr>
              <a:xfrm>
                <a:off x="8622570" y="1551110"/>
                <a:ext cx="180794" cy="159158"/>
              </a:xfrm>
              <a:custGeom>
                <a:avLst/>
                <a:gdLst/>
                <a:ahLst/>
                <a:cxnLst/>
                <a:rect l="l" t="t" r="r" b="b"/>
                <a:pathLst>
                  <a:path w="5841" h="5142" extrusionOk="0">
                    <a:moveTo>
                      <a:pt x="3213" y="1"/>
                    </a:moveTo>
                    <a:cubicBezTo>
                      <a:pt x="3213" y="1"/>
                      <a:pt x="0" y="2095"/>
                      <a:pt x="2800" y="5142"/>
                    </a:cubicBezTo>
                    <a:cubicBezTo>
                      <a:pt x="2800" y="5142"/>
                      <a:pt x="5840" y="2866"/>
                      <a:pt x="321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7" name="Google Shape;1937;p31"/>
              <p:cNvSpPr/>
              <p:nvPr/>
            </p:nvSpPr>
            <p:spPr>
              <a:xfrm>
                <a:off x="8758018" y="1679841"/>
                <a:ext cx="145198" cy="85862"/>
              </a:xfrm>
              <a:custGeom>
                <a:avLst/>
                <a:gdLst/>
                <a:ahLst/>
                <a:cxnLst/>
                <a:rect l="l" t="t" r="r" b="b"/>
                <a:pathLst>
                  <a:path w="4691" h="2774" extrusionOk="0">
                    <a:moveTo>
                      <a:pt x="1891" y="0"/>
                    </a:moveTo>
                    <a:cubicBezTo>
                      <a:pt x="1358" y="0"/>
                      <a:pt x="732" y="143"/>
                      <a:pt x="0" y="499"/>
                    </a:cubicBezTo>
                    <a:cubicBezTo>
                      <a:pt x="0" y="499"/>
                      <a:pt x="802" y="2774"/>
                      <a:pt x="2929" y="2774"/>
                    </a:cubicBezTo>
                    <a:cubicBezTo>
                      <a:pt x="3438" y="2774"/>
                      <a:pt x="4023" y="2643"/>
                      <a:pt x="4691" y="2320"/>
                    </a:cubicBezTo>
                    <a:cubicBezTo>
                      <a:pt x="4691" y="2320"/>
                      <a:pt x="4043" y="0"/>
                      <a:pt x="189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8" name="Google Shape;1938;p31"/>
              <p:cNvSpPr/>
              <p:nvPr/>
            </p:nvSpPr>
            <p:spPr>
              <a:xfrm>
                <a:off x="8840351" y="1613479"/>
                <a:ext cx="143279" cy="74503"/>
              </a:xfrm>
              <a:custGeom>
                <a:avLst/>
                <a:gdLst/>
                <a:ahLst/>
                <a:cxnLst/>
                <a:rect l="l" t="t" r="r" b="b"/>
                <a:pathLst>
                  <a:path w="4629" h="2407" extrusionOk="0">
                    <a:moveTo>
                      <a:pt x="2222" y="0"/>
                    </a:moveTo>
                    <a:cubicBezTo>
                      <a:pt x="1587" y="0"/>
                      <a:pt x="840" y="259"/>
                      <a:pt x="1" y="991"/>
                    </a:cubicBezTo>
                    <a:cubicBezTo>
                      <a:pt x="1" y="991"/>
                      <a:pt x="975" y="2407"/>
                      <a:pt x="2495" y="2407"/>
                    </a:cubicBezTo>
                    <a:cubicBezTo>
                      <a:pt x="3123" y="2407"/>
                      <a:pt x="3845" y="2165"/>
                      <a:pt x="4629" y="1481"/>
                    </a:cubicBezTo>
                    <a:cubicBezTo>
                      <a:pt x="4629" y="1481"/>
                      <a:pt x="3744" y="0"/>
                      <a:pt x="222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9" name="Google Shape;1939;p31"/>
              <p:cNvSpPr/>
              <p:nvPr/>
            </p:nvSpPr>
            <p:spPr>
              <a:xfrm>
                <a:off x="8673703" y="1717541"/>
                <a:ext cx="105981" cy="82272"/>
              </a:xfrm>
              <a:custGeom>
                <a:avLst/>
                <a:gdLst/>
                <a:ahLst/>
                <a:cxnLst/>
                <a:rect l="l" t="t" r="r" b="b"/>
                <a:pathLst>
                  <a:path w="3424" h="2658" extrusionOk="0">
                    <a:moveTo>
                      <a:pt x="886" y="0"/>
                    </a:moveTo>
                    <a:cubicBezTo>
                      <a:pt x="620" y="0"/>
                      <a:pt x="326" y="29"/>
                      <a:pt x="0" y="94"/>
                    </a:cubicBezTo>
                    <a:cubicBezTo>
                      <a:pt x="0" y="94"/>
                      <a:pt x="208" y="2657"/>
                      <a:pt x="2620" y="2657"/>
                    </a:cubicBezTo>
                    <a:cubicBezTo>
                      <a:pt x="2865" y="2657"/>
                      <a:pt x="3132" y="2631"/>
                      <a:pt x="3424" y="2573"/>
                    </a:cubicBezTo>
                    <a:cubicBezTo>
                      <a:pt x="3424" y="2573"/>
                      <a:pt x="3384" y="0"/>
                      <a:pt x="88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0" name="Google Shape;1940;p31"/>
              <p:cNvSpPr/>
              <p:nvPr/>
            </p:nvSpPr>
            <p:spPr>
              <a:xfrm>
                <a:off x="8726137" y="1506075"/>
                <a:ext cx="167360" cy="151729"/>
              </a:xfrm>
              <a:custGeom>
                <a:avLst/>
                <a:gdLst/>
                <a:ahLst/>
                <a:cxnLst/>
                <a:rect l="l" t="t" r="r" b="b"/>
                <a:pathLst>
                  <a:path w="5407" h="4902" extrusionOk="0">
                    <a:moveTo>
                      <a:pt x="2654" y="1"/>
                    </a:moveTo>
                    <a:cubicBezTo>
                      <a:pt x="2654" y="1"/>
                      <a:pt x="0" y="2241"/>
                      <a:pt x="2941" y="4901"/>
                    </a:cubicBezTo>
                    <a:cubicBezTo>
                      <a:pt x="2941" y="4901"/>
                      <a:pt x="5407" y="2473"/>
                      <a:pt x="265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1" name="Google Shape;1941;p31"/>
              <p:cNvSpPr/>
              <p:nvPr/>
            </p:nvSpPr>
            <p:spPr>
              <a:xfrm>
                <a:off x="8813949" y="1435844"/>
                <a:ext cx="151698" cy="133312"/>
              </a:xfrm>
              <a:custGeom>
                <a:avLst/>
                <a:gdLst/>
                <a:ahLst/>
                <a:cxnLst/>
                <a:rect l="l" t="t" r="r" b="b"/>
                <a:pathLst>
                  <a:path w="4901" h="4307" extrusionOk="0">
                    <a:moveTo>
                      <a:pt x="2149" y="1"/>
                    </a:moveTo>
                    <a:cubicBezTo>
                      <a:pt x="2149" y="1"/>
                      <a:pt x="0" y="2228"/>
                      <a:pt x="2934" y="4306"/>
                    </a:cubicBezTo>
                    <a:cubicBezTo>
                      <a:pt x="2934" y="4306"/>
                      <a:pt x="4900" y="1918"/>
                      <a:pt x="214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2" name="Google Shape;1942;p31"/>
              <p:cNvSpPr/>
              <p:nvPr/>
            </p:nvSpPr>
            <p:spPr>
              <a:xfrm>
                <a:off x="8867249" y="1351746"/>
                <a:ext cx="120962" cy="100843"/>
              </a:xfrm>
              <a:custGeom>
                <a:avLst/>
                <a:gdLst/>
                <a:ahLst/>
                <a:cxnLst/>
                <a:rect l="l" t="t" r="r" b="b"/>
                <a:pathLst>
                  <a:path w="3908" h="3258" extrusionOk="0">
                    <a:moveTo>
                      <a:pt x="1016" y="0"/>
                    </a:moveTo>
                    <a:cubicBezTo>
                      <a:pt x="1016" y="1"/>
                      <a:pt x="1" y="2543"/>
                      <a:pt x="3094" y="3257"/>
                    </a:cubicBezTo>
                    <a:cubicBezTo>
                      <a:pt x="3094" y="3257"/>
                      <a:pt x="3908" y="653"/>
                      <a:pt x="101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3" name="Google Shape;1943;p31"/>
              <p:cNvSpPr/>
              <p:nvPr/>
            </p:nvSpPr>
            <p:spPr>
              <a:xfrm>
                <a:off x="8974963" y="1344379"/>
                <a:ext cx="105362" cy="75617"/>
              </a:xfrm>
              <a:custGeom>
                <a:avLst/>
                <a:gdLst/>
                <a:ahLst/>
                <a:cxnLst/>
                <a:rect l="l" t="t" r="r" b="b"/>
                <a:pathLst>
                  <a:path w="3404" h="2443" extrusionOk="0">
                    <a:moveTo>
                      <a:pt x="2435" y="0"/>
                    </a:moveTo>
                    <a:cubicBezTo>
                      <a:pt x="1600" y="0"/>
                      <a:pt x="457" y="387"/>
                      <a:pt x="1" y="2332"/>
                    </a:cubicBezTo>
                    <a:cubicBezTo>
                      <a:pt x="1" y="2332"/>
                      <a:pt x="353" y="2442"/>
                      <a:pt x="835" y="2442"/>
                    </a:cubicBezTo>
                    <a:cubicBezTo>
                      <a:pt x="1693" y="2442"/>
                      <a:pt x="2964" y="2095"/>
                      <a:pt x="3404" y="168"/>
                    </a:cubicBezTo>
                    <a:cubicBezTo>
                      <a:pt x="3404" y="168"/>
                      <a:pt x="2986" y="0"/>
                      <a:pt x="243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4" name="Google Shape;1944;p31"/>
              <p:cNvSpPr/>
              <p:nvPr/>
            </p:nvSpPr>
            <p:spPr>
              <a:xfrm>
                <a:off x="8946982" y="1445965"/>
                <a:ext cx="115762" cy="68250"/>
              </a:xfrm>
              <a:custGeom>
                <a:avLst/>
                <a:gdLst/>
                <a:ahLst/>
                <a:cxnLst/>
                <a:rect l="l" t="t" r="r" b="b"/>
                <a:pathLst>
                  <a:path w="3740" h="2205" extrusionOk="0">
                    <a:moveTo>
                      <a:pt x="2366" y="0"/>
                    </a:moveTo>
                    <a:cubicBezTo>
                      <a:pt x="1599" y="0"/>
                      <a:pt x="665" y="379"/>
                      <a:pt x="1" y="1894"/>
                    </a:cubicBezTo>
                    <a:cubicBezTo>
                      <a:pt x="1" y="1894"/>
                      <a:pt x="588" y="2204"/>
                      <a:pt x="1333" y="2204"/>
                    </a:cubicBezTo>
                    <a:cubicBezTo>
                      <a:pt x="2130" y="2204"/>
                      <a:pt x="3107" y="1850"/>
                      <a:pt x="3740" y="381"/>
                    </a:cubicBezTo>
                    <a:cubicBezTo>
                      <a:pt x="3740" y="381"/>
                      <a:pt x="3136" y="0"/>
                      <a:pt x="236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5" name="Google Shape;1945;p31"/>
              <p:cNvSpPr/>
              <p:nvPr/>
            </p:nvSpPr>
            <p:spPr>
              <a:xfrm>
                <a:off x="8900399" y="1535541"/>
                <a:ext cx="136346" cy="70015"/>
              </a:xfrm>
              <a:custGeom>
                <a:avLst/>
                <a:gdLst/>
                <a:ahLst/>
                <a:cxnLst/>
                <a:rect l="l" t="t" r="r" b="b"/>
                <a:pathLst>
                  <a:path w="4405" h="2262" extrusionOk="0">
                    <a:moveTo>
                      <a:pt x="2484" y="0"/>
                    </a:moveTo>
                    <a:cubicBezTo>
                      <a:pt x="1742" y="0"/>
                      <a:pt x="864" y="356"/>
                      <a:pt x="0" y="1541"/>
                    </a:cubicBezTo>
                    <a:cubicBezTo>
                      <a:pt x="0" y="1541"/>
                      <a:pt x="852" y="2261"/>
                      <a:pt x="1961" y="2261"/>
                    </a:cubicBezTo>
                    <a:cubicBezTo>
                      <a:pt x="2719" y="2261"/>
                      <a:pt x="3596" y="1926"/>
                      <a:pt x="4405" y="798"/>
                    </a:cubicBezTo>
                    <a:cubicBezTo>
                      <a:pt x="4405" y="798"/>
                      <a:pt x="3597" y="0"/>
                      <a:pt x="248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6" name="Google Shape;1946;p31"/>
              <p:cNvSpPr/>
              <p:nvPr/>
            </p:nvSpPr>
            <p:spPr>
              <a:xfrm>
                <a:off x="8880465" y="1264832"/>
                <a:ext cx="100565" cy="81127"/>
              </a:xfrm>
              <a:custGeom>
                <a:avLst/>
                <a:gdLst/>
                <a:ahLst/>
                <a:cxnLst/>
                <a:rect l="l" t="t" r="r" b="b"/>
                <a:pathLst>
                  <a:path w="3249" h="2621" extrusionOk="0">
                    <a:moveTo>
                      <a:pt x="441" y="0"/>
                    </a:moveTo>
                    <a:cubicBezTo>
                      <a:pt x="441" y="0"/>
                      <a:pt x="0" y="2556"/>
                      <a:pt x="3004" y="2620"/>
                    </a:cubicBezTo>
                    <a:cubicBezTo>
                      <a:pt x="3004" y="2620"/>
                      <a:pt x="3249" y="42"/>
                      <a:pt x="44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7" name="Google Shape;1947;p31"/>
              <p:cNvSpPr/>
              <p:nvPr/>
            </p:nvSpPr>
            <p:spPr>
              <a:xfrm>
                <a:off x="8977996" y="1243475"/>
                <a:ext cx="85367" cy="87379"/>
              </a:xfrm>
              <a:custGeom>
                <a:avLst/>
                <a:gdLst/>
                <a:ahLst/>
                <a:cxnLst/>
                <a:rect l="l" t="t" r="r" b="b"/>
                <a:pathLst>
                  <a:path w="2758" h="2823" extrusionOk="0">
                    <a:moveTo>
                      <a:pt x="2441" y="0"/>
                    </a:moveTo>
                    <a:cubicBezTo>
                      <a:pt x="1727" y="0"/>
                      <a:pt x="0" y="264"/>
                      <a:pt x="0" y="2820"/>
                    </a:cubicBezTo>
                    <a:cubicBezTo>
                      <a:pt x="0" y="2820"/>
                      <a:pt x="42" y="2823"/>
                      <a:pt x="114" y="2823"/>
                    </a:cubicBezTo>
                    <a:cubicBezTo>
                      <a:pt x="634" y="2823"/>
                      <a:pt x="2758" y="2661"/>
                      <a:pt x="2745" y="18"/>
                    </a:cubicBezTo>
                    <a:cubicBezTo>
                      <a:pt x="2745" y="18"/>
                      <a:pt x="2627" y="0"/>
                      <a:pt x="244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8" name="Google Shape;1948;p31"/>
              <p:cNvSpPr/>
              <p:nvPr/>
            </p:nvSpPr>
            <p:spPr>
              <a:xfrm>
                <a:off x="8858984" y="1187544"/>
                <a:ext cx="96046" cy="58469"/>
              </a:xfrm>
              <a:custGeom>
                <a:avLst/>
                <a:gdLst/>
                <a:ahLst/>
                <a:cxnLst/>
                <a:rect l="l" t="t" r="r" b="b"/>
                <a:pathLst>
                  <a:path w="3103" h="1889" extrusionOk="0">
                    <a:moveTo>
                      <a:pt x="1021" y="0"/>
                    </a:moveTo>
                    <a:cubicBezTo>
                      <a:pt x="722" y="0"/>
                      <a:pt x="383" y="56"/>
                      <a:pt x="0" y="187"/>
                    </a:cubicBezTo>
                    <a:cubicBezTo>
                      <a:pt x="0" y="187"/>
                      <a:pt x="298" y="1888"/>
                      <a:pt x="1992" y="1888"/>
                    </a:cubicBezTo>
                    <a:cubicBezTo>
                      <a:pt x="2311" y="1888"/>
                      <a:pt x="2678" y="1828"/>
                      <a:pt x="3103" y="1686"/>
                    </a:cubicBezTo>
                    <a:cubicBezTo>
                      <a:pt x="3103" y="1686"/>
                      <a:pt x="2667" y="0"/>
                      <a:pt x="102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9" name="Google Shape;1949;p31"/>
              <p:cNvSpPr/>
              <p:nvPr/>
            </p:nvSpPr>
            <p:spPr>
              <a:xfrm>
                <a:off x="8940915" y="1154487"/>
                <a:ext cx="96046" cy="91960"/>
              </a:xfrm>
              <a:custGeom>
                <a:avLst/>
                <a:gdLst/>
                <a:ahLst/>
                <a:cxnLst/>
                <a:rect l="l" t="t" r="r" b="b"/>
                <a:pathLst>
                  <a:path w="3103" h="2971" extrusionOk="0">
                    <a:moveTo>
                      <a:pt x="2368" y="1"/>
                    </a:moveTo>
                    <a:cubicBezTo>
                      <a:pt x="2368" y="1"/>
                      <a:pt x="0" y="317"/>
                      <a:pt x="772" y="2970"/>
                    </a:cubicBezTo>
                    <a:cubicBezTo>
                      <a:pt x="772" y="2970"/>
                      <a:pt x="3102" y="2473"/>
                      <a:pt x="236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0" name="Google Shape;1950;p31"/>
              <p:cNvSpPr/>
              <p:nvPr/>
            </p:nvSpPr>
            <p:spPr>
              <a:xfrm>
                <a:off x="8830168" y="1123937"/>
                <a:ext cx="88648" cy="45345"/>
              </a:xfrm>
              <a:custGeom>
                <a:avLst/>
                <a:gdLst/>
                <a:ahLst/>
                <a:cxnLst/>
                <a:rect l="l" t="t" r="r" b="b"/>
                <a:pathLst>
                  <a:path w="2864" h="1465" extrusionOk="0">
                    <a:moveTo>
                      <a:pt x="1260" y="0"/>
                    </a:moveTo>
                    <a:cubicBezTo>
                      <a:pt x="898" y="0"/>
                      <a:pt x="477" y="118"/>
                      <a:pt x="0" y="435"/>
                    </a:cubicBezTo>
                    <a:cubicBezTo>
                      <a:pt x="0" y="435"/>
                      <a:pt x="473" y="1464"/>
                      <a:pt x="1531" y="1464"/>
                    </a:cubicBezTo>
                    <a:cubicBezTo>
                      <a:pt x="1902" y="1464"/>
                      <a:pt x="2345" y="1338"/>
                      <a:pt x="2864" y="996"/>
                    </a:cubicBezTo>
                    <a:cubicBezTo>
                      <a:pt x="2864" y="996"/>
                      <a:pt x="2310" y="0"/>
                      <a:pt x="126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1" name="Google Shape;1951;p31"/>
              <p:cNvSpPr/>
              <p:nvPr/>
            </p:nvSpPr>
            <p:spPr>
              <a:xfrm>
                <a:off x="8900399" y="1091468"/>
                <a:ext cx="90629" cy="84129"/>
              </a:xfrm>
              <a:custGeom>
                <a:avLst/>
                <a:gdLst/>
                <a:ahLst/>
                <a:cxnLst/>
                <a:rect l="l" t="t" r="r" b="b"/>
                <a:pathLst>
                  <a:path w="2928" h="2718" extrusionOk="0">
                    <a:moveTo>
                      <a:pt x="1877" y="0"/>
                    </a:moveTo>
                    <a:cubicBezTo>
                      <a:pt x="1877" y="0"/>
                      <a:pt x="0" y="686"/>
                      <a:pt x="1114" y="2718"/>
                    </a:cubicBezTo>
                    <a:cubicBezTo>
                      <a:pt x="1114" y="2718"/>
                      <a:pt x="2928" y="1891"/>
                      <a:pt x="187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2" name="Google Shape;1952;p31"/>
              <p:cNvSpPr/>
              <p:nvPr/>
            </p:nvSpPr>
            <p:spPr>
              <a:xfrm>
                <a:off x="8795037" y="1073515"/>
                <a:ext cx="72460" cy="36029"/>
              </a:xfrm>
              <a:custGeom>
                <a:avLst/>
                <a:gdLst/>
                <a:ahLst/>
                <a:cxnLst/>
                <a:rect l="l" t="t" r="r" b="b"/>
                <a:pathLst>
                  <a:path w="2341" h="1164" extrusionOk="0">
                    <a:moveTo>
                      <a:pt x="1094" y="0"/>
                    </a:moveTo>
                    <a:cubicBezTo>
                      <a:pt x="777" y="0"/>
                      <a:pt x="409" y="116"/>
                      <a:pt x="1" y="441"/>
                    </a:cubicBezTo>
                    <a:cubicBezTo>
                      <a:pt x="1" y="441"/>
                      <a:pt x="412" y="1163"/>
                      <a:pt x="1191" y="1163"/>
                    </a:cubicBezTo>
                    <a:cubicBezTo>
                      <a:pt x="1512" y="1163"/>
                      <a:pt x="1897" y="1040"/>
                      <a:pt x="2340" y="693"/>
                    </a:cubicBezTo>
                    <a:cubicBezTo>
                      <a:pt x="2340" y="693"/>
                      <a:pt x="1871" y="0"/>
                      <a:pt x="109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3" name="Google Shape;1953;p31"/>
              <p:cNvSpPr/>
              <p:nvPr/>
            </p:nvSpPr>
            <p:spPr>
              <a:xfrm>
                <a:off x="8816734" y="1007339"/>
                <a:ext cx="76762" cy="68962"/>
              </a:xfrm>
              <a:custGeom>
                <a:avLst/>
                <a:gdLst/>
                <a:ahLst/>
                <a:cxnLst/>
                <a:rect l="l" t="t" r="r" b="b"/>
                <a:pathLst>
                  <a:path w="2480" h="2228" extrusionOk="0">
                    <a:moveTo>
                      <a:pt x="1268" y="1"/>
                    </a:moveTo>
                    <a:lnTo>
                      <a:pt x="1268" y="1"/>
                    </a:lnTo>
                    <a:cubicBezTo>
                      <a:pt x="1268" y="1"/>
                      <a:pt x="1" y="932"/>
                      <a:pt x="1290" y="2227"/>
                    </a:cubicBezTo>
                    <a:cubicBezTo>
                      <a:pt x="1290" y="2227"/>
                      <a:pt x="2480" y="1199"/>
                      <a:pt x="126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4" name="Google Shape;1954;p31"/>
              <p:cNvSpPr/>
              <p:nvPr/>
            </p:nvSpPr>
            <p:spPr>
              <a:xfrm>
                <a:off x="8860749" y="1042253"/>
                <a:ext cx="83881" cy="77165"/>
              </a:xfrm>
              <a:custGeom>
                <a:avLst/>
                <a:gdLst/>
                <a:ahLst/>
                <a:cxnLst/>
                <a:rect l="l" t="t" r="r" b="b"/>
                <a:pathLst>
                  <a:path w="2710" h="2493" extrusionOk="0">
                    <a:moveTo>
                      <a:pt x="1632" y="0"/>
                    </a:moveTo>
                    <a:cubicBezTo>
                      <a:pt x="1632" y="0"/>
                      <a:pt x="1" y="750"/>
                      <a:pt x="1142" y="2493"/>
                    </a:cubicBezTo>
                    <a:cubicBezTo>
                      <a:pt x="1142" y="2493"/>
                      <a:pt x="2710" y="1619"/>
                      <a:pt x="163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5" name="Google Shape;1955;p31"/>
              <p:cNvSpPr/>
              <p:nvPr/>
            </p:nvSpPr>
            <p:spPr>
              <a:xfrm>
                <a:off x="8766034" y="1008670"/>
                <a:ext cx="59150" cy="45748"/>
              </a:xfrm>
              <a:custGeom>
                <a:avLst/>
                <a:gdLst/>
                <a:ahLst/>
                <a:cxnLst/>
                <a:rect l="l" t="t" r="r" b="b"/>
                <a:pathLst>
                  <a:path w="1911" h="1478" extrusionOk="0">
                    <a:moveTo>
                      <a:pt x="369" y="1"/>
                    </a:moveTo>
                    <a:cubicBezTo>
                      <a:pt x="269" y="1"/>
                      <a:pt x="162" y="7"/>
                      <a:pt x="49" y="22"/>
                    </a:cubicBezTo>
                    <a:cubicBezTo>
                      <a:pt x="49" y="22"/>
                      <a:pt x="0" y="1477"/>
                      <a:pt x="1571" y="1477"/>
                    </a:cubicBezTo>
                    <a:cubicBezTo>
                      <a:pt x="1677" y="1477"/>
                      <a:pt x="1790" y="1471"/>
                      <a:pt x="1911" y="1457"/>
                    </a:cubicBezTo>
                    <a:cubicBezTo>
                      <a:pt x="1911" y="1457"/>
                      <a:pt x="1845" y="1"/>
                      <a:pt x="36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6" name="Google Shape;1956;p31"/>
              <p:cNvSpPr/>
              <p:nvPr/>
            </p:nvSpPr>
            <p:spPr>
              <a:xfrm>
                <a:off x="8508542" y="1045937"/>
                <a:ext cx="472490" cy="685350"/>
              </a:xfrm>
              <a:custGeom>
                <a:avLst/>
                <a:gdLst/>
                <a:ahLst/>
                <a:cxnLst/>
                <a:rect l="l" t="t" r="r" b="b"/>
                <a:pathLst>
                  <a:path w="15265" h="22142" extrusionOk="0">
                    <a:moveTo>
                      <a:pt x="10154" y="1"/>
                    </a:moveTo>
                    <a:lnTo>
                      <a:pt x="9993" y="224"/>
                    </a:lnTo>
                    <a:cubicBezTo>
                      <a:pt x="13115" y="2466"/>
                      <a:pt x="14986" y="6093"/>
                      <a:pt x="14986" y="9936"/>
                    </a:cubicBezTo>
                    <a:cubicBezTo>
                      <a:pt x="14986" y="16512"/>
                      <a:pt x="9628" y="21861"/>
                      <a:pt x="3054" y="21861"/>
                    </a:cubicBezTo>
                    <a:lnTo>
                      <a:pt x="1" y="21861"/>
                    </a:lnTo>
                    <a:lnTo>
                      <a:pt x="1" y="22142"/>
                    </a:lnTo>
                    <a:lnTo>
                      <a:pt x="3054" y="22142"/>
                    </a:lnTo>
                    <a:cubicBezTo>
                      <a:pt x="9783" y="22142"/>
                      <a:pt x="15265" y="16666"/>
                      <a:pt x="15265" y="9936"/>
                    </a:cubicBezTo>
                    <a:cubicBezTo>
                      <a:pt x="15265" y="6002"/>
                      <a:pt x="13354" y="2290"/>
                      <a:pt x="1015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957" name="Google Shape;1957;p31"/>
            <p:cNvGrpSpPr/>
            <p:nvPr/>
          </p:nvGrpSpPr>
          <p:grpSpPr>
            <a:xfrm>
              <a:off x="3835661" y="-1976946"/>
              <a:ext cx="498730" cy="1020363"/>
              <a:chOff x="8671970" y="1027334"/>
              <a:chExt cx="362607" cy="741866"/>
            </a:xfrm>
          </p:grpSpPr>
          <p:sp>
            <p:nvSpPr>
              <p:cNvPr id="1958" name="Google Shape;1958;p31"/>
              <p:cNvSpPr/>
              <p:nvPr/>
            </p:nvSpPr>
            <p:spPr>
              <a:xfrm>
                <a:off x="8703201" y="1614222"/>
                <a:ext cx="18448" cy="94065"/>
              </a:xfrm>
              <a:custGeom>
                <a:avLst/>
                <a:gdLst/>
                <a:ahLst/>
                <a:cxnLst/>
                <a:rect l="l" t="t" r="r" b="b"/>
                <a:pathLst>
                  <a:path w="596" h="3039" extrusionOk="0">
                    <a:moveTo>
                      <a:pt x="378" y="0"/>
                    </a:moveTo>
                    <a:cubicBezTo>
                      <a:pt x="0" y="1520"/>
                      <a:pt x="98" y="3025"/>
                      <a:pt x="98" y="3039"/>
                    </a:cubicBezTo>
                    <a:lnTo>
                      <a:pt x="321" y="3025"/>
                    </a:lnTo>
                    <a:cubicBezTo>
                      <a:pt x="321" y="3012"/>
                      <a:pt x="224" y="1541"/>
                      <a:pt x="595" y="56"/>
                    </a:cubicBezTo>
                    <a:lnTo>
                      <a:pt x="37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9" name="Google Shape;1959;p31"/>
              <p:cNvSpPr/>
              <p:nvPr/>
            </p:nvSpPr>
            <p:spPr>
              <a:xfrm>
                <a:off x="8757120" y="1691820"/>
                <a:ext cx="88277" cy="40981"/>
              </a:xfrm>
              <a:custGeom>
                <a:avLst/>
                <a:gdLst/>
                <a:ahLst/>
                <a:cxnLst/>
                <a:rect l="l" t="t" r="r" b="b"/>
                <a:pathLst>
                  <a:path w="2852" h="1324" extrusionOk="0">
                    <a:moveTo>
                      <a:pt x="56" y="1"/>
                    </a:moveTo>
                    <a:lnTo>
                      <a:pt x="1" y="224"/>
                    </a:lnTo>
                    <a:cubicBezTo>
                      <a:pt x="14" y="224"/>
                      <a:pt x="1436" y="554"/>
                      <a:pt x="2738" y="1323"/>
                    </a:cubicBezTo>
                    <a:lnTo>
                      <a:pt x="2851" y="1127"/>
                    </a:lnTo>
                    <a:cubicBezTo>
                      <a:pt x="1520" y="344"/>
                      <a:pt x="71" y="8"/>
                      <a:pt x="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0" name="Google Shape;1960;p31"/>
              <p:cNvSpPr/>
              <p:nvPr/>
            </p:nvSpPr>
            <p:spPr>
              <a:xfrm>
                <a:off x="8840351" y="1640593"/>
                <a:ext cx="85862" cy="16993"/>
              </a:xfrm>
              <a:custGeom>
                <a:avLst/>
                <a:gdLst/>
                <a:ahLst/>
                <a:cxnLst/>
                <a:rect l="l" t="t" r="r" b="b"/>
                <a:pathLst>
                  <a:path w="2774" h="549" extrusionOk="0">
                    <a:moveTo>
                      <a:pt x="165" y="0"/>
                    </a:moveTo>
                    <a:cubicBezTo>
                      <a:pt x="62" y="0"/>
                      <a:pt x="3" y="2"/>
                      <a:pt x="1" y="2"/>
                    </a:cubicBezTo>
                    <a:lnTo>
                      <a:pt x="7" y="227"/>
                    </a:lnTo>
                    <a:cubicBezTo>
                      <a:pt x="10" y="227"/>
                      <a:pt x="60" y="226"/>
                      <a:pt x="148" y="226"/>
                    </a:cubicBezTo>
                    <a:cubicBezTo>
                      <a:pt x="528" y="226"/>
                      <a:pt x="1620" y="254"/>
                      <a:pt x="2711" y="548"/>
                    </a:cubicBezTo>
                    <a:lnTo>
                      <a:pt x="2774" y="338"/>
                    </a:lnTo>
                    <a:cubicBezTo>
                      <a:pt x="1673" y="31"/>
                      <a:pt x="572" y="0"/>
                      <a:pt x="16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1" name="Google Shape;1961;p31"/>
              <p:cNvSpPr/>
              <p:nvPr/>
            </p:nvSpPr>
            <p:spPr>
              <a:xfrm>
                <a:off x="8671970" y="1717355"/>
                <a:ext cx="66362" cy="51845"/>
              </a:xfrm>
              <a:custGeom>
                <a:avLst/>
                <a:gdLst/>
                <a:ahLst/>
                <a:cxnLst/>
                <a:rect l="l" t="t" r="r" b="b"/>
                <a:pathLst>
                  <a:path w="2144" h="1675" extrusionOk="0">
                    <a:moveTo>
                      <a:pt x="105" y="1"/>
                    </a:moveTo>
                    <a:lnTo>
                      <a:pt x="1" y="198"/>
                    </a:lnTo>
                    <a:cubicBezTo>
                      <a:pt x="14" y="204"/>
                      <a:pt x="1093" y="779"/>
                      <a:pt x="1989" y="1675"/>
                    </a:cubicBezTo>
                    <a:lnTo>
                      <a:pt x="2144" y="1520"/>
                    </a:lnTo>
                    <a:cubicBezTo>
                      <a:pt x="1226" y="596"/>
                      <a:pt x="154" y="23"/>
                      <a:pt x="10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2" name="Google Shape;1962;p31"/>
              <p:cNvSpPr/>
              <p:nvPr/>
            </p:nvSpPr>
            <p:spPr>
              <a:xfrm>
                <a:off x="8804353" y="1571291"/>
                <a:ext cx="16126" cy="84562"/>
              </a:xfrm>
              <a:custGeom>
                <a:avLst/>
                <a:gdLst/>
                <a:ahLst/>
                <a:cxnLst/>
                <a:rect l="l" t="t" r="r" b="b"/>
                <a:pathLst>
                  <a:path w="521" h="2732" extrusionOk="0">
                    <a:moveTo>
                      <a:pt x="51" y="1"/>
                    </a:moveTo>
                    <a:lnTo>
                      <a:pt x="51" y="1"/>
                    </a:lnTo>
                    <a:cubicBezTo>
                      <a:pt x="1" y="1149"/>
                      <a:pt x="288" y="2668"/>
                      <a:pt x="303" y="2732"/>
                    </a:cubicBezTo>
                    <a:lnTo>
                      <a:pt x="520" y="2690"/>
                    </a:lnTo>
                    <a:cubicBezTo>
                      <a:pt x="520" y="2676"/>
                      <a:pt x="226" y="1129"/>
                      <a:pt x="275" y="8"/>
                    </a:cubicBezTo>
                    <a:lnTo>
                      <a:pt x="5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3" name="Google Shape;1963;p31"/>
              <p:cNvSpPr/>
              <p:nvPr/>
            </p:nvSpPr>
            <p:spPr>
              <a:xfrm>
                <a:off x="8885263" y="1494158"/>
                <a:ext cx="22750" cy="76081"/>
              </a:xfrm>
              <a:custGeom>
                <a:avLst/>
                <a:gdLst/>
                <a:ahLst/>
                <a:cxnLst/>
                <a:rect l="l" t="t" r="r" b="b"/>
                <a:pathLst>
                  <a:path w="735" h="2458" extrusionOk="0">
                    <a:moveTo>
                      <a:pt x="224" y="1"/>
                    </a:moveTo>
                    <a:lnTo>
                      <a:pt x="0" y="21"/>
                    </a:lnTo>
                    <a:cubicBezTo>
                      <a:pt x="76" y="1058"/>
                      <a:pt x="504" y="2402"/>
                      <a:pt x="524" y="2458"/>
                    </a:cubicBezTo>
                    <a:lnTo>
                      <a:pt x="734" y="2387"/>
                    </a:lnTo>
                    <a:cubicBezTo>
                      <a:pt x="728" y="2374"/>
                      <a:pt x="301" y="1016"/>
                      <a:pt x="22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4" name="Google Shape;1964;p31"/>
              <p:cNvSpPr/>
              <p:nvPr/>
            </p:nvSpPr>
            <p:spPr>
              <a:xfrm>
                <a:off x="8921880" y="1395327"/>
                <a:ext cx="43767" cy="59584"/>
              </a:xfrm>
              <a:custGeom>
                <a:avLst/>
                <a:gdLst/>
                <a:ahLst/>
                <a:cxnLst/>
                <a:rect l="l" t="t" r="r" b="b"/>
                <a:pathLst>
                  <a:path w="1414" h="1925" extrusionOk="0">
                    <a:moveTo>
                      <a:pt x="203" y="1"/>
                    </a:moveTo>
                    <a:lnTo>
                      <a:pt x="0" y="105"/>
                    </a:lnTo>
                    <a:cubicBezTo>
                      <a:pt x="414" y="925"/>
                      <a:pt x="1212" y="1883"/>
                      <a:pt x="1245" y="1925"/>
                    </a:cubicBezTo>
                    <a:lnTo>
                      <a:pt x="1413" y="1779"/>
                    </a:lnTo>
                    <a:cubicBezTo>
                      <a:pt x="1407" y="1772"/>
                      <a:pt x="602" y="806"/>
                      <a:pt x="2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5" name="Google Shape;1965;p31"/>
              <p:cNvSpPr/>
              <p:nvPr/>
            </p:nvSpPr>
            <p:spPr>
              <a:xfrm>
                <a:off x="8972796" y="1373846"/>
                <a:ext cx="61781" cy="45345"/>
              </a:xfrm>
              <a:custGeom>
                <a:avLst/>
                <a:gdLst/>
                <a:ahLst/>
                <a:cxnLst/>
                <a:rect l="l" t="t" r="r" b="b"/>
                <a:pathLst>
                  <a:path w="1996" h="1465" extrusionOk="0">
                    <a:moveTo>
                      <a:pt x="1898" y="1"/>
                    </a:moveTo>
                    <a:cubicBezTo>
                      <a:pt x="1037" y="428"/>
                      <a:pt x="42" y="1254"/>
                      <a:pt x="0" y="1296"/>
                    </a:cubicBezTo>
                    <a:lnTo>
                      <a:pt x="140" y="1464"/>
                    </a:lnTo>
                    <a:cubicBezTo>
                      <a:pt x="155" y="1458"/>
                      <a:pt x="1163" y="617"/>
                      <a:pt x="1995" y="197"/>
                    </a:cubicBezTo>
                    <a:lnTo>
                      <a:pt x="189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6" name="Google Shape;1966;p31"/>
              <p:cNvSpPr/>
              <p:nvPr/>
            </p:nvSpPr>
            <p:spPr>
              <a:xfrm>
                <a:off x="8945280" y="1472677"/>
                <a:ext cx="66981" cy="34945"/>
              </a:xfrm>
              <a:custGeom>
                <a:avLst/>
                <a:gdLst/>
                <a:ahLst/>
                <a:cxnLst/>
                <a:rect l="l" t="t" r="r" b="b"/>
                <a:pathLst>
                  <a:path w="2164" h="1129" extrusionOk="0">
                    <a:moveTo>
                      <a:pt x="2101" y="1"/>
                    </a:moveTo>
                    <a:cubicBezTo>
                      <a:pt x="1177" y="266"/>
                      <a:pt x="49" y="905"/>
                      <a:pt x="0" y="932"/>
                    </a:cubicBezTo>
                    <a:lnTo>
                      <a:pt x="111" y="1128"/>
                    </a:lnTo>
                    <a:cubicBezTo>
                      <a:pt x="120" y="1122"/>
                      <a:pt x="1267" y="476"/>
                      <a:pt x="2163" y="218"/>
                    </a:cubicBezTo>
                    <a:lnTo>
                      <a:pt x="210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7" name="Google Shape;1967;p31"/>
              <p:cNvSpPr/>
              <p:nvPr/>
            </p:nvSpPr>
            <p:spPr>
              <a:xfrm>
                <a:off x="8899284" y="1563708"/>
                <a:ext cx="79610" cy="23029"/>
              </a:xfrm>
              <a:custGeom>
                <a:avLst/>
                <a:gdLst/>
                <a:ahLst/>
                <a:cxnLst/>
                <a:rect l="l" t="t" r="r" b="b"/>
                <a:pathLst>
                  <a:path w="2572" h="744" extrusionOk="0">
                    <a:moveTo>
                      <a:pt x="2557" y="1"/>
                    </a:moveTo>
                    <a:cubicBezTo>
                      <a:pt x="1535" y="65"/>
                      <a:pt x="65" y="505"/>
                      <a:pt x="1" y="527"/>
                    </a:cubicBezTo>
                    <a:lnTo>
                      <a:pt x="71" y="743"/>
                    </a:lnTo>
                    <a:cubicBezTo>
                      <a:pt x="85" y="737"/>
                      <a:pt x="1577" y="281"/>
                      <a:pt x="2572" y="224"/>
                    </a:cubicBezTo>
                    <a:lnTo>
                      <a:pt x="255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8" name="Google Shape;1968;p31"/>
              <p:cNvSpPr/>
              <p:nvPr/>
            </p:nvSpPr>
            <p:spPr>
              <a:xfrm>
                <a:off x="8924665" y="1299529"/>
                <a:ext cx="50979" cy="49245"/>
              </a:xfrm>
              <a:custGeom>
                <a:avLst/>
                <a:gdLst/>
                <a:ahLst/>
                <a:cxnLst/>
                <a:rect l="l" t="t" r="r" b="b"/>
                <a:pathLst>
                  <a:path w="1647" h="1591" extrusionOk="0">
                    <a:moveTo>
                      <a:pt x="176" y="0"/>
                    </a:moveTo>
                    <a:lnTo>
                      <a:pt x="1" y="140"/>
                    </a:lnTo>
                    <a:cubicBezTo>
                      <a:pt x="540" y="827"/>
                      <a:pt x="1471" y="1555"/>
                      <a:pt x="1507" y="1590"/>
                    </a:cubicBezTo>
                    <a:lnTo>
                      <a:pt x="1646" y="1415"/>
                    </a:lnTo>
                    <a:cubicBezTo>
                      <a:pt x="1639" y="1400"/>
                      <a:pt x="702" y="666"/>
                      <a:pt x="1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69" name="Google Shape;1969;p31"/>
              <p:cNvSpPr/>
              <p:nvPr/>
            </p:nvSpPr>
            <p:spPr>
              <a:xfrm>
                <a:off x="8976913" y="1276748"/>
                <a:ext cx="50329" cy="54012"/>
              </a:xfrm>
              <a:custGeom>
                <a:avLst/>
                <a:gdLst/>
                <a:ahLst/>
                <a:cxnLst/>
                <a:rect l="l" t="t" r="r" b="b"/>
                <a:pathLst>
                  <a:path w="1626" h="1745" extrusionOk="0">
                    <a:moveTo>
                      <a:pt x="1477" y="0"/>
                    </a:moveTo>
                    <a:cubicBezTo>
                      <a:pt x="778" y="582"/>
                      <a:pt x="29" y="1570"/>
                      <a:pt x="0" y="1612"/>
                    </a:cubicBezTo>
                    <a:lnTo>
                      <a:pt x="175" y="1745"/>
                    </a:lnTo>
                    <a:cubicBezTo>
                      <a:pt x="182" y="1738"/>
                      <a:pt x="938" y="736"/>
                      <a:pt x="1625" y="177"/>
                    </a:cubicBezTo>
                    <a:lnTo>
                      <a:pt x="147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0" name="Google Shape;1970;p31"/>
              <p:cNvSpPr/>
              <p:nvPr/>
            </p:nvSpPr>
            <p:spPr>
              <a:xfrm>
                <a:off x="8897365" y="1211501"/>
                <a:ext cx="56829" cy="30148"/>
              </a:xfrm>
              <a:custGeom>
                <a:avLst/>
                <a:gdLst/>
                <a:ahLst/>
                <a:cxnLst/>
                <a:rect l="l" t="t" r="r" b="b"/>
                <a:pathLst>
                  <a:path w="1836" h="974" extrusionOk="0">
                    <a:moveTo>
                      <a:pt x="120" y="1"/>
                    </a:moveTo>
                    <a:lnTo>
                      <a:pt x="1" y="197"/>
                    </a:lnTo>
                    <a:cubicBezTo>
                      <a:pt x="686" y="618"/>
                      <a:pt x="1723" y="960"/>
                      <a:pt x="1765" y="974"/>
                    </a:cubicBezTo>
                    <a:lnTo>
                      <a:pt x="1836" y="764"/>
                    </a:lnTo>
                    <a:cubicBezTo>
                      <a:pt x="1821" y="757"/>
                      <a:pt x="785" y="414"/>
                      <a:pt x="1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1" name="Google Shape;1971;p31"/>
              <p:cNvSpPr/>
              <p:nvPr/>
            </p:nvSpPr>
            <p:spPr>
              <a:xfrm>
                <a:off x="8961499" y="1191784"/>
                <a:ext cx="32345" cy="55962"/>
              </a:xfrm>
              <a:custGeom>
                <a:avLst/>
                <a:gdLst/>
                <a:ahLst/>
                <a:cxnLst/>
                <a:rect l="l" t="t" r="r" b="b"/>
                <a:pathLst>
                  <a:path w="1045" h="1808" extrusionOk="0">
                    <a:moveTo>
                      <a:pt x="863" y="1"/>
                    </a:moveTo>
                    <a:cubicBezTo>
                      <a:pt x="407" y="666"/>
                      <a:pt x="23" y="1688"/>
                      <a:pt x="1" y="1730"/>
                    </a:cubicBezTo>
                    <a:lnTo>
                      <a:pt x="211" y="1807"/>
                    </a:lnTo>
                    <a:cubicBezTo>
                      <a:pt x="217" y="1794"/>
                      <a:pt x="604" y="771"/>
                      <a:pt x="1044" y="127"/>
                    </a:cubicBezTo>
                    <a:lnTo>
                      <a:pt x="86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2" name="Google Shape;1972;p31"/>
              <p:cNvSpPr/>
              <p:nvPr/>
            </p:nvSpPr>
            <p:spPr>
              <a:xfrm>
                <a:off x="8866351" y="1143251"/>
                <a:ext cx="49679" cy="14764"/>
              </a:xfrm>
              <a:custGeom>
                <a:avLst/>
                <a:gdLst/>
                <a:ahLst/>
                <a:cxnLst/>
                <a:rect l="l" t="t" r="r" b="b"/>
                <a:pathLst>
                  <a:path w="1605" h="477" extrusionOk="0">
                    <a:moveTo>
                      <a:pt x="65" y="1"/>
                    </a:moveTo>
                    <a:lnTo>
                      <a:pt x="1" y="218"/>
                    </a:lnTo>
                    <a:cubicBezTo>
                      <a:pt x="645" y="414"/>
                      <a:pt x="1555" y="477"/>
                      <a:pt x="1591" y="477"/>
                    </a:cubicBezTo>
                    <a:lnTo>
                      <a:pt x="1604" y="253"/>
                    </a:lnTo>
                    <a:cubicBezTo>
                      <a:pt x="1597" y="253"/>
                      <a:pt x="687" y="189"/>
                      <a:pt x="6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3" name="Google Shape;1973;p31"/>
              <p:cNvSpPr/>
              <p:nvPr/>
            </p:nvSpPr>
            <p:spPr>
              <a:xfrm>
                <a:off x="8931382" y="1126568"/>
                <a:ext cx="18448" cy="49431"/>
              </a:xfrm>
              <a:custGeom>
                <a:avLst/>
                <a:gdLst/>
                <a:ahLst/>
                <a:cxnLst/>
                <a:rect l="l" t="t" r="r" b="b"/>
                <a:pathLst>
                  <a:path w="596" h="1597" extrusionOk="0">
                    <a:moveTo>
                      <a:pt x="392" y="1"/>
                    </a:moveTo>
                    <a:cubicBezTo>
                      <a:pt x="140" y="624"/>
                      <a:pt x="7" y="1526"/>
                      <a:pt x="1" y="1568"/>
                    </a:cubicBezTo>
                    <a:lnTo>
                      <a:pt x="224" y="1597"/>
                    </a:lnTo>
                    <a:cubicBezTo>
                      <a:pt x="224" y="1590"/>
                      <a:pt x="359" y="686"/>
                      <a:pt x="596" y="85"/>
                    </a:cubicBezTo>
                    <a:lnTo>
                      <a:pt x="39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4" name="Google Shape;1974;p31"/>
              <p:cNvSpPr/>
              <p:nvPr/>
            </p:nvSpPr>
            <p:spPr>
              <a:xfrm>
                <a:off x="8825834" y="1088434"/>
                <a:ext cx="41662" cy="9967"/>
              </a:xfrm>
              <a:custGeom>
                <a:avLst/>
                <a:gdLst/>
                <a:ahLst/>
                <a:cxnLst/>
                <a:rect l="l" t="t" r="r" b="b"/>
                <a:pathLst>
                  <a:path w="1346" h="322" extrusionOk="0">
                    <a:moveTo>
                      <a:pt x="50" y="1"/>
                    </a:moveTo>
                    <a:lnTo>
                      <a:pt x="1" y="217"/>
                    </a:lnTo>
                    <a:cubicBezTo>
                      <a:pt x="434" y="315"/>
                      <a:pt x="996" y="322"/>
                      <a:pt x="1233" y="322"/>
                    </a:cubicBezTo>
                    <a:lnTo>
                      <a:pt x="1345" y="322"/>
                    </a:lnTo>
                    <a:lnTo>
                      <a:pt x="1339" y="98"/>
                    </a:lnTo>
                    <a:cubicBezTo>
                      <a:pt x="1337" y="98"/>
                      <a:pt x="1307" y="99"/>
                      <a:pt x="1256" y="99"/>
                    </a:cubicBezTo>
                    <a:cubicBezTo>
                      <a:pt x="1045" y="99"/>
                      <a:pt x="473" y="90"/>
                      <a:pt x="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5" name="Google Shape;1975;p31"/>
              <p:cNvSpPr/>
              <p:nvPr/>
            </p:nvSpPr>
            <p:spPr>
              <a:xfrm>
                <a:off x="8850132" y="1037053"/>
                <a:ext cx="9967" cy="39712"/>
              </a:xfrm>
              <a:custGeom>
                <a:avLst/>
                <a:gdLst/>
                <a:ahLst/>
                <a:cxnLst/>
                <a:rect l="l" t="t" r="r" b="b"/>
                <a:pathLst>
                  <a:path w="322" h="1283" extrusionOk="0">
                    <a:moveTo>
                      <a:pt x="49" y="0"/>
                    </a:moveTo>
                    <a:lnTo>
                      <a:pt x="49" y="0"/>
                    </a:lnTo>
                    <a:cubicBezTo>
                      <a:pt x="1" y="533"/>
                      <a:pt x="98" y="1254"/>
                      <a:pt x="105" y="1283"/>
                    </a:cubicBezTo>
                    <a:lnTo>
                      <a:pt x="322" y="1247"/>
                    </a:lnTo>
                    <a:cubicBezTo>
                      <a:pt x="322" y="1241"/>
                      <a:pt x="224" y="533"/>
                      <a:pt x="266" y="22"/>
                    </a:cubicBezTo>
                    <a:lnTo>
                      <a:pt x="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6" name="Google Shape;1976;p31"/>
              <p:cNvSpPr/>
              <p:nvPr/>
            </p:nvSpPr>
            <p:spPr>
              <a:xfrm>
                <a:off x="8892568" y="1074537"/>
                <a:ext cx="14145" cy="45129"/>
              </a:xfrm>
              <a:custGeom>
                <a:avLst/>
                <a:gdLst/>
                <a:ahLst/>
                <a:cxnLst/>
                <a:rect l="l" t="t" r="r" b="b"/>
                <a:pathLst>
                  <a:path w="457" h="1458" extrusionOk="0">
                    <a:moveTo>
                      <a:pt x="240" y="1"/>
                    </a:moveTo>
                    <a:cubicBezTo>
                      <a:pt x="58" y="589"/>
                      <a:pt x="8" y="1408"/>
                      <a:pt x="1" y="1443"/>
                    </a:cubicBezTo>
                    <a:lnTo>
                      <a:pt x="226" y="1458"/>
                    </a:lnTo>
                    <a:cubicBezTo>
                      <a:pt x="226" y="1450"/>
                      <a:pt x="282" y="624"/>
                      <a:pt x="456" y="72"/>
                    </a:cubicBezTo>
                    <a:lnTo>
                      <a:pt x="24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7" name="Google Shape;1977;p31"/>
              <p:cNvSpPr/>
              <p:nvPr/>
            </p:nvSpPr>
            <p:spPr>
              <a:xfrm>
                <a:off x="8789434" y="1027334"/>
                <a:ext cx="37545" cy="29250"/>
              </a:xfrm>
              <a:custGeom>
                <a:avLst/>
                <a:gdLst/>
                <a:ahLst/>
                <a:cxnLst/>
                <a:rect l="l" t="t" r="r" b="b"/>
                <a:pathLst>
                  <a:path w="1213" h="945" extrusionOk="0">
                    <a:moveTo>
                      <a:pt x="155" y="0"/>
                    </a:moveTo>
                    <a:lnTo>
                      <a:pt x="0" y="160"/>
                    </a:lnTo>
                    <a:cubicBezTo>
                      <a:pt x="414" y="546"/>
                      <a:pt x="1071" y="931"/>
                      <a:pt x="1100" y="945"/>
                    </a:cubicBezTo>
                    <a:lnTo>
                      <a:pt x="1212" y="756"/>
                    </a:lnTo>
                    <a:cubicBezTo>
                      <a:pt x="1205" y="748"/>
                      <a:pt x="547" y="370"/>
                      <a:pt x="15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
        <p:nvSpPr>
          <p:cNvPr id="1978" name="Google Shape;1978;p31"/>
          <p:cNvSpPr/>
          <p:nvPr/>
        </p:nvSpPr>
        <p:spPr>
          <a:xfrm rot="-786786">
            <a:off x="1447322" y="1445255"/>
            <a:ext cx="263333" cy="263515"/>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79" name="Google Shape;1979;p31"/>
          <p:cNvSpPr/>
          <p:nvPr/>
        </p:nvSpPr>
        <p:spPr>
          <a:xfrm rot="-786933">
            <a:off x="5379698" y="4313676"/>
            <a:ext cx="155516" cy="155649"/>
          </a:xfrm>
          <a:custGeom>
            <a:avLst/>
            <a:gdLst/>
            <a:ahLst/>
            <a:cxnLst/>
            <a:rect l="l" t="t" r="r" b="b"/>
            <a:pathLst>
              <a:path w="10126" h="10133" extrusionOk="0">
                <a:moveTo>
                  <a:pt x="5064" y="1"/>
                </a:moveTo>
                <a:lnTo>
                  <a:pt x="0" y="5071"/>
                </a:lnTo>
                <a:lnTo>
                  <a:pt x="5064" y="10133"/>
                </a:lnTo>
                <a:lnTo>
                  <a:pt x="10125" y="5071"/>
                </a:lnTo>
                <a:lnTo>
                  <a:pt x="50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980" name="Google Shape;1980;p31"/>
          <p:cNvGrpSpPr/>
          <p:nvPr/>
        </p:nvGrpSpPr>
        <p:grpSpPr>
          <a:xfrm>
            <a:off x="1843951" y="280850"/>
            <a:ext cx="2100619" cy="907300"/>
            <a:chOff x="1728390" y="3488202"/>
            <a:chExt cx="1438977" cy="621523"/>
          </a:xfrm>
        </p:grpSpPr>
        <p:sp>
          <p:nvSpPr>
            <p:cNvPr id="1981" name="Google Shape;1981;p31"/>
            <p:cNvSpPr/>
            <p:nvPr/>
          </p:nvSpPr>
          <p:spPr>
            <a:xfrm>
              <a:off x="2043764" y="3760768"/>
              <a:ext cx="688167" cy="333142"/>
            </a:xfrm>
            <a:custGeom>
              <a:avLst/>
              <a:gdLst/>
              <a:ahLst/>
              <a:cxnLst/>
              <a:rect l="l" t="t" r="r" b="b"/>
              <a:pathLst>
                <a:path w="22233" h="10763" extrusionOk="0">
                  <a:moveTo>
                    <a:pt x="0" y="1"/>
                  </a:moveTo>
                  <a:lnTo>
                    <a:pt x="0" y="8010"/>
                  </a:lnTo>
                  <a:cubicBezTo>
                    <a:pt x="0" y="8010"/>
                    <a:pt x="104" y="8005"/>
                    <a:pt x="300" y="8005"/>
                  </a:cubicBezTo>
                  <a:cubicBezTo>
                    <a:pt x="1440" y="8005"/>
                    <a:pt x="5723" y="8193"/>
                    <a:pt x="11112" y="10763"/>
                  </a:cubicBezTo>
                  <a:cubicBezTo>
                    <a:pt x="11112" y="10763"/>
                    <a:pt x="16368" y="8010"/>
                    <a:pt x="22169" y="8010"/>
                  </a:cubicBezTo>
                  <a:cubicBezTo>
                    <a:pt x="22190" y="8010"/>
                    <a:pt x="22211" y="8010"/>
                    <a:pt x="22232" y="8010"/>
                  </a:cubicBezTo>
                  <a:lnTo>
                    <a:pt x="2223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2" name="Google Shape;1982;p31"/>
            <p:cNvSpPr/>
            <p:nvPr/>
          </p:nvSpPr>
          <p:spPr>
            <a:xfrm>
              <a:off x="1728390" y="3488202"/>
              <a:ext cx="1351169" cy="366849"/>
            </a:xfrm>
            <a:custGeom>
              <a:avLst/>
              <a:gdLst/>
              <a:ahLst/>
              <a:cxnLst/>
              <a:rect l="l" t="t" r="r" b="b"/>
              <a:pathLst>
                <a:path w="43653" h="11852" extrusionOk="0">
                  <a:moveTo>
                    <a:pt x="21805" y="1"/>
                  </a:moveTo>
                  <a:cubicBezTo>
                    <a:pt x="21616" y="1"/>
                    <a:pt x="21428" y="28"/>
                    <a:pt x="21246" y="81"/>
                  </a:cubicBezTo>
                  <a:lnTo>
                    <a:pt x="434" y="6019"/>
                  </a:lnTo>
                  <a:cubicBezTo>
                    <a:pt x="0" y="6145"/>
                    <a:pt x="14" y="6768"/>
                    <a:pt x="456" y="6874"/>
                  </a:cubicBezTo>
                  <a:lnTo>
                    <a:pt x="21392" y="11796"/>
                  </a:lnTo>
                  <a:cubicBezTo>
                    <a:pt x="21542" y="11834"/>
                    <a:pt x="21696" y="11852"/>
                    <a:pt x="21849" y="11852"/>
                  </a:cubicBezTo>
                  <a:cubicBezTo>
                    <a:pt x="22038" y="11852"/>
                    <a:pt x="22226" y="11825"/>
                    <a:pt x="22407" y="11775"/>
                  </a:cubicBezTo>
                  <a:lnTo>
                    <a:pt x="43212" y="6355"/>
                  </a:lnTo>
                  <a:cubicBezTo>
                    <a:pt x="43652" y="6229"/>
                    <a:pt x="43639" y="5605"/>
                    <a:pt x="43197" y="5501"/>
                  </a:cubicBezTo>
                  <a:lnTo>
                    <a:pt x="22261" y="53"/>
                  </a:lnTo>
                  <a:cubicBezTo>
                    <a:pt x="22110" y="18"/>
                    <a:pt x="21958" y="1"/>
                    <a:pt x="2180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3" name="Google Shape;1983;p31"/>
            <p:cNvSpPr/>
            <p:nvPr/>
          </p:nvSpPr>
          <p:spPr>
            <a:xfrm>
              <a:off x="2383590" y="3647606"/>
              <a:ext cx="585621" cy="323392"/>
            </a:xfrm>
            <a:custGeom>
              <a:avLst/>
              <a:gdLst/>
              <a:ahLst/>
              <a:cxnLst/>
              <a:rect l="l" t="t" r="r" b="b"/>
              <a:pathLst>
                <a:path w="18920" h="10448" extrusionOk="0">
                  <a:moveTo>
                    <a:pt x="138" y="1"/>
                  </a:moveTo>
                  <a:cubicBezTo>
                    <a:pt x="69" y="1"/>
                    <a:pt x="13" y="49"/>
                    <a:pt x="7" y="119"/>
                  </a:cubicBezTo>
                  <a:cubicBezTo>
                    <a:pt x="0" y="190"/>
                    <a:pt x="49" y="254"/>
                    <a:pt x="120" y="260"/>
                  </a:cubicBezTo>
                  <a:cubicBezTo>
                    <a:pt x="4467" y="778"/>
                    <a:pt x="12934" y="1976"/>
                    <a:pt x="13851" y="2801"/>
                  </a:cubicBezTo>
                  <a:cubicBezTo>
                    <a:pt x="14236" y="3159"/>
                    <a:pt x="14593" y="4126"/>
                    <a:pt x="14999" y="5253"/>
                  </a:cubicBezTo>
                  <a:cubicBezTo>
                    <a:pt x="15784" y="7438"/>
                    <a:pt x="16764" y="10160"/>
                    <a:pt x="18767" y="10448"/>
                  </a:cubicBezTo>
                  <a:lnTo>
                    <a:pt x="18787" y="10448"/>
                  </a:lnTo>
                  <a:cubicBezTo>
                    <a:pt x="18851" y="10448"/>
                    <a:pt x="18906" y="10406"/>
                    <a:pt x="18913" y="10344"/>
                  </a:cubicBezTo>
                  <a:cubicBezTo>
                    <a:pt x="18920" y="10266"/>
                    <a:pt x="18871" y="10202"/>
                    <a:pt x="18801" y="10189"/>
                  </a:cubicBezTo>
                  <a:cubicBezTo>
                    <a:pt x="16960" y="9923"/>
                    <a:pt x="16008" y="7283"/>
                    <a:pt x="15245" y="5169"/>
                  </a:cubicBezTo>
                  <a:cubicBezTo>
                    <a:pt x="14824" y="4006"/>
                    <a:pt x="14460" y="3005"/>
                    <a:pt x="14026" y="2613"/>
                  </a:cubicBezTo>
                  <a:cubicBezTo>
                    <a:pt x="12821" y="1521"/>
                    <a:pt x="666" y="64"/>
                    <a:pt x="155" y="2"/>
                  </a:cubicBezTo>
                  <a:cubicBezTo>
                    <a:pt x="149" y="1"/>
                    <a:pt x="144" y="1"/>
                    <a:pt x="13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4" name="Google Shape;1984;p31"/>
            <p:cNvSpPr/>
            <p:nvPr/>
          </p:nvSpPr>
          <p:spPr>
            <a:xfrm>
              <a:off x="2997995" y="3993189"/>
              <a:ext cx="115143" cy="116536"/>
            </a:xfrm>
            <a:custGeom>
              <a:avLst/>
              <a:gdLst/>
              <a:ahLst/>
              <a:cxnLst/>
              <a:rect l="l" t="t" r="r" b="b"/>
              <a:pathLst>
                <a:path w="3720" h="3765" extrusionOk="0">
                  <a:moveTo>
                    <a:pt x="112" y="0"/>
                  </a:moveTo>
                  <a:cubicBezTo>
                    <a:pt x="104" y="0"/>
                    <a:pt x="94" y="1"/>
                    <a:pt x="85" y="4"/>
                  </a:cubicBezTo>
                  <a:cubicBezTo>
                    <a:pt x="36" y="12"/>
                    <a:pt x="1" y="68"/>
                    <a:pt x="16" y="116"/>
                  </a:cubicBezTo>
                  <a:cubicBezTo>
                    <a:pt x="29" y="187"/>
                    <a:pt x="436" y="1748"/>
                    <a:pt x="3552" y="3751"/>
                  </a:cubicBezTo>
                  <a:cubicBezTo>
                    <a:pt x="3572" y="3758"/>
                    <a:pt x="3587" y="3765"/>
                    <a:pt x="3607" y="3765"/>
                  </a:cubicBezTo>
                  <a:cubicBezTo>
                    <a:pt x="3643" y="3765"/>
                    <a:pt x="3671" y="3751"/>
                    <a:pt x="3691" y="3716"/>
                  </a:cubicBezTo>
                  <a:cubicBezTo>
                    <a:pt x="3720" y="3674"/>
                    <a:pt x="3706" y="3610"/>
                    <a:pt x="3656" y="3583"/>
                  </a:cubicBezTo>
                  <a:cubicBezTo>
                    <a:pt x="618" y="1635"/>
                    <a:pt x="204" y="88"/>
                    <a:pt x="204" y="74"/>
                  </a:cubicBezTo>
                  <a:cubicBezTo>
                    <a:pt x="193" y="28"/>
                    <a:pt x="157" y="0"/>
                    <a:pt x="11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5" name="Google Shape;1985;p31"/>
            <p:cNvSpPr/>
            <p:nvPr/>
          </p:nvSpPr>
          <p:spPr>
            <a:xfrm>
              <a:off x="3006909" y="3969511"/>
              <a:ext cx="160458" cy="29683"/>
            </a:xfrm>
            <a:custGeom>
              <a:avLst/>
              <a:gdLst/>
              <a:ahLst/>
              <a:cxnLst/>
              <a:rect l="l" t="t" r="r" b="b"/>
              <a:pathLst>
                <a:path w="5184" h="959" extrusionOk="0">
                  <a:moveTo>
                    <a:pt x="1358" y="1"/>
                  </a:moveTo>
                  <a:cubicBezTo>
                    <a:pt x="506" y="1"/>
                    <a:pt x="103" y="174"/>
                    <a:pt x="71" y="189"/>
                  </a:cubicBezTo>
                  <a:cubicBezTo>
                    <a:pt x="22" y="209"/>
                    <a:pt x="0" y="264"/>
                    <a:pt x="22" y="315"/>
                  </a:cubicBezTo>
                  <a:cubicBezTo>
                    <a:pt x="37" y="351"/>
                    <a:pt x="72" y="371"/>
                    <a:pt x="109" y="371"/>
                  </a:cubicBezTo>
                  <a:cubicBezTo>
                    <a:pt x="122" y="371"/>
                    <a:pt x="135" y="369"/>
                    <a:pt x="148" y="364"/>
                  </a:cubicBezTo>
                  <a:cubicBezTo>
                    <a:pt x="155" y="360"/>
                    <a:pt x="536" y="201"/>
                    <a:pt x="1352" y="201"/>
                  </a:cubicBezTo>
                  <a:cubicBezTo>
                    <a:pt x="2149" y="201"/>
                    <a:pt x="3360" y="353"/>
                    <a:pt x="5042" y="952"/>
                  </a:cubicBezTo>
                  <a:cubicBezTo>
                    <a:pt x="5049" y="959"/>
                    <a:pt x="5064" y="959"/>
                    <a:pt x="5070" y="959"/>
                  </a:cubicBezTo>
                  <a:cubicBezTo>
                    <a:pt x="5112" y="959"/>
                    <a:pt x="5148" y="930"/>
                    <a:pt x="5161" y="895"/>
                  </a:cubicBezTo>
                  <a:cubicBezTo>
                    <a:pt x="5183" y="846"/>
                    <a:pt x="5154" y="790"/>
                    <a:pt x="5106" y="769"/>
                  </a:cubicBezTo>
                  <a:cubicBezTo>
                    <a:pt x="3400" y="160"/>
                    <a:pt x="2174" y="1"/>
                    <a:pt x="135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6" name="Google Shape;1986;p31"/>
            <p:cNvSpPr/>
            <p:nvPr/>
          </p:nvSpPr>
          <p:spPr>
            <a:xfrm>
              <a:off x="3001276" y="3994830"/>
              <a:ext cx="121396" cy="106879"/>
            </a:xfrm>
            <a:custGeom>
              <a:avLst/>
              <a:gdLst/>
              <a:ahLst/>
              <a:cxnLst/>
              <a:rect l="l" t="t" r="r" b="b"/>
              <a:pathLst>
                <a:path w="3922" h="3453" extrusionOk="0">
                  <a:moveTo>
                    <a:pt x="111" y="0"/>
                  </a:moveTo>
                  <a:cubicBezTo>
                    <a:pt x="94" y="0"/>
                    <a:pt x="77" y="5"/>
                    <a:pt x="63" y="15"/>
                  </a:cubicBezTo>
                  <a:cubicBezTo>
                    <a:pt x="14" y="35"/>
                    <a:pt x="1" y="99"/>
                    <a:pt x="29" y="141"/>
                  </a:cubicBezTo>
                  <a:cubicBezTo>
                    <a:pt x="63" y="211"/>
                    <a:pt x="1016" y="1863"/>
                    <a:pt x="3760" y="3438"/>
                  </a:cubicBezTo>
                  <a:cubicBezTo>
                    <a:pt x="3775" y="3453"/>
                    <a:pt x="3789" y="3453"/>
                    <a:pt x="3811" y="3453"/>
                  </a:cubicBezTo>
                  <a:cubicBezTo>
                    <a:pt x="3837" y="3453"/>
                    <a:pt x="3873" y="3438"/>
                    <a:pt x="3895" y="3404"/>
                  </a:cubicBezTo>
                  <a:cubicBezTo>
                    <a:pt x="3921" y="3362"/>
                    <a:pt x="3901" y="3298"/>
                    <a:pt x="3859" y="3270"/>
                  </a:cubicBezTo>
                  <a:cubicBezTo>
                    <a:pt x="1164" y="1724"/>
                    <a:pt x="204" y="63"/>
                    <a:pt x="197" y="50"/>
                  </a:cubicBezTo>
                  <a:cubicBezTo>
                    <a:pt x="179" y="18"/>
                    <a:pt x="144" y="0"/>
                    <a:pt x="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7" name="Google Shape;1987;p31"/>
            <p:cNvSpPr/>
            <p:nvPr/>
          </p:nvSpPr>
          <p:spPr>
            <a:xfrm>
              <a:off x="3004092" y="3993066"/>
              <a:ext cx="128360" cy="99543"/>
            </a:xfrm>
            <a:custGeom>
              <a:avLst/>
              <a:gdLst/>
              <a:ahLst/>
              <a:cxnLst/>
              <a:rect l="l" t="t" r="r" b="b"/>
              <a:pathLst>
                <a:path w="4147" h="3216" extrusionOk="0">
                  <a:moveTo>
                    <a:pt x="106" y="0"/>
                  </a:moveTo>
                  <a:cubicBezTo>
                    <a:pt x="83" y="0"/>
                    <a:pt x="61" y="7"/>
                    <a:pt x="43" y="23"/>
                  </a:cubicBezTo>
                  <a:cubicBezTo>
                    <a:pt x="7" y="58"/>
                    <a:pt x="1" y="120"/>
                    <a:pt x="36" y="162"/>
                  </a:cubicBezTo>
                  <a:cubicBezTo>
                    <a:pt x="49" y="176"/>
                    <a:pt x="1493" y="1913"/>
                    <a:pt x="3992" y="3201"/>
                  </a:cubicBezTo>
                  <a:cubicBezTo>
                    <a:pt x="4005" y="3209"/>
                    <a:pt x="4020" y="3216"/>
                    <a:pt x="4034" y="3216"/>
                  </a:cubicBezTo>
                  <a:cubicBezTo>
                    <a:pt x="4069" y="3216"/>
                    <a:pt x="4104" y="3194"/>
                    <a:pt x="4118" y="3159"/>
                  </a:cubicBezTo>
                  <a:cubicBezTo>
                    <a:pt x="4146" y="3110"/>
                    <a:pt x="4125" y="3054"/>
                    <a:pt x="4076" y="3033"/>
                  </a:cubicBezTo>
                  <a:cubicBezTo>
                    <a:pt x="1619" y="1759"/>
                    <a:pt x="197" y="58"/>
                    <a:pt x="182" y="36"/>
                  </a:cubicBezTo>
                  <a:cubicBezTo>
                    <a:pt x="163" y="12"/>
                    <a:pt x="134"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8" name="Google Shape;1988;p31"/>
            <p:cNvSpPr/>
            <p:nvPr/>
          </p:nvSpPr>
          <p:spPr>
            <a:xfrm>
              <a:off x="3007095" y="3986504"/>
              <a:ext cx="144641" cy="73605"/>
            </a:xfrm>
            <a:custGeom>
              <a:avLst/>
              <a:gdLst/>
              <a:ahLst/>
              <a:cxnLst/>
              <a:rect l="l" t="t" r="r" b="b"/>
              <a:pathLst>
                <a:path w="4673" h="2378" extrusionOk="0">
                  <a:moveTo>
                    <a:pt x="117" y="1"/>
                  </a:moveTo>
                  <a:cubicBezTo>
                    <a:pt x="80" y="1"/>
                    <a:pt x="45" y="17"/>
                    <a:pt x="30" y="52"/>
                  </a:cubicBezTo>
                  <a:cubicBezTo>
                    <a:pt x="1" y="102"/>
                    <a:pt x="23" y="157"/>
                    <a:pt x="72" y="186"/>
                  </a:cubicBezTo>
                  <a:lnTo>
                    <a:pt x="4518" y="2371"/>
                  </a:lnTo>
                  <a:cubicBezTo>
                    <a:pt x="4532" y="2377"/>
                    <a:pt x="4547" y="2377"/>
                    <a:pt x="4560" y="2377"/>
                  </a:cubicBezTo>
                  <a:cubicBezTo>
                    <a:pt x="4596" y="2377"/>
                    <a:pt x="4631" y="2356"/>
                    <a:pt x="4651" y="2320"/>
                  </a:cubicBezTo>
                  <a:cubicBezTo>
                    <a:pt x="4673" y="2272"/>
                    <a:pt x="4651" y="2216"/>
                    <a:pt x="4602" y="2194"/>
                  </a:cubicBezTo>
                  <a:lnTo>
                    <a:pt x="162" y="10"/>
                  </a:lnTo>
                  <a:cubicBezTo>
                    <a:pt x="148" y="4"/>
                    <a:pt x="132" y="1"/>
                    <a:pt x="11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9" name="Google Shape;1989;p31"/>
            <p:cNvSpPr/>
            <p:nvPr/>
          </p:nvSpPr>
          <p:spPr>
            <a:xfrm>
              <a:off x="3006290" y="3988732"/>
              <a:ext cx="139998" cy="82612"/>
            </a:xfrm>
            <a:custGeom>
              <a:avLst/>
              <a:gdLst/>
              <a:ahLst/>
              <a:cxnLst/>
              <a:rect l="l" t="t" r="r" b="b"/>
              <a:pathLst>
                <a:path w="4523" h="2669" extrusionOk="0">
                  <a:moveTo>
                    <a:pt x="106" y="0"/>
                  </a:moveTo>
                  <a:cubicBezTo>
                    <a:pt x="77" y="0"/>
                    <a:pt x="47" y="13"/>
                    <a:pt x="27" y="37"/>
                  </a:cubicBezTo>
                  <a:cubicBezTo>
                    <a:pt x="0" y="79"/>
                    <a:pt x="7" y="141"/>
                    <a:pt x="49" y="176"/>
                  </a:cubicBezTo>
                  <a:cubicBezTo>
                    <a:pt x="750" y="736"/>
                    <a:pt x="4215" y="2578"/>
                    <a:pt x="4363" y="2655"/>
                  </a:cubicBezTo>
                  <a:cubicBezTo>
                    <a:pt x="4376" y="2662"/>
                    <a:pt x="4396" y="2668"/>
                    <a:pt x="4412" y="2668"/>
                  </a:cubicBezTo>
                  <a:cubicBezTo>
                    <a:pt x="4447" y="2668"/>
                    <a:pt x="4480" y="2648"/>
                    <a:pt x="4496" y="2613"/>
                  </a:cubicBezTo>
                  <a:cubicBezTo>
                    <a:pt x="4522" y="2564"/>
                    <a:pt x="4502" y="2509"/>
                    <a:pt x="4454" y="2480"/>
                  </a:cubicBezTo>
                  <a:cubicBezTo>
                    <a:pt x="4418" y="2467"/>
                    <a:pt x="861" y="576"/>
                    <a:pt x="168" y="22"/>
                  </a:cubicBezTo>
                  <a:cubicBezTo>
                    <a:pt x="150" y="7"/>
                    <a:pt x="128"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0" name="Google Shape;1990;p31"/>
            <p:cNvSpPr/>
            <p:nvPr/>
          </p:nvSpPr>
          <p:spPr>
            <a:xfrm>
              <a:off x="3000192" y="3988639"/>
              <a:ext cx="140462" cy="94003"/>
            </a:xfrm>
            <a:custGeom>
              <a:avLst/>
              <a:gdLst/>
              <a:ahLst/>
              <a:cxnLst/>
              <a:rect l="l" t="t" r="r" b="b"/>
              <a:pathLst>
                <a:path w="4538" h="3037" extrusionOk="0">
                  <a:moveTo>
                    <a:pt x="111" y="0"/>
                  </a:moveTo>
                  <a:cubicBezTo>
                    <a:pt x="87" y="0"/>
                    <a:pt x="62" y="9"/>
                    <a:pt x="42" y="25"/>
                  </a:cubicBezTo>
                  <a:cubicBezTo>
                    <a:pt x="0" y="60"/>
                    <a:pt x="0" y="124"/>
                    <a:pt x="36" y="166"/>
                  </a:cubicBezTo>
                  <a:cubicBezTo>
                    <a:pt x="932" y="1132"/>
                    <a:pt x="4237" y="2945"/>
                    <a:pt x="4383" y="3023"/>
                  </a:cubicBezTo>
                  <a:cubicBezTo>
                    <a:pt x="4398" y="3029"/>
                    <a:pt x="4412" y="3036"/>
                    <a:pt x="4425" y="3036"/>
                  </a:cubicBezTo>
                  <a:cubicBezTo>
                    <a:pt x="4461" y="3036"/>
                    <a:pt x="4496" y="3016"/>
                    <a:pt x="4509" y="2987"/>
                  </a:cubicBezTo>
                  <a:cubicBezTo>
                    <a:pt x="4538" y="2939"/>
                    <a:pt x="4524" y="2875"/>
                    <a:pt x="4476" y="2855"/>
                  </a:cubicBezTo>
                  <a:cubicBezTo>
                    <a:pt x="4440" y="2833"/>
                    <a:pt x="1051" y="977"/>
                    <a:pt x="182" y="33"/>
                  </a:cubicBezTo>
                  <a:cubicBezTo>
                    <a:pt x="164" y="11"/>
                    <a:pt x="138" y="0"/>
                    <a:pt x="1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1" name="Google Shape;1991;p31"/>
            <p:cNvSpPr/>
            <p:nvPr/>
          </p:nvSpPr>
          <p:spPr>
            <a:xfrm>
              <a:off x="3010376" y="3975825"/>
              <a:ext cx="156496" cy="35688"/>
            </a:xfrm>
            <a:custGeom>
              <a:avLst/>
              <a:gdLst/>
              <a:ahLst/>
              <a:cxnLst/>
              <a:rect l="l" t="t" r="r" b="b"/>
              <a:pathLst>
                <a:path w="5056" h="1153" extrusionOk="0">
                  <a:moveTo>
                    <a:pt x="670" y="0"/>
                  </a:moveTo>
                  <a:cubicBezTo>
                    <a:pt x="316" y="0"/>
                    <a:pt x="116" y="29"/>
                    <a:pt x="92" y="34"/>
                  </a:cubicBezTo>
                  <a:cubicBezTo>
                    <a:pt x="36" y="40"/>
                    <a:pt x="1" y="89"/>
                    <a:pt x="8" y="138"/>
                  </a:cubicBezTo>
                  <a:cubicBezTo>
                    <a:pt x="14" y="190"/>
                    <a:pt x="55" y="223"/>
                    <a:pt x="106" y="223"/>
                  </a:cubicBezTo>
                  <a:cubicBezTo>
                    <a:pt x="111" y="223"/>
                    <a:pt x="115" y="222"/>
                    <a:pt x="120" y="222"/>
                  </a:cubicBezTo>
                  <a:cubicBezTo>
                    <a:pt x="124" y="222"/>
                    <a:pt x="302" y="198"/>
                    <a:pt x="629" y="198"/>
                  </a:cubicBezTo>
                  <a:cubicBezTo>
                    <a:pt x="1377" y="198"/>
                    <a:pt x="2902" y="323"/>
                    <a:pt x="4910" y="1146"/>
                  </a:cubicBezTo>
                  <a:cubicBezTo>
                    <a:pt x="4916" y="1153"/>
                    <a:pt x="4930" y="1153"/>
                    <a:pt x="4945" y="1153"/>
                  </a:cubicBezTo>
                  <a:cubicBezTo>
                    <a:pt x="4979" y="1153"/>
                    <a:pt x="5021" y="1133"/>
                    <a:pt x="5036" y="1097"/>
                  </a:cubicBezTo>
                  <a:cubicBezTo>
                    <a:pt x="5056" y="1049"/>
                    <a:pt x="5029" y="993"/>
                    <a:pt x="4979" y="971"/>
                  </a:cubicBezTo>
                  <a:cubicBezTo>
                    <a:pt x="2967" y="138"/>
                    <a:pt x="1448" y="0"/>
                    <a:pt x="67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2" name="Google Shape;1992;p31"/>
            <p:cNvSpPr/>
            <p:nvPr/>
          </p:nvSpPr>
          <p:spPr>
            <a:xfrm>
              <a:off x="3010809" y="3979880"/>
              <a:ext cx="154763" cy="45129"/>
            </a:xfrm>
            <a:custGeom>
              <a:avLst/>
              <a:gdLst/>
              <a:ahLst/>
              <a:cxnLst/>
              <a:rect l="l" t="t" r="r" b="b"/>
              <a:pathLst>
                <a:path w="5000" h="1458" extrusionOk="0">
                  <a:moveTo>
                    <a:pt x="106" y="0"/>
                  </a:moveTo>
                  <a:cubicBezTo>
                    <a:pt x="49" y="0"/>
                    <a:pt x="7" y="42"/>
                    <a:pt x="0" y="98"/>
                  </a:cubicBezTo>
                  <a:cubicBezTo>
                    <a:pt x="0" y="148"/>
                    <a:pt x="42" y="197"/>
                    <a:pt x="99" y="197"/>
                  </a:cubicBezTo>
                  <a:cubicBezTo>
                    <a:pt x="120" y="197"/>
                    <a:pt x="2340" y="281"/>
                    <a:pt x="4847" y="1450"/>
                  </a:cubicBezTo>
                  <a:cubicBezTo>
                    <a:pt x="4860" y="1457"/>
                    <a:pt x="4874" y="1457"/>
                    <a:pt x="4889" y="1457"/>
                  </a:cubicBezTo>
                  <a:cubicBezTo>
                    <a:pt x="4923" y="1457"/>
                    <a:pt x="4958" y="1435"/>
                    <a:pt x="4980" y="1400"/>
                  </a:cubicBezTo>
                  <a:cubicBezTo>
                    <a:pt x="5000" y="1351"/>
                    <a:pt x="4980" y="1296"/>
                    <a:pt x="4931" y="1274"/>
                  </a:cubicBezTo>
                  <a:cubicBezTo>
                    <a:pt x="2388" y="84"/>
                    <a:pt x="126" y="0"/>
                    <a:pt x="1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3" name="Google Shape;1993;p31"/>
            <p:cNvSpPr/>
            <p:nvPr/>
          </p:nvSpPr>
          <p:spPr>
            <a:xfrm>
              <a:off x="3008426" y="3984337"/>
              <a:ext cx="148727" cy="64691"/>
            </a:xfrm>
            <a:custGeom>
              <a:avLst/>
              <a:gdLst/>
              <a:ahLst/>
              <a:cxnLst/>
              <a:rect l="l" t="t" r="r" b="b"/>
              <a:pathLst>
                <a:path w="4805" h="2090" extrusionOk="0">
                  <a:moveTo>
                    <a:pt x="108" y="0"/>
                  </a:moveTo>
                  <a:cubicBezTo>
                    <a:pt x="63" y="0"/>
                    <a:pt x="26" y="32"/>
                    <a:pt x="15" y="73"/>
                  </a:cubicBezTo>
                  <a:cubicBezTo>
                    <a:pt x="0" y="130"/>
                    <a:pt x="29" y="179"/>
                    <a:pt x="84" y="192"/>
                  </a:cubicBezTo>
                  <a:cubicBezTo>
                    <a:pt x="946" y="402"/>
                    <a:pt x="4615" y="2063"/>
                    <a:pt x="4657" y="2076"/>
                  </a:cubicBezTo>
                  <a:cubicBezTo>
                    <a:pt x="4672" y="2083"/>
                    <a:pt x="4679" y="2089"/>
                    <a:pt x="4692" y="2089"/>
                  </a:cubicBezTo>
                  <a:cubicBezTo>
                    <a:pt x="4734" y="2089"/>
                    <a:pt x="4769" y="2069"/>
                    <a:pt x="4783" y="2034"/>
                  </a:cubicBezTo>
                  <a:cubicBezTo>
                    <a:pt x="4805" y="1985"/>
                    <a:pt x="4783" y="1921"/>
                    <a:pt x="4734" y="1901"/>
                  </a:cubicBezTo>
                  <a:cubicBezTo>
                    <a:pt x="4579" y="1831"/>
                    <a:pt x="1008" y="214"/>
                    <a:pt x="134" y="4"/>
                  </a:cubicBezTo>
                  <a:cubicBezTo>
                    <a:pt x="125" y="2"/>
                    <a:pt x="116" y="0"/>
                    <a:pt x="10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4" name="Google Shape;1994;p31"/>
            <p:cNvSpPr/>
            <p:nvPr/>
          </p:nvSpPr>
          <p:spPr>
            <a:xfrm>
              <a:off x="3004990" y="3979632"/>
              <a:ext cx="157796" cy="58160"/>
            </a:xfrm>
            <a:custGeom>
              <a:avLst/>
              <a:gdLst/>
              <a:ahLst/>
              <a:cxnLst/>
              <a:rect l="l" t="t" r="r" b="b"/>
              <a:pathLst>
                <a:path w="5098" h="1879" extrusionOk="0">
                  <a:moveTo>
                    <a:pt x="94" y="1"/>
                  </a:moveTo>
                  <a:cubicBezTo>
                    <a:pt x="49" y="1"/>
                    <a:pt x="6" y="40"/>
                    <a:pt x="0" y="85"/>
                  </a:cubicBezTo>
                  <a:cubicBezTo>
                    <a:pt x="0" y="141"/>
                    <a:pt x="35" y="190"/>
                    <a:pt x="91" y="190"/>
                  </a:cubicBezTo>
                  <a:cubicBezTo>
                    <a:pt x="1371" y="302"/>
                    <a:pt x="4909" y="1850"/>
                    <a:pt x="4943" y="1863"/>
                  </a:cubicBezTo>
                  <a:cubicBezTo>
                    <a:pt x="4958" y="1870"/>
                    <a:pt x="4971" y="1879"/>
                    <a:pt x="4985" y="1879"/>
                  </a:cubicBezTo>
                  <a:cubicBezTo>
                    <a:pt x="5020" y="1879"/>
                    <a:pt x="5055" y="1850"/>
                    <a:pt x="5077" y="1815"/>
                  </a:cubicBezTo>
                  <a:cubicBezTo>
                    <a:pt x="5097" y="1766"/>
                    <a:pt x="5077" y="1710"/>
                    <a:pt x="5027" y="1689"/>
                  </a:cubicBezTo>
                  <a:cubicBezTo>
                    <a:pt x="4880" y="1626"/>
                    <a:pt x="1422" y="114"/>
                    <a:pt x="104" y="1"/>
                  </a:cubicBezTo>
                  <a:cubicBezTo>
                    <a:pt x="101" y="1"/>
                    <a:pt x="97" y="1"/>
                    <a:pt x="9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5" name="Google Shape;1995;p31"/>
            <p:cNvSpPr/>
            <p:nvPr/>
          </p:nvSpPr>
          <p:spPr>
            <a:xfrm>
              <a:off x="2959459" y="3954406"/>
              <a:ext cx="66145" cy="57788"/>
            </a:xfrm>
            <a:custGeom>
              <a:avLst/>
              <a:gdLst/>
              <a:ahLst/>
              <a:cxnLst/>
              <a:rect l="l" t="t" r="r" b="b"/>
              <a:pathLst>
                <a:path w="2137" h="1867" extrusionOk="0">
                  <a:moveTo>
                    <a:pt x="839" y="0"/>
                  </a:moveTo>
                  <a:cubicBezTo>
                    <a:pt x="569" y="0"/>
                    <a:pt x="307" y="150"/>
                    <a:pt x="182" y="410"/>
                  </a:cubicBezTo>
                  <a:cubicBezTo>
                    <a:pt x="1" y="768"/>
                    <a:pt x="154" y="1208"/>
                    <a:pt x="512" y="1391"/>
                  </a:cubicBezTo>
                  <a:lnTo>
                    <a:pt x="1491" y="1867"/>
                  </a:lnTo>
                  <a:cubicBezTo>
                    <a:pt x="1491" y="1867"/>
                    <a:pt x="2128" y="1307"/>
                    <a:pt x="2137" y="558"/>
                  </a:cubicBezTo>
                  <a:lnTo>
                    <a:pt x="1155" y="74"/>
                  </a:lnTo>
                  <a:cubicBezTo>
                    <a:pt x="1054" y="24"/>
                    <a:pt x="946" y="0"/>
                    <a:pt x="83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6" name="Google Shape;1996;p31"/>
            <p:cNvSpPr/>
            <p:nvPr/>
          </p:nvSpPr>
          <p:spPr>
            <a:xfrm>
              <a:off x="2348057" y="3629437"/>
              <a:ext cx="111615" cy="42250"/>
            </a:xfrm>
            <a:custGeom>
              <a:avLst/>
              <a:gdLst/>
              <a:ahLst/>
              <a:cxnLst/>
              <a:rect l="l" t="t" r="r" b="b"/>
              <a:pathLst>
                <a:path w="3606" h="1365" extrusionOk="0">
                  <a:moveTo>
                    <a:pt x="1807" y="0"/>
                  </a:moveTo>
                  <a:cubicBezTo>
                    <a:pt x="812" y="0"/>
                    <a:pt x="1" y="301"/>
                    <a:pt x="1" y="679"/>
                  </a:cubicBezTo>
                  <a:cubicBezTo>
                    <a:pt x="1" y="1057"/>
                    <a:pt x="812" y="1365"/>
                    <a:pt x="1807" y="1365"/>
                  </a:cubicBezTo>
                  <a:cubicBezTo>
                    <a:pt x="2800" y="1365"/>
                    <a:pt x="3605" y="1057"/>
                    <a:pt x="3605" y="679"/>
                  </a:cubicBezTo>
                  <a:cubicBezTo>
                    <a:pt x="3605" y="301"/>
                    <a:pt x="2800" y="0"/>
                    <a:pt x="180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997" name="Google Shape;1997;p31"/>
          <p:cNvGrpSpPr/>
          <p:nvPr/>
        </p:nvGrpSpPr>
        <p:grpSpPr>
          <a:xfrm>
            <a:off x="3776325" y="1601315"/>
            <a:ext cx="1429096" cy="907282"/>
            <a:chOff x="4762250" y="3422892"/>
            <a:chExt cx="1060553" cy="673308"/>
          </a:xfrm>
        </p:grpSpPr>
        <p:sp>
          <p:nvSpPr>
            <p:cNvPr id="1998" name="Google Shape;1998;p31"/>
            <p:cNvSpPr/>
            <p:nvPr/>
          </p:nvSpPr>
          <p:spPr>
            <a:xfrm>
              <a:off x="5624831" y="3818711"/>
              <a:ext cx="197972" cy="124770"/>
            </a:xfrm>
            <a:custGeom>
              <a:avLst/>
              <a:gdLst/>
              <a:ahLst/>
              <a:cxnLst/>
              <a:rect l="l" t="t" r="r" b="b"/>
              <a:pathLst>
                <a:path w="6396" h="4031" extrusionOk="0">
                  <a:moveTo>
                    <a:pt x="2176" y="0"/>
                  </a:moveTo>
                  <a:cubicBezTo>
                    <a:pt x="801" y="0"/>
                    <a:pt x="1" y="718"/>
                    <a:pt x="1" y="718"/>
                  </a:cubicBezTo>
                  <a:lnTo>
                    <a:pt x="5723" y="4031"/>
                  </a:lnTo>
                  <a:cubicBezTo>
                    <a:pt x="6395" y="977"/>
                    <a:pt x="3461" y="201"/>
                    <a:pt x="3461" y="201"/>
                  </a:cubicBezTo>
                  <a:cubicBezTo>
                    <a:pt x="2991" y="57"/>
                    <a:pt x="2561" y="0"/>
                    <a:pt x="217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99" name="Google Shape;1999;p31"/>
            <p:cNvSpPr/>
            <p:nvPr/>
          </p:nvSpPr>
          <p:spPr>
            <a:xfrm>
              <a:off x="5544912" y="3836818"/>
              <a:ext cx="259413" cy="259382"/>
            </a:xfrm>
            <a:custGeom>
              <a:avLst/>
              <a:gdLst/>
              <a:ahLst/>
              <a:cxnLst/>
              <a:rect l="l" t="t" r="r" b="b"/>
              <a:pathLst>
                <a:path w="8381" h="8380" extrusionOk="0">
                  <a:moveTo>
                    <a:pt x="2835" y="1"/>
                  </a:moveTo>
                  <a:cubicBezTo>
                    <a:pt x="2835" y="1"/>
                    <a:pt x="770" y="905"/>
                    <a:pt x="385" y="3894"/>
                  </a:cubicBezTo>
                  <a:cubicBezTo>
                    <a:pt x="0" y="6884"/>
                    <a:pt x="1260" y="7892"/>
                    <a:pt x="1260" y="7892"/>
                  </a:cubicBezTo>
                  <a:cubicBezTo>
                    <a:pt x="1260" y="7892"/>
                    <a:pt x="1948" y="8379"/>
                    <a:pt x="2949" y="8379"/>
                  </a:cubicBezTo>
                  <a:cubicBezTo>
                    <a:pt x="3819" y="8379"/>
                    <a:pt x="4925" y="8012"/>
                    <a:pt x="6021" y="6639"/>
                  </a:cubicBezTo>
                  <a:cubicBezTo>
                    <a:pt x="8381" y="3684"/>
                    <a:pt x="6862" y="1632"/>
                    <a:pt x="6121" y="1367"/>
                  </a:cubicBezTo>
                  <a:cubicBezTo>
                    <a:pt x="6121" y="1367"/>
                    <a:pt x="3613" y="463"/>
                    <a:pt x="283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00" name="Google Shape;2000;p31"/>
            <p:cNvSpPr/>
            <p:nvPr/>
          </p:nvSpPr>
          <p:spPr>
            <a:xfrm>
              <a:off x="5555931" y="3836818"/>
              <a:ext cx="178441" cy="138977"/>
            </a:xfrm>
            <a:custGeom>
              <a:avLst/>
              <a:gdLst/>
              <a:ahLst/>
              <a:cxnLst/>
              <a:rect l="l" t="t" r="r" b="b"/>
              <a:pathLst>
                <a:path w="5765" h="4490" extrusionOk="0">
                  <a:moveTo>
                    <a:pt x="5700" y="1340"/>
                  </a:moveTo>
                  <a:lnTo>
                    <a:pt x="5765" y="1367"/>
                  </a:lnTo>
                  <a:cubicBezTo>
                    <a:pt x="5765" y="1367"/>
                    <a:pt x="5742" y="1356"/>
                    <a:pt x="5700" y="1340"/>
                  </a:cubicBezTo>
                  <a:close/>
                  <a:moveTo>
                    <a:pt x="2479" y="1"/>
                  </a:moveTo>
                  <a:cubicBezTo>
                    <a:pt x="520" y="1031"/>
                    <a:pt x="0" y="3474"/>
                    <a:pt x="0" y="3474"/>
                  </a:cubicBezTo>
                  <a:lnTo>
                    <a:pt x="1829" y="4489"/>
                  </a:lnTo>
                  <a:cubicBezTo>
                    <a:pt x="1437" y="3264"/>
                    <a:pt x="2319" y="2249"/>
                    <a:pt x="2319" y="2249"/>
                  </a:cubicBezTo>
                  <a:cubicBezTo>
                    <a:pt x="3052" y="1360"/>
                    <a:pt x="3906" y="1136"/>
                    <a:pt x="4580" y="1136"/>
                  </a:cubicBezTo>
                  <a:cubicBezTo>
                    <a:pt x="5119" y="1136"/>
                    <a:pt x="5544" y="1279"/>
                    <a:pt x="5700" y="1340"/>
                  </a:cubicBezTo>
                  <a:lnTo>
                    <a:pt x="5700" y="1340"/>
                  </a:lnTo>
                  <a:lnTo>
                    <a:pt x="247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01" name="Google Shape;2001;p31"/>
            <p:cNvSpPr/>
            <p:nvPr/>
          </p:nvSpPr>
          <p:spPr>
            <a:xfrm>
              <a:off x="4762250" y="3422892"/>
              <a:ext cx="969742" cy="658236"/>
            </a:xfrm>
            <a:custGeom>
              <a:avLst/>
              <a:gdLst/>
              <a:ahLst/>
              <a:cxnLst/>
              <a:rect l="l" t="t" r="r" b="b"/>
              <a:pathLst>
                <a:path w="31330" h="21266" extrusionOk="0">
                  <a:moveTo>
                    <a:pt x="5308" y="0"/>
                  </a:moveTo>
                  <a:cubicBezTo>
                    <a:pt x="5308" y="0"/>
                    <a:pt x="1" y="1470"/>
                    <a:pt x="1232" y="7162"/>
                  </a:cubicBezTo>
                  <a:cubicBezTo>
                    <a:pt x="1232" y="7162"/>
                    <a:pt x="13095" y="10194"/>
                    <a:pt x="26546" y="21265"/>
                  </a:cubicBezTo>
                  <a:cubicBezTo>
                    <a:pt x="26546" y="21265"/>
                    <a:pt x="24621" y="18548"/>
                    <a:pt x="26308" y="15293"/>
                  </a:cubicBezTo>
                  <a:cubicBezTo>
                    <a:pt x="27372" y="13238"/>
                    <a:pt x="29092" y="12859"/>
                    <a:pt x="30217" y="12859"/>
                  </a:cubicBezTo>
                  <a:cubicBezTo>
                    <a:pt x="30875" y="12859"/>
                    <a:pt x="31329" y="12989"/>
                    <a:pt x="31329" y="12989"/>
                  </a:cubicBezTo>
                  <a:cubicBezTo>
                    <a:pt x="13551" y="7835"/>
                    <a:pt x="5308" y="0"/>
                    <a:pt x="530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02" name="Google Shape;2002;p31"/>
            <p:cNvSpPr/>
            <p:nvPr/>
          </p:nvSpPr>
          <p:spPr>
            <a:xfrm>
              <a:off x="5175774" y="3670573"/>
              <a:ext cx="206825" cy="177667"/>
            </a:xfrm>
            <a:custGeom>
              <a:avLst/>
              <a:gdLst/>
              <a:ahLst/>
              <a:cxnLst/>
              <a:rect l="l" t="t" r="r" b="b"/>
              <a:pathLst>
                <a:path w="6682" h="5740" extrusionOk="0">
                  <a:moveTo>
                    <a:pt x="4705" y="0"/>
                  </a:moveTo>
                  <a:cubicBezTo>
                    <a:pt x="3949" y="0"/>
                    <a:pt x="2834" y="278"/>
                    <a:pt x="1794" y="1597"/>
                  </a:cubicBezTo>
                  <a:cubicBezTo>
                    <a:pt x="1" y="3881"/>
                    <a:pt x="1213" y="5456"/>
                    <a:pt x="1213" y="5456"/>
                  </a:cubicBezTo>
                  <a:cubicBezTo>
                    <a:pt x="1213" y="5456"/>
                    <a:pt x="1470" y="5740"/>
                    <a:pt x="1819" y="5740"/>
                  </a:cubicBezTo>
                  <a:cubicBezTo>
                    <a:pt x="1948" y="5740"/>
                    <a:pt x="2089" y="5701"/>
                    <a:pt x="2234" y="5595"/>
                  </a:cubicBezTo>
                  <a:cubicBezTo>
                    <a:pt x="2234" y="5595"/>
                    <a:pt x="1149" y="3972"/>
                    <a:pt x="2858" y="1982"/>
                  </a:cubicBezTo>
                  <a:cubicBezTo>
                    <a:pt x="3751" y="946"/>
                    <a:pt x="4756" y="699"/>
                    <a:pt x="5511" y="699"/>
                  </a:cubicBezTo>
                  <a:cubicBezTo>
                    <a:pt x="6200" y="699"/>
                    <a:pt x="6681" y="905"/>
                    <a:pt x="6681" y="905"/>
                  </a:cubicBezTo>
                  <a:cubicBezTo>
                    <a:pt x="6681" y="905"/>
                    <a:pt x="6548" y="478"/>
                    <a:pt x="5617" y="149"/>
                  </a:cubicBezTo>
                  <a:cubicBezTo>
                    <a:pt x="5617" y="149"/>
                    <a:pt x="5257" y="0"/>
                    <a:pt x="4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theme/theme1.xml><?xml version="1.0" encoding="utf-8"?>
<a:theme xmlns:a="http://schemas.openxmlformats.org/drawingml/2006/main" name="Achievements Summary of School Year by Slidesgo">
  <a:themeElements>
    <a:clrScheme name="Simple Light">
      <a:dk1>
        <a:srgbClr val="22295B"/>
      </a:dk1>
      <a:lt1>
        <a:srgbClr val="F7F5E3"/>
      </a:lt1>
      <a:dk2>
        <a:srgbClr val="5566BC"/>
      </a:dk2>
      <a:lt2>
        <a:srgbClr val="FFEEA2"/>
      </a:lt2>
      <a:accent1>
        <a:srgbClr val="E5D277"/>
      </a:accent1>
      <a:accent2>
        <a:srgbClr val="E2C12D"/>
      </a:accent2>
      <a:accent3>
        <a:srgbClr val="F9764E"/>
      </a:accent3>
      <a:accent4>
        <a:srgbClr val="DF5FBD"/>
      </a:accent4>
      <a:accent5>
        <a:srgbClr val="354F7A"/>
      </a:accent5>
      <a:accent6>
        <a:srgbClr val="8CF7BB"/>
      </a:accent6>
      <a:hlink>
        <a:srgbClr val="F9764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2132</Words>
  <Application>Microsoft Office PowerPoint</Application>
  <PresentationFormat>On-screen Show (16:9)</PresentationFormat>
  <Paragraphs>335</Paragraphs>
  <Slides>33</Slides>
  <Notes>31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33</vt:i4>
      </vt:variant>
    </vt:vector>
  </HeadingPairs>
  <TitlesOfParts>
    <vt:vector size="47" baseType="lpstr">
      <vt:lpstr>Arial Black</vt:lpstr>
      <vt:lpstr>Arial</vt:lpstr>
      <vt:lpstr>Times New Roman</vt:lpstr>
      <vt:lpstr>Montagu Slab SemiBold</vt:lpstr>
      <vt:lpstr>Bebas Neue</vt:lpstr>
      <vt:lpstr>Lexend Medium</vt:lpstr>
      <vt:lpstr>Overlock</vt:lpstr>
      <vt:lpstr>Trebuchet MS</vt:lpstr>
      <vt:lpstr>Milonga</vt:lpstr>
      <vt:lpstr>Algerian</vt:lpstr>
      <vt:lpstr>Noto Sans Symbols</vt:lpstr>
      <vt:lpstr>Calibri</vt:lpstr>
      <vt:lpstr>Arial MT</vt:lpstr>
      <vt:lpstr>Achievements Summary of School Year by Slidesgo</vt:lpstr>
      <vt:lpstr>PEL-125  UPPER INTERMEDIATE COMMUNICATION SKILLS-1 </vt:lpstr>
      <vt:lpstr>1.</vt:lpstr>
      <vt:lpstr>LTP &amp; Credit Details </vt:lpstr>
      <vt:lpstr>CO1-Remember various grammatical concepts to enhance speaking and writing skills </vt:lpstr>
      <vt:lpstr>CO4-Analyze and exhibit the ability to communicate clearly, fluently and flexibly   </vt:lpstr>
      <vt:lpstr>Program Outcomes as specific to the  particular course :PO10</vt:lpstr>
      <vt:lpstr>CO-PO MAPPING</vt:lpstr>
      <vt:lpstr>Cohorts</vt:lpstr>
      <vt:lpstr>1.</vt:lpstr>
      <vt:lpstr>Course Content</vt:lpstr>
      <vt:lpstr>PowerPoint Presentation</vt:lpstr>
      <vt:lpstr>PowerPoint Presentation</vt:lpstr>
      <vt:lpstr>Unit VII : Practicals - Practice worksheets on Grammar topics</vt:lpstr>
      <vt:lpstr>Speaking skills: </vt:lpstr>
      <vt:lpstr>PowerPoint Presentation</vt:lpstr>
      <vt:lpstr>PowerPoint Presentation</vt:lpstr>
      <vt:lpstr>PowerPoint Presentation</vt:lpstr>
      <vt:lpstr>PowerPoint Presentation</vt:lpstr>
      <vt:lpstr>PowerPoint Presentation</vt:lpstr>
      <vt:lpstr>Evaluation Strategies</vt:lpstr>
      <vt:lpstr>MOOCs/Industry Certification/National/International competition or Tests:</vt:lpstr>
      <vt:lpstr>Complete Evaluation Criteria</vt:lpstr>
      <vt:lpstr>Total=100</vt:lpstr>
      <vt:lpstr>Resources</vt:lpstr>
      <vt:lpstr>Relevant Websites</vt:lpstr>
      <vt:lpstr>Feedback</vt:lpstr>
      <vt:lpstr>Skill Attainment</vt:lpstr>
      <vt:lpstr>PowerPoint Presentation</vt:lpstr>
      <vt:lpstr>Revised Bloom’s Taxonomy</vt:lpstr>
      <vt:lpstr>Students’ Role</vt:lpstr>
      <vt:lpstr>Skill Development Courses</vt:lpstr>
      <vt:lpstr>Skill Development Courses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PEL-125  UPPER INTERMEDIATE COMMUNICATION SKILLS-1 </dc:title>
  <dc:creator/>
  <cp:lastModifiedBy>asus</cp:lastModifiedBy>
  <cp:revision>13</cp:revision>
  <dcterms:created xsi:type="dcterms:W3CDTF">2024-01-18T08:13:00Z</dcterms:created>
  <dcterms:modified xsi:type="dcterms:W3CDTF">2024-01-22T05:47:01Z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2E8ECA9C8BF2410AA9BBAEDC9810023F</vt:lpwstr>
  </property>
  <property fmtid="{D5CDD505-2E9C-101B-9397-08002B2CF9AE}" pid="3" name="KSOProductBuildVer">
    <vt:lpwstr>1033-12.2.0.13412</vt:lpwstr>
  </property>
</Properties>
</file>